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35" r:id="rId5"/>
    <p:sldId id="339" r:id="rId6"/>
    <p:sldId id="403" r:id="rId7"/>
    <p:sldId id="604" r:id="rId8"/>
    <p:sldId id="605" r:id="rId9"/>
    <p:sldId id="606" r:id="rId10"/>
    <p:sldId id="607" r:id="rId11"/>
    <p:sldId id="608" r:id="rId12"/>
    <p:sldId id="609" r:id="rId13"/>
    <p:sldId id="597" r:id="rId14"/>
    <p:sldId id="598" r:id="rId15"/>
    <p:sldId id="599" r:id="rId16"/>
    <p:sldId id="472" r:id="rId17"/>
    <p:sldId id="34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878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EEA7B-D87B-4C4D-9D7E-47A78B8E0938}" v="6" dt="2026-06-27T09:25:27.331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/>
    <p:restoredTop sz="94659"/>
  </p:normalViewPr>
  <p:slideViewPr>
    <p:cSldViewPr snapToGrid="0">
      <p:cViewPr varScale="1">
        <p:scale>
          <a:sx n="142" d="100"/>
          <a:sy n="142" d="100"/>
        </p:scale>
        <p:origin x="2088" y="176"/>
      </p:cViewPr>
      <p:guideLst>
        <p:guide pos="4878"/>
        <p:guide orient="horz" pos="3696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redo custSel addSld delSld modSld sldOrd">
      <pc:chgData name="Bryan Sun" userId="851caa7714272873" providerId="LiveId" clId="{1DF0C224-3A3E-55A6-A8D1-F8F2208D385B}" dt="2026-06-27T09:26:10.993" v="27542" actId="2696"/>
      <pc:docMkLst>
        <pc:docMk/>
      </pc:docMkLst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860400518" sldId="348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909141059" sldId="352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610113058" sldId="357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551680233" sldId="402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874879862" sldId="450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868716893" sldId="453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147291622" sldId="454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379769456" sldId="455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522098233" sldId="456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60366747" sldId="457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430258553" sldId="458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822242452" sldId="459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670308750" sldId="462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592677628" sldId="463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244265901" sldId="464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2617812247" sldId="465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1410675619" sldId="466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685707581" sldId="467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031431317" sldId="468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4075878418" sldId="469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605499707" sldId="470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2292058892" sldId="473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1387347728" sldId="474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4092650633" sldId="475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924342547" sldId="476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1845194" sldId="477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675625005" sldId="478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636090284" sldId="479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4062181656" sldId="480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463915797" sldId="481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4018206695" sldId="482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577485778" sldId="483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387800270" sldId="484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494258610" sldId="485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693003698" sldId="486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062937491" sldId="487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948848040" sldId="488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853400026" sldId="489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381686388" sldId="490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958401089" sldId="491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207550704" sldId="492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724463760" sldId="493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291558066" sldId="494"/>
        </pc:sldMkLst>
      </pc:sldChg>
      <pc:sldChg chg="addSp delSp modSp add del mod modAnim">
        <pc:chgData name="Bryan Sun" userId="851caa7714272873" providerId="LiveId" clId="{1DF0C224-3A3E-55A6-A8D1-F8F2208D385B}" dt="2026-06-26T09:20:54.098" v="27513" actId="2696"/>
        <pc:sldMkLst>
          <pc:docMk/>
          <pc:sldMk cId="1585515905" sldId="495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008652802" sldId="496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3102685999" sldId="497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259900840" sldId="498"/>
        </pc:sldMkLst>
      </pc:sldChg>
      <pc:sldChg chg="addSp delSp modSp add del mod">
        <pc:chgData name="Bryan Sun" userId="851caa7714272873" providerId="LiveId" clId="{1DF0C224-3A3E-55A6-A8D1-F8F2208D385B}" dt="2026-06-27T09:26:10.993" v="27542" actId="2696"/>
        <pc:sldMkLst>
          <pc:docMk/>
          <pc:sldMk cId="3614848959" sldId="499"/>
        </pc:sldMkLst>
        <pc:spChg chg="add mod">
          <ac:chgData name="Bryan Sun" userId="851caa7714272873" providerId="LiveId" clId="{1DF0C224-3A3E-55A6-A8D1-F8F2208D385B}" dt="2026-05-28T12:30:04.204" v="19023" actId="20577"/>
          <ac:spMkLst>
            <pc:docMk/>
            <pc:sldMk cId="3614848959" sldId="499"/>
            <ac:spMk id="2" creationId="{6F820D66-5152-B0CB-5D04-E05E144DC992}"/>
          </ac:spMkLst>
        </pc:spChg>
        <pc:spChg chg="add mod">
          <ac:chgData name="Bryan Sun" userId="851caa7714272873" providerId="LiveId" clId="{1DF0C224-3A3E-55A6-A8D1-F8F2208D385B}" dt="2026-05-28T12:37:06.161" v="19360" actId="20577"/>
          <ac:spMkLst>
            <pc:docMk/>
            <pc:sldMk cId="3614848959" sldId="499"/>
            <ac:spMk id="3" creationId="{564E989F-6581-C265-5BF1-7C6427E2E64A}"/>
          </ac:spMkLst>
        </pc:spChg>
        <pc:picChg chg="add mod modCrop">
          <ac:chgData name="Bryan Sun" userId="851caa7714272873" providerId="LiveId" clId="{1DF0C224-3A3E-55A6-A8D1-F8F2208D385B}" dt="2026-05-28T12:36:26.290" v="19287" actId="14100"/>
          <ac:picMkLst>
            <pc:docMk/>
            <pc:sldMk cId="3614848959" sldId="499"/>
            <ac:picMk id="4" creationId="{4853F6F1-C74C-66DF-695D-92D69612F8BB}"/>
          </ac:picMkLst>
        </pc:picChg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955173919" sldId="500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2710206176" sldId="501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620168478" sldId="502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385087257" sldId="503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801510911" sldId="504"/>
        </pc:sldMkLst>
      </pc:sldChg>
      <pc:sldChg chg="del">
        <pc:chgData name="Bryan Sun" userId="851caa7714272873" providerId="LiveId" clId="{1DF0C224-3A3E-55A6-A8D1-F8F2208D385B}" dt="2026-06-26T09:20:54.098" v="27513" actId="2696"/>
        <pc:sldMkLst>
          <pc:docMk/>
          <pc:sldMk cId="1667418335" sldId="505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241225031" sldId="506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933250773" sldId="507"/>
        </pc:sldMkLst>
      </pc:sldChg>
      <pc:sldChg chg="del">
        <pc:chgData name="Bryan Sun" userId="851caa7714272873" providerId="LiveId" clId="{1DF0C224-3A3E-55A6-A8D1-F8F2208D385B}" dt="2026-06-27T09:26:10.993" v="27542" actId="2696"/>
        <pc:sldMkLst>
          <pc:docMk/>
          <pc:sldMk cId="1222736194" sldId="509"/>
        </pc:sldMkLst>
      </pc:sldChg>
      <pc:sldChg chg="addSp delSp modSp add del mod delAnim modAnim">
        <pc:chgData name="Bryan Sun" userId="851caa7714272873" providerId="LiveId" clId="{1DF0C224-3A3E-55A6-A8D1-F8F2208D385B}" dt="2026-06-26T09:20:54.098" v="27513" actId="2696"/>
        <pc:sldMkLst>
          <pc:docMk/>
          <pc:sldMk cId="2487835257" sldId="510"/>
        </pc:sldMkLst>
      </pc:sldChg>
      <pc:sldChg chg="delSp modSp add del mod modAnim">
        <pc:chgData name="Bryan Sun" userId="851caa7714272873" providerId="LiveId" clId="{1DF0C224-3A3E-55A6-A8D1-F8F2208D385B}" dt="2026-06-26T09:20:54.098" v="27513" actId="2696"/>
        <pc:sldMkLst>
          <pc:docMk/>
          <pc:sldMk cId="2100815019" sldId="511"/>
        </pc:sldMkLst>
      </pc:sldChg>
      <pc:sldChg chg="add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3737415813" sldId="512"/>
        </pc:sldMkLst>
      </pc:sldChg>
      <pc:sldChg chg="addSp delSp modSp add del mod delAnim">
        <pc:chgData name="Bryan Sun" userId="851caa7714272873" providerId="LiveId" clId="{1DF0C224-3A3E-55A6-A8D1-F8F2208D385B}" dt="2026-06-26T09:20:54.098" v="27513" actId="2696"/>
        <pc:sldMkLst>
          <pc:docMk/>
          <pc:sldMk cId="1260907490" sldId="513"/>
        </pc:sldMkLst>
      </pc:sldChg>
      <pc:sldChg chg="addSp delSp modSp add del mod delAnim modShow">
        <pc:chgData name="Bryan Sun" userId="851caa7714272873" providerId="LiveId" clId="{1DF0C224-3A3E-55A6-A8D1-F8F2208D385B}" dt="2026-06-26T09:20:54.098" v="27513" actId="2696"/>
        <pc:sldMkLst>
          <pc:docMk/>
          <pc:sldMk cId="2062829675" sldId="514"/>
        </pc:sldMkLst>
      </pc:sldChg>
      <pc:sldChg chg="delSp add del mod modShow">
        <pc:chgData name="Bryan Sun" userId="851caa7714272873" providerId="LiveId" clId="{1DF0C224-3A3E-55A6-A8D1-F8F2208D385B}" dt="2026-06-26T09:20:54.098" v="27513" actId="2696"/>
        <pc:sldMkLst>
          <pc:docMk/>
          <pc:sldMk cId="1309696625" sldId="515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3235649211" sldId="516"/>
        </pc:sldMkLst>
      </pc:sldChg>
      <pc:sldChg chg="addSp del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700179688" sldId="517"/>
        </pc:sldMkLst>
      </pc:sldChg>
      <pc:sldChg chg="add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3635550392" sldId="518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980334745" sldId="519"/>
        </pc:sldMkLst>
      </pc:sldChg>
      <pc:sldChg chg="delSp add del mod modShow">
        <pc:chgData name="Bryan Sun" userId="851caa7714272873" providerId="LiveId" clId="{1DF0C224-3A3E-55A6-A8D1-F8F2208D385B}" dt="2026-06-26T09:20:54.098" v="27513" actId="2696"/>
        <pc:sldMkLst>
          <pc:docMk/>
          <pc:sldMk cId="2426287543" sldId="520"/>
        </pc:sldMkLst>
      </pc:sldChg>
      <pc:sldChg chg="delSp add del mod modShow">
        <pc:chgData name="Bryan Sun" userId="851caa7714272873" providerId="LiveId" clId="{1DF0C224-3A3E-55A6-A8D1-F8F2208D385B}" dt="2026-06-26T09:20:54.098" v="27513" actId="2696"/>
        <pc:sldMkLst>
          <pc:docMk/>
          <pc:sldMk cId="4288842212" sldId="521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17879596" sldId="522"/>
        </pc:sldMkLst>
      </pc:sldChg>
      <pc:sldChg chg="add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4273783564" sldId="523"/>
        </pc:sldMkLst>
      </pc:sldChg>
      <pc:sldChg chg="add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4123034759" sldId="524"/>
        </pc:sldMkLst>
      </pc:sldChg>
      <pc:sldChg chg="addSp delSp modSp add del mod modAnim">
        <pc:chgData name="Bryan Sun" userId="851caa7714272873" providerId="LiveId" clId="{1DF0C224-3A3E-55A6-A8D1-F8F2208D385B}" dt="2026-06-26T09:20:54.098" v="27513" actId="2696"/>
        <pc:sldMkLst>
          <pc:docMk/>
          <pc:sldMk cId="3735837920" sldId="525"/>
        </pc:sldMkLst>
      </pc:sldChg>
      <pc:sldChg chg="del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1757939431" sldId="526"/>
        </pc:sldMkLst>
      </pc:sldChg>
      <pc:sldChg chg="del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3385461170" sldId="527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3151966361" sldId="528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2856043401" sldId="529"/>
        </pc:sldMkLst>
      </pc:sldChg>
      <pc:sldChg chg="addSp modSp add del mod">
        <pc:chgData name="Bryan Sun" userId="851caa7714272873" providerId="LiveId" clId="{1DF0C224-3A3E-55A6-A8D1-F8F2208D385B}" dt="2026-06-26T09:20:54.098" v="27513" actId="2696"/>
        <pc:sldMkLst>
          <pc:docMk/>
          <pc:sldMk cId="2059821716" sldId="530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770847298" sldId="531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2287508631" sldId="532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81770017" sldId="533"/>
        </pc:sldMkLst>
      </pc:sldChg>
      <pc:sldChg chg="addSp delSp modSp add del mod delAnim">
        <pc:chgData name="Bryan Sun" userId="851caa7714272873" providerId="LiveId" clId="{1DF0C224-3A3E-55A6-A8D1-F8F2208D385B}" dt="2026-06-27T09:26:10.993" v="27542" actId="2696"/>
        <pc:sldMkLst>
          <pc:docMk/>
          <pc:sldMk cId="1519535376" sldId="534"/>
        </pc:sldMkLst>
        <pc:spChg chg="add mod">
          <ac:chgData name="Bryan Sun" userId="851caa7714272873" providerId="LiveId" clId="{1DF0C224-3A3E-55A6-A8D1-F8F2208D385B}" dt="2026-05-30T10:09:07.618" v="19785" actId="14100"/>
          <ac:spMkLst>
            <pc:docMk/>
            <pc:sldMk cId="1519535376" sldId="534"/>
            <ac:spMk id="3" creationId="{66A77D1D-01D5-EDDA-0794-BDED0FA312E4}"/>
          </ac:spMkLst>
        </pc:spChg>
        <pc:spChg chg="mod">
          <ac:chgData name="Bryan Sun" userId="851caa7714272873" providerId="LiveId" clId="{1DF0C224-3A3E-55A6-A8D1-F8F2208D385B}" dt="2026-05-28T12:38:14.443" v="19362" actId="20577"/>
          <ac:spMkLst>
            <pc:docMk/>
            <pc:sldMk cId="1519535376" sldId="534"/>
            <ac:spMk id="21" creationId="{BC84D54A-69CF-2392-DABA-8342A634D30F}"/>
          </ac:spMkLst>
        </pc:spChg>
        <pc:spChg chg="mod">
          <ac:chgData name="Bryan Sun" userId="851caa7714272873" providerId="LiveId" clId="{1DF0C224-3A3E-55A6-A8D1-F8F2208D385B}" dt="2026-05-28T12:42:30.149" v="19403" actId="14100"/>
          <ac:spMkLst>
            <pc:docMk/>
            <pc:sldMk cId="1519535376" sldId="534"/>
            <ac:spMk id="22" creationId="{2B439A30-D254-B0A3-2DC8-F438172BDD71}"/>
          </ac:spMkLst>
        </pc:spChg>
        <pc:picChg chg="mod">
          <ac:chgData name="Bryan Sun" userId="851caa7714272873" providerId="LiveId" clId="{1DF0C224-3A3E-55A6-A8D1-F8F2208D385B}" dt="2026-05-28T12:41:59.357" v="19398" actId="1076"/>
          <ac:picMkLst>
            <pc:docMk/>
            <pc:sldMk cId="1519535376" sldId="534"/>
            <ac:picMk id="2" creationId="{B93AB24A-151E-FB6C-453C-CB8777B1D96B}"/>
          </ac:picMkLst>
        </pc:picChg>
      </pc:sldChg>
      <pc:sldChg chg="modSp add del mod">
        <pc:chgData name="Bryan Sun" userId="851caa7714272873" providerId="LiveId" clId="{1DF0C224-3A3E-55A6-A8D1-F8F2208D385B}" dt="2026-06-27T09:26:10.993" v="27542" actId="2696"/>
        <pc:sldMkLst>
          <pc:docMk/>
          <pc:sldMk cId="1434710641" sldId="535"/>
        </pc:sldMkLst>
        <pc:spChg chg="mod">
          <ac:chgData name="Bryan Sun" userId="851caa7714272873" providerId="LiveId" clId="{1DF0C224-3A3E-55A6-A8D1-F8F2208D385B}" dt="2026-05-30T09:43:00.773" v="19768" actId="20577"/>
          <ac:spMkLst>
            <pc:docMk/>
            <pc:sldMk cId="1434710641" sldId="535"/>
            <ac:spMk id="2" creationId="{56194DB8-5389-A8DE-4BDD-608220BCC373}"/>
          </ac:spMkLst>
        </pc:spChg>
        <pc:spChg chg="mod">
          <ac:chgData name="Bryan Sun" userId="851caa7714272873" providerId="LiveId" clId="{1DF0C224-3A3E-55A6-A8D1-F8F2208D385B}" dt="2026-05-28T12:54:45.051" v="19486" actId="255"/>
          <ac:spMkLst>
            <pc:docMk/>
            <pc:sldMk cId="1434710641" sldId="535"/>
            <ac:spMk id="3" creationId="{7458F520-F224-89B1-C5E6-2F0E8E0814CB}"/>
          </ac:spMkLst>
        </pc:spChg>
      </pc:sldChg>
      <pc:sldChg chg="addSp delSp modSp add del mod modShow">
        <pc:chgData name="Bryan Sun" userId="851caa7714272873" providerId="LiveId" clId="{1DF0C224-3A3E-55A6-A8D1-F8F2208D385B}" dt="2026-06-27T09:26:10.993" v="27542" actId="2696"/>
        <pc:sldMkLst>
          <pc:docMk/>
          <pc:sldMk cId="974621652" sldId="536"/>
        </pc:sldMkLst>
        <pc:spChg chg="mod">
          <ac:chgData name="Bryan Sun" userId="851caa7714272873" providerId="LiveId" clId="{1DF0C224-3A3E-55A6-A8D1-F8F2208D385B}" dt="2026-05-30T09:43:21.110" v="19772" actId="20577"/>
          <ac:spMkLst>
            <pc:docMk/>
            <pc:sldMk cId="974621652" sldId="536"/>
            <ac:spMk id="2" creationId="{567E493D-F108-8B32-6A86-81BDEA18BFA9}"/>
          </ac:spMkLst>
        </pc:spChg>
        <pc:spChg chg="mod">
          <ac:chgData name="Bryan Sun" userId="851caa7714272873" providerId="LiveId" clId="{1DF0C224-3A3E-55A6-A8D1-F8F2208D385B}" dt="2026-05-28T12:54:10.183" v="19482" actId="21"/>
          <ac:spMkLst>
            <pc:docMk/>
            <pc:sldMk cId="974621652" sldId="536"/>
            <ac:spMk id="3" creationId="{66CD5373-CBA4-B2B5-7E5C-A6B08447521B}"/>
          </ac:spMkLst>
        </pc:spChg>
        <pc:spChg chg="add mod">
          <ac:chgData name="Bryan Sun" userId="851caa7714272873" providerId="LiveId" clId="{1DF0C224-3A3E-55A6-A8D1-F8F2208D385B}" dt="2026-05-28T13:28:29.239" v="19722" actId="20577"/>
          <ac:spMkLst>
            <pc:docMk/>
            <pc:sldMk cId="974621652" sldId="536"/>
            <ac:spMk id="5" creationId="{F6A52471-DDC0-DEEA-1081-93260611E388}"/>
          </ac:spMkLst>
        </pc:spChg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772776945" sldId="537"/>
        </pc:sldMkLst>
      </pc:sldChg>
      <pc:sldChg chg="addSp modSp add del mod">
        <pc:chgData name="Bryan Sun" userId="851caa7714272873" providerId="LiveId" clId="{1DF0C224-3A3E-55A6-A8D1-F8F2208D385B}" dt="2026-06-26T09:20:54.098" v="27513" actId="2696"/>
        <pc:sldMkLst>
          <pc:docMk/>
          <pc:sldMk cId="2118260328" sldId="538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5706640" sldId="539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4113739604" sldId="540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148012186" sldId="541"/>
        </pc:sldMkLst>
      </pc:sldChg>
      <pc:sldChg chg="del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314411494" sldId="542"/>
        </pc:sldMkLst>
      </pc:sldChg>
      <pc:sldChg chg="delSp modSp add del mod">
        <pc:chgData name="Bryan Sun" userId="851caa7714272873" providerId="LiveId" clId="{1DF0C224-3A3E-55A6-A8D1-F8F2208D385B}" dt="2026-06-27T09:26:10.993" v="27542" actId="2696"/>
        <pc:sldMkLst>
          <pc:docMk/>
          <pc:sldMk cId="4152814957" sldId="543"/>
        </pc:sldMkLst>
        <pc:spChg chg="mod">
          <ac:chgData name="Bryan Sun" userId="851caa7714272873" providerId="LiveId" clId="{1DF0C224-3A3E-55A6-A8D1-F8F2208D385B}" dt="2026-05-30T09:43:15.243" v="19770" actId="20577"/>
          <ac:spMkLst>
            <pc:docMk/>
            <pc:sldMk cId="4152814957" sldId="543"/>
            <ac:spMk id="21" creationId="{9518B2E8-A65B-F4A5-DE51-DBFF25708FF4}"/>
          </ac:spMkLst>
        </pc:spChg>
        <pc:spChg chg="mod">
          <ac:chgData name="Bryan Sun" userId="851caa7714272873" providerId="LiveId" clId="{1DF0C224-3A3E-55A6-A8D1-F8F2208D385B}" dt="2026-05-28T13:31:10.351" v="19740" actId="20577"/>
          <ac:spMkLst>
            <pc:docMk/>
            <pc:sldMk cId="4152814957" sldId="543"/>
            <ac:spMk id="22" creationId="{A0A4777B-6017-E08B-EE35-3E7FB9C22C06}"/>
          </ac:spMkLst>
        </pc:spChg>
        <pc:picChg chg="mod">
          <ac:chgData name="Bryan Sun" userId="851caa7714272873" providerId="LiveId" clId="{1DF0C224-3A3E-55A6-A8D1-F8F2208D385B}" dt="2026-05-28T13:31:15.857" v="19741" actId="1076"/>
          <ac:picMkLst>
            <pc:docMk/>
            <pc:sldMk cId="4152814957" sldId="543"/>
            <ac:picMk id="4" creationId="{F388C58B-AC82-6CD8-15A9-E1481F5FD574}"/>
          </ac:picMkLst>
        </pc:picChg>
      </pc:sldChg>
      <pc:sldChg chg="modSp add del mod modShow">
        <pc:chgData name="Bryan Sun" userId="851caa7714272873" providerId="LiveId" clId="{1DF0C224-3A3E-55A6-A8D1-F8F2208D385B}" dt="2026-06-27T09:26:10.993" v="27542" actId="2696"/>
        <pc:sldMkLst>
          <pc:docMk/>
          <pc:sldMk cId="204551068" sldId="544"/>
        </pc:sldMkLst>
        <pc:spChg chg="mod">
          <ac:chgData name="Bryan Sun" userId="851caa7714272873" providerId="LiveId" clId="{1DF0C224-3A3E-55A6-A8D1-F8F2208D385B}" dt="2026-06-06T04:49:18.386" v="21246" actId="6549"/>
          <ac:spMkLst>
            <pc:docMk/>
            <pc:sldMk cId="204551068" sldId="544"/>
            <ac:spMk id="2" creationId="{F1CDFDC9-CCD3-DC7C-E149-91F36034AC7B}"/>
          </ac:spMkLst>
        </pc:spChg>
        <pc:spChg chg="mod">
          <ac:chgData name="Bryan Sun" userId="851caa7714272873" providerId="LiveId" clId="{1DF0C224-3A3E-55A6-A8D1-F8F2208D385B}" dt="2026-06-06T04:54:21.047" v="21754" actId="20577"/>
          <ac:spMkLst>
            <pc:docMk/>
            <pc:sldMk cId="204551068" sldId="544"/>
            <ac:spMk id="3" creationId="{186FF994-AE8E-607C-93A4-5DD7D730EE1C}"/>
          </ac:spMkLst>
        </pc:spChg>
      </pc:sldChg>
      <pc:sldChg chg="modSp add del mod modShow">
        <pc:chgData name="Bryan Sun" userId="851caa7714272873" providerId="LiveId" clId="{1DF0C224-3A3E-55A6-A8D1-F8F2208D385B}" dt="2026-06-27T09:26:10.993" v="27542" actId="2696"/>
        <pc:sldMkLst>
          <pc:docMk/>
          <pc:sldMk cId="2763861686" sldId="545"/>
        </pc:sldMkLst>
        <pc:spChg chg="mod">
          <ac:chgData name="Bryan Sun" userId="851caa7714272873" providerId="LiveId" clId="{1DF0C224-3A3E-55A6-A8D1-F8F2208D385B}" dt="2026-06-10T09:57:28.348" v="23799" actId="6549"/>
          <ac:spMkLst>
            <pc:docMk/>
            <pc:sldMk cId="2763861686" sldId="545"/>
            <ac:spMk id="2" creationId="{5F794203-AC4F-28EC-901B-85E1C45D9860}"/>
          </ac:spMkLst>
        </pc:spChg>
        <pc:spChg chg="mod">
          <ac:chgData name="Bryan Sun" userId="851caa7714272873" providerId="LiveId" clId="{1DF0C224-3A3E-55A6-A8D1-F8F2208D385B}" dt="2026-06-06T04:59:31.172" v="22288" actId="20577"/>
          <ac:spMkLst>
            <pc:docMk/>
            <pc:sldMk cId="2763861686" sldId="545"/>
            <ac:spMk id="5" creationId="{FE73A0CD-21B4-DC2C-86F2-D9D671B1BF61}"/>
          </ac:spMkLst>
        </pc:spChg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3589142525" sldId="546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3618712929" sldId="547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2373088328" sldId="548"/>
        </pc:sldMkLst>
      </pc:sldChg>
      <pc:sldChg chg="addSp delSp modSp add del mod modAnim">
        <pc:chgData name="Bryan Sun" userId="851caa7714272873" providerId="LiveId" clId="{1DF0C224-3A3E-55A6-A8D1-F8F2208D385B}" dt="2026-06-26T09:20:54.098" v="27513" actId="2696"/>
        <pc:sldMkLst>
          <pc:docMk/>
          <pc:sldMk cId="144847241" sldId="549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3399141043" sldId="550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568790152" sldId="551"/>
        </pc:sldMkLst>
      </pc:sldChg>
      <pc:sldChg chg="addSp delSp modSp add del mod delAnim modAnim">
        <pc:chgData name="Bryan Sun" userId="851caa7714272873" providerId="LiveId" clId="{1DF0C224-3A3E-55A6-A8D1-F8F2208D385B}" dt="2026-06-26T09:20:54.098" v="27513" actId="2696"/>
        <pc:sldMkLst>
          <pc:docMk/>
          <pc:sldMk cId="1946878772" sldId="552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303829222" sldId="553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206449680" sldId="554"/>
        </pc:sldMkLst>
      </pc:sldChg>
      <pc:sldChg chg="addSp delSp modSp add del mod delAnim modAnim">
        <pc:chgData name="Bryan Sun" userId="851caa7714272873" providerId="LiveId" clId="{1DF0C224-3A3E-55A6-A8D1-F8F2208D385B}" dt="2026-06-26T09:20:54.098" v="27513" actId="2696"/>
        <pc:sldMkLst>
          <pc:docMk/>
          <pc:sldMk cId="935146351" sldId="555"/>
        </pc:sldMkLst>
      </pc:sldChg>
      <pc:sldChg chg="modSp add del mod modAnim">
        <pc:chgData name="Bryan Sun" userId="851caa7714272873" providerId="LiveId" clId="{1DF0C224-3A3E-55A6-A8D1-F8F2208D385B}" dt="2026-06-26T09:20:54.098" v="27513" actId="2696"/>
        <pc:sldMkLst>
          <pc:docMk/>
          <pc:sldMk cId="569742132" sldId="556"/>
        </pc:sldMkLst>
      </pc:sldChg>
      <pc:sldChg chg="add del mod modShow">
        <pc:chgData name="Bryan Sun" userId="851caa7714272873" providerId="LiveId" clId="{1DF0C224-3A3E-55A6-A8D1-F8F2208D385B}" dt="2026-06-26T09:20:54.098" v="27513" actId="2696"/>
        <pc:sldMkLst>
          <pc:docMk/>
          <pc:sldMk cId="4057490866" sldId="557"/>
        </pc:sldMkLst>
      </pc:sldChg>
      <pc:sldChg chg="addSp delSp modSp add del mod modAnim">
        <pc:chgData name="Bryan Sun" userId="851caa7714272873" providerId="LiveId" clId="{1DF0C224-3A3E-55A6-A8D1-F8F2208D385B}" dt="2026-06-26T09:20:54.098" v="27513" actId="2696"/>
        <pc:sldMkLst>
          <pc:docMk/>
          <pc:sldMk cId="606784223" sldId="558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1403013506" sldId="559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3036777808" sldId="560"/>
        </pc:sldMkLst>
      </pc:sldChg>
      <pc:sldChg chg="addSp delSp modSp add del mod">
        <pc:chgData name="Bryan Sun" userId="851caa7714272873" providerId="LiveId" clId="{1DF0C224-3A3E-55A6-A8D1-F8F2208D385B}" dt="2026-06-27T09:26:10.993" v="27542" actId="2696"/>
        <pc:sldMkLst>
          <pc:docMk/>
          <pc:sldMk cId="3531415881" sldId="561"/>
        </pc:sldMkLst>
        <pc:spChg chg="mod">
          <ac:chgData name="Bryan Sun" userId="851caa7714272873" providerId="LiveId" clId="{1DF0C224-3A3E-55A6-A8D1-F8F2208D385B}" dt="2026-06-10T09:57:20.075" v="23795" actId="6549"/>
          <ac:spMkLst>
            <pc:docMk/>
            <pc:sldMk cId="3531415881" sldId="561"/>
            <ac:spMk id="21" creationId="{243BD88E-F5A7-6C6F-4177-8AE8D80021F3}"/>
          </ac:spMkLst>
        </pc:spChg>
        <pc:spChg chg="mod">
          <ac:chgData name="Bryan Sun" userId="851caa7714272873" providerId="LiveId" clId="{1DF0C224-3A3E-55A6-A8D1-F8F2208D385B}" dt="2026-06-10T09:58:06.340" v="23828" actId="6549"/>
          <ac:spMkLst>
            <pc:docMk/>
            <pc:sldMk cId="3531415881" sldId="561"/>
            <ac:spMk id="22" creationId="{6D474171-0947-588E-1167-2384D036FE8A}"/>
          </ac:spMkLst>
        </pc:spChg>
        <pc:picChg chg="add mod">
          <ac:chgData name="Bryan Sun" userId="851caa7714272873" providerId="LiveId" clId="{1DF0C224-3A3E-55A6-A8D1-F8F2208D385B}" dt="2026-06-10T09:58:24.534" v="23832" actId="1076"/>
          <ac:picMkLst>
            <pc:docMk/>
            <pc:sldMk cId="3531415881" sldId="561"/>
            <ac:picMk id="2" creationId="{2E5E5952-DA06-DBE5-369E-C1F9A1A92373}"/>
          </ac:picMkLst>
        </pc:picChg>
        <pc:picChg chg="add mod">
          <ac:chgData name="Bryan Sun" userId="851caa7714272873" providerId="LiveId" clId="{1DF0C224-3A3E-55A6-A8D1-F8F2208D385B}" dt="2026-06-10T09:58:53.794" v="23841" actId="1076"/>
          <ac:picMkLst>
            <pc:docMk/>
            <pc:sldMk cId="3531415881" sldId="561"/>
            <ac:picMk id="3" creationId="{F7F9A96A-ABD2-C072-2C50-1490828C1C23}"/>
          </ac:picMkLst>
        </pc:picChg>
      </pc:sldChg>
      <pc:sldChg chg="addSp delSp modSp add del mod modShow">
        <pc:chgData name="Bryan Sun" userId="851caa7714272873" providerId="LiveId" clId="{1DF0C224-3A3E-55A6-A8D1-F8F2208D385B}" dt="2026-06-27T09:26:10.993" v="27542" actId="2696"/>
        <pc:sldMkLst>
          <pc:docMk/>
          <pc:sldMk cId="132068026" sldId="562"/>
        </pc:sldMkLst>
        <pc:spChg chg="mod">
          <ac:chgData name="Bryan Sun" userId="851caa7714272873" providerId="LiveId" clId="{1DF0C224-3A3E-55A6-A8D1-F8F2208D385B}" dt="2026-06-10T10:33:10.871" v="24127" actId="20577"/>
          <ac:spMkLst>
            <pc:docMk/>
            <pc:sldMk cId="132068026" sldId="562"/>
            <ac:spMk id="2" creationId="{B0CCA143-CF75-42B1-909C-977251B392C9}"/>
          </ac:spMkLst>
        </pc:spChg>
        <pc:spChg chg="mod">
          <ac:chgData name="Bryan Sun" userId="851caa7714272873" providerId="LiveId" clId="{1DF0C224-3A3E-55A6-A8D1-F8F2208D385B}" dt="2026-06-10T10:40:28.639" v="24412" actId="20577"/>
          <ac:spMkLst>
            <pc:docMk/>
            <pc:sldMk cId="132068026" sldId="562"/>
            <ac:spMk id="3" creationId="{5D124B04-D8B0-2FC8-53AB-C2E936D008A8}"/>
          </ac:spMkLst>
        </pc:spChg>
        <pc:picChg chg="add mod modCrop">
          <ac:chgData name="Bryan Sun" userId="851caa7714272873" providerId="LiveId" clId="{1DF0C224-3A3E-55A6-A8D1-F8F2208D385B}" dt="2026-06-10T10:40:45.213" v="24436" actId="1035"/>
          <ac:picMkLst>
            <pc:docMk/>
            <pc:sldMk cId="132068026" sldId="562"/>
            <ac:picMk id="12" creationId="{AEFE3C97-4EE6-D6DE-4B28-B6BA4F0E1567}"/>
          </ac:picMkLst>
        </pc:picChg>
        <pc:picChg chg="add mod">
          <ac:chgData name="Bryan Sun" userId="851caa7714272873" providerId="LiveId" clId="{1DF0C224-3A3E-55A6-A8D1-F8F2208D385B}" dt="2026-06-10T10:40:45.213" v="24436" actId="1035"/>
          <ac:picMkLst>
            <pc:docMk/>
            <pc:sldMk cId="132068026" sldId="562"/>
            <ac:picMk id="13" creationId="{F8F9972E-DFBC-1EC3-BBF7-A806C9652FBF}"/>
          </ac:picMkLst>
        </pc:picChg>
      </pc:sldChg>
      <pc:sldChg chg="addSp modSp add del mod modShow">
        <pc:chgData name="Bryan Sun" userId="851caa7714272873" providerId="LiveId" clId="{1DF0C224-3A3E-55A6-A8D1-F8F2208D385B}" dt="2026-06-27T09:26:10.993" v="27542" actId="2696"/>
        <pc:sldMkLst>
          <pc:docMk/>
          <pc:sldMk cId="292882442" sldId="563"/>
        </pc:sldMkLst>
        <pc:spChg chg="mod">
          <ac:chgData name="Bryan Sun" userId="851caa7714272873" providerId="LiveId" clId="{1DF0C224-3A3E-55A6-A8D1-F8F2208D385B}" dt="2026-06-18T13:10:47.283" v="26575" actId="6549"/>
          <ac:spMkLst>
            <pc:docMk/>
            <pc:sldMk cId="292882442" sldId="563"/>
            <ac:spMk id="2" creationId="{5B08BF06-8B64-4913-26AB-139C9123BCF9}"/>
          </ac:spMkLst>
        </pc:spChg>
        <pc:spChg chg="mod">
          <ac:chgData name="Bryan Sun" userId="851caa7714272873" providerId="LiveId" clId="{1DF0C224-3A3E-55A6-A8D1-F8F2208D385B}" dt="2026-06-18T13:16:08.903" v="27127" actId="14100"/>
          <ac:spMkLst>
            <pc:docMk/>
            <pc:sldMk cId="292882442" sldId="563"/>
            <ac:spMk id="5" creationId="{FF65D9CF-39AF-17F7-783B-0A9945481D78}"/>
          </ac:spMkLst>
        </pc:spChg>
        <pc:spChg chg="add mod">
          <ac:chgData name="Bryan Sun" userId="851caa7714272873" providerId="LiveId" clId="{1DF0C224-3A3E-55A6-A8D1-F8F2208D385B}" dt="2026-06-18T13:18:41.818" v="27278" actId="20577"/>
          <ac:spMkLst>
            <pc:docMk/>
            <pc:sldMk cId="292882442" sldId="563"/>
            <ac:spMk id="6" creationId="{FB815736-C0F3-D9CF-7C2A-03C0B21D0619}"/>
          </ac:spMkLst>
        </pc:spChg>
        <pc:picChg chg="add mod">
          <ac:chgData name="Bryan Sun" userId="851caa7714272873" providerId="LiveId" clId="{1DF0C224-3A3E-55A6-A8D1-F8F2208D385B}" dt="2026-06-18T13:15:45.041" v="27122" actId="1076"/>
          <ac:picMkLst>
            <pc:docMk/>
            <pc:sldMk cId="292882442" sldId="563"/>
            <ac:picMk id="4" creationId="{CEF20E61-0E89-3552-3E95-CC6EAF7A05B9}"/>
          </ac:picMkLst>
        </pc:picChg>
      </pc:sldChg>
      <pc:sldChg chg="delSp modSp add del mod modAnim">
        <pc:chgData name="Bryan Sun" userId="851caa7714272873" providerId="LiveId" clId="{1DF0C224-3A3E-55A6-A8D1-F8F2208D385B}" dt="2026-06-26T09:20:54.098" v="27513" actId="2696"/>
        <pc:sldMkLst>
          <pc:docMk/>
          <pc:sldMk cId="1828160505" sldId="564"/>
        </pc:sldMkLst>
      </pc:sldChg>
      <pc:sldChg chg="modSp add del mod">
        <pc:chgData name="Bryan Sun" userId="851caa7714272873" providerId="LiveId" clId="{1DF0C224-3A3E-55A6-A8D1-F8F2208D385B}" dt="2026-06-26T09:20:54.098" v="27513" actId="2696"/>
        <pc:sldMkLst>
          <pc:docMk/>
          <pc:sldMk cId="3717389552" sldId="565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591592392" sldId="566"/>
        </pc:sldMkLst>
      </pc:sldChg>
      <pc:sldChg chg="addSp delSp modSp add del mod delAnim">
        <pc:chgData name="Bryan Sun" userId="851caa7714272873" providerId="LiveId" clId="{1DF0C224-3A3E-55A6-A8D1-F8F2208D385B}" dt="2026-06-26T09:20:54.098" v="27513" actId="2696"/>
        <pc:sldMkLst>
          <pc:docMk/>
          <pc:sldMk cId="220354337" sldId="567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2459016946" sldId="568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270504289" sldId="569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3717088201" sldId="570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263440711" sldId="571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670136979" sldId="572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213774192" sldId="573"/>
        </pc:sldMkLst>
      </pc:sldChg>
      <pc:sldChg chg="delSp modSp add del mod">
        <pc:chgData name="Bryan Sun" userId="851caa7714272873" providerId="LiveId" clId="{1DF0C224-3A3E-55A6-A8D1-F8F2208D385B}" dt="2026-06-26T09:20:54.098" v="27513" actId="2696"/>
        <pc:sldMkLst>
          <pc:docMk/>
          <pc:sldMk cId="3798807797" sldId="574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1378812623" sldId="575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4128133203" sldId="576"/>
        </pc:sldMkLst>
      </pc:sldChg>
      <pc:sldChg chg="delSp modSp add del mod">
        <pc:chgData name="Bryan Sun" userId="851caa7714272873" providerId="LiveId" clId="{1DF0C224-3A3E-55A6-A8D1-F8F2208D385B}" dt="2026-06-26T09:20:54.098" v="27513" actId="2696"/>
        <pc:sldMkLst>
          <pc:docMk/>
          <pc:sldMk cId="422601445" sldId="577"/>
        </pc:sldMkLst>
      </pc:sldChg>
      <pc:sldChg chg="delSp add del mod modShow">
        <pc:chgData name="Bryan Sun" userId="851caa7714272873" providerId="LiveId" clId="{1DF0C224-3A3E-55A6-A8D1-F8F2208D385B}" dt="2026-06-26T09:20:54.098" v="27513" actId="2696"/>
        <pc:sldMkLst>
          <pc:docMk/>
          <pc:sldMk cId="1218432203" sldId="578"/>
        </pc:sldMkLst>
      </pc:sldChg>
      <pc:sldChg chg="add del">
        <pc:chgData name="Bryan Sun" userId="851caa7714272873" providerId="LiveId" clId="{1DF0C224-3A3E-55A6-A8D1-F8F2208D385B}" dt="2026-06-26T09:20:54.098" v="27513" actId="2696"/>
        <pc:sldMkLst>
          <pc:docMk/>
          <pc:sldMk cId="3917164325" sldId="579"/>
        </pc:sldMkLst>
      </pc:sldChg>
      <pc:sldChg chg="add del">
        <pc:chgData name="Bryan Sun" userId="851caa7714272873" providerId="LiveId" clId="{1DF0C224-3A3E-55A6-A8D1-F8F2208D385B}" dt="2026-06-26T09:20:54.098" v="27513" actId="2696"/>
        <pc:sldMkLst>
          <pc:docMk/>
          <pc:sldMk cId="2211271560" sldId="580"/>
        </pc:sldMkLst>
      </pc:sldChg>
      <pc:sldChg chg="add del">
        <pc:chgData name="Bryan Sun" userId="851caa7714272873" providerId="LiveId" clId="{1DF0C224-3A3E-55A6-A8D1-F8F2208D385B}" dt="2026-06-26T09:20:54.098" v="27513" actId="2696"/>
        <pc:sldMkLst>
          <pc:docMk/>
          <pc:sldMk cId="3879197948" sldId="581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3295606143" sldId="582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2153546974" sldId="583"/>
        </pc:sldMkLst>
      </pc:sldChg>
      <pc:sldChg chg="addSp modSp add del mod modShow">
        <pc:chgData name="Bryan Sun" userId="851caa7714272873" providerId="LiveId" clId="{1DF0C224-3A3E-55A6-A8D1-F8F2208D385B}" dt="2026-06-26T09:20:54.098" v="27513" actId="2696"/>
        <pc:sldMkLst>
          <pc:docMk/>
          <pc:sldMk cId="2377258906" sldId="584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38663877" sldId="585"/>
        </pc:sldMkLst>
      </pc:sldChg>
      <pc:sldChg chg="addSp delSp modSp add del mod">
        <pc:chgData name="Bryan Sun" userId="851caa7714272873" providerId="LiveId" clId="{1DF0C224-3A3E-55A6-A8D1-F8F2208D385B}" dt="2026-06-26T09:20:54.098" v="27513" actId="2696"/>
        <pc:sldMkLst>
          <pc:docMk/>
          <pc:sldMk cId="3159224131" sldId="586"/>
        </pc:sldMkLst>
      </pc:sldChg>
      <pc:sldChg chg="delSp modSp add del mod">
        <pc:chgData name="Bryan Sun" userId="851caa7714272873" providerId="LiveId" clId="{1DF0C224-3A3E-55A6-A8D1-F8F2208D385B}" dt="2026-06-26T12:40:01.040" v="27536" actId="2696"/>
        <pc:sldMkLst>
          <pc:docMk/>
          <pc:sldMk cId="2643351338" sldId="588"/>
        </pc:sldMkLst>
      </pc:sldChg>
      <pc:sldChg chg="addSp delSp modSp add del mod">
        <pc:chgData name="Bryan Sun" userId="851caa7714272873" providerId="LiveId" clId="{1DF0C224-3A3E-55A6-A8D1-F8F2208D385B}" dt="2026-06-26T12:40:01.040" v="27536" actId="2696"/>
        <pc:sldMkLst>
          <pc:docMk/>
          <pc:sldMk cId="2815017685" sldId="589"/>
        </pc:sldMkLst>
      </pc:sldChg>
      <pc:sldChg chg="addSp delSp modSp add del mod">
        <pc:chgData name="Bryan Sun" userId="851caa7714272873" providerId="LiveId" clId="{1DF0C224-3A3E-55A6-A8D1-F8F2208D385B}" dt="2026-06-26T12:40:01.040" v="27536" actId="2696"/>
        <pc:sldMkLst>
          <pc:docMk/>
          <pc:sldMk cId="3333499089" sldId="590"/>
        </pc:sldMkLst>
      </pc:sldChg>
      <pc:sldChg chg="modSp add del mod">
        <pc:chgData name="Bryan Sun" userId="851caa7714272873" providerId="LiveId" clId="{1DF0C224-3A3E-55A6-A8D1-F8F2208D385B}" dt="2026-06-26T12:40:01.040" v="27536" actId="2696"/>
        <pc:sldMkLst>
          <pc:docMk/>
          <pc:sldMk cId="1833720931" sldId="591"/>
        </pc:sldMkLst>
      </pc:sldChg>
      <pc:sldChg chg="addSp delSp modSp add del mod">
        <pc:chgData name="Bryan Sun" userId="851caa7714272873" providerId="LiveId" clId="{1DF0C224-3A3E-55A6-A8D1-F8F2208D385B}" dt="2026-06-26T12:40:01.040" v="27536" actId="2696"/>
        <pc:sldMkLst>
          <pc:docMk/>
          <pc:sldMk cId="1558971435" sldId="592"/>
        </pc:sldMkLst>
      </pc:sldChg>
      <pc:sldChg chg="add del mod modShow">
        <pc:chgData name="Bryan Sun" userId="851caa7714272873" providerId="LiveId" clId="{1DF0C224-3A3E-55A6-A8D1-F8F2208D385B}" dt="2026-06-26T12:40:01.040" v="27536" actId="2696"/>
        <pc:sldMkLst>
          <pc:docMk/>
          <pc:sldMk cId="2722447183" sldId="593"/>
        </pc:sldMkLst>
      </pc:sldChg>
      <pc:sldChg chg="modSp add del mod modShow">
        <pc:chgData name="Bryan Sun" userId="851caa7714272873" providerId="LiveId" clId="{1DF0C224-3A3E-55A6-A8D1-F8F2208D385B}" dt="2026-06-27T09:26:10.993" v="27542" actId="2696"/>
        <pc:sldMkLst>
          <pc:docMk/>
          <pc:sldMk cId="4067430158" sldId="594"/>
        </pc:sldMkLst>
        <pc:spChg chg="mod">
          <ac:chgData name="Bryan Sun" userId="851caa7714272873" providerId="LiveId" clId="{1DF0C224-3A3E-55A6-A8D1-F8F2208D385B}" dt="2026-06-26T09:23:28.198" v="27534" actId="20577"/>
          <ac:spMkLst>
            <pc:docMk/>
            <pc:sldMk cId="4067430158" sldId="594"/>
            <ac:spMk id="2" creationId="{C33A7371-D6EA-D6AC-03C7-DBD4520B57BC}"/>
          </ac:spMkLst>
        </pc:spChg>
        <pc:spChg chg="mod">
          <ac:chgData name="Bryan Sun" userId="851caa7714272873" providerId="LiveId" clId="{1DF0C224-3A3E-55A6-A8D1-F8F2208D385B}" dt="2026-06-26T09:23:20.146" v="27527" actId="6549"/>
          <ac:spMkLst>
            <pc:docMk/>
            <pc:sldMk cId="4067430158" sldId="594"/>
            <ac:spMk id="5" creationId="{FD74AC17-39FA-6181-9C81-4EF91A530918}"/>
          </ac:spMkLst>
        </pc:spChg>
      </pc:sldChg>
      <pc:sldChg chg="addSp delSp modSp add del mod">
        <pc:chgData name="Bryan Sun" userId="851caa7714272873" providerId="LiveId" clId="{1DF0C224-3A3E-55A6-A8D1-F8F2208D385B}" dt="2026-06-27T09:26:10.993" v="27542" actId="2696"/>
        <pc:sldMkLst>
          <pc:docMk/>
          <pc:sldMk cId="3094347218" sldId="595"/>
        </pc:sldMkLst>
        <pc:spChg chg="add mod">
          <ac:chgData name="Bryan Sun" userId="851caa7714272873" providerId="LiveId" clId="{1DF0C224-3A3E-55A6-A8D1-F8F2208D385B}" dt="2026-06-26T09:21:46.525" v="27518"/>
          <ac:spMkLst>
            <pc:docMk/>
            <pc:sldMk cId="3094347218" sldId="595"/>
            <ac:spMk id="4" creationId="{E22646C7-0127-1529-1260-6735C3BFE392}"/>
          </ac:spMkLst>
        </pc:spChg>
        <pc:spChg chg="mod">
          <ac:chgData name="Bryan Sun" userId="851caa7714272873" providerId="LiveId" clId="{1DF0C224-3A3E-55A6-A8D1-F8F2208D385B}" dt="2026-06-26T09:21:51.588" v="27520" actId="20577"/>
          <ac:spMkLst>
            <pc:docMk/>
            <pc:sldMk cId="3094347218" sldId="595"/>
            <ac:spMk id="21" creationId="{B377D061-0617-1D20-C3DC-16F166B62147}"/>
          </ac:spMkLst>
        </pc:spChg>
        <pc:spChg chg="del">
          <ac:chgData name="Bryan Sun" userId="851caa7714272873" providerId="LiveId" clId="{1DF0C224-3A3E-55A6-A8D1-F8F2208D385B}" dt="2026-06-26T09:21:33.452" v="27515" actId="478"/>
          <ac:spMkLst>
            <pc:docMk/>
            <pc:sldMk cId="3094347218" sldId="595"/>
            <ac:spMk id="22" creationId="{437697F1-802A-FEFD-B226-855FDA821A32}"/>
          </ac:spMkLst>
        </pc:spChg>
        <pc:picChg chg="del">
          <ac:chgData name="Bryan Sun" userId="851caa7714272873" providerId="LiveId" clId="{1DF0C224-3A3E-55A6-A8D1-F8F2208D385B}" dt="2026-06-26T09:21:33.452" v="27515" actId="478"/>
          <ac:picMkLst>
            <pc:docMk/>
            <pc:sldMk cId="3094347218" sldId="595"/>
            <ac:picMk id="2" creationId="{FF828176-D6C8-90CC-A81D-A723E70AB763}"/>
          </ac:picMkLst>
        </pc:picChg>
        <pc:picChg chg="del">
          <ac:chgData name="Bryan Sun" userId="851caa7714272873" providerId="LiveId" clId="{1DF0C224-3A3E-55A6-A8D1-F8F2208D385B}" dt="2026-06-26T09:21:33.452" v="27515" actId="478"/>
          <ac:picMkLst>
            <pc:docMk/>
            <pc:sldMk cId="3094347218" sldId="595"/>
            <ac:picMk id="3" creationId="{F034D78D-FABC-8E3B-7D63-4188182D8A1B}"/>
          </ac:picMkLst>
        </pc:picChg>
      </pc:sldChg>
      <pc:sldChg chg="addSp delSp modSp add del mod">
        <pc:chgData name="Bryan Sun" userId="851caa7714272873" providerId="LiveId" clId="{1DF0C224-3A3E-55A6-A8D1-F8F2208D385B}" dt="2026-06-27T09:26:10.993" v="27542" actId="2696"/>
        <pc:sldMkLst>
          <pc:docMk/>
          <pc:sldMk cId="1373390316" sldId="596"/>
        </pc:sldMkLst>
        <pc:spChg chg="mod">
          <ac:chgData name="Bryan Sun" userId="851caa7714272873" providerId="LiveId" clId="{1DF0C224-3A3E-55A6-A8D1-F8F2208D385B}" dt="2026-06-26T09:23:08.450" v="27526" actId="20577"/>
          <ac:spMkLst>
            <pc:docMk/>
            <pc:sldMk cId="1373390316" sldId="596"/>
            <ac:spMk id="2" creationId="{00395709-1CCE-7AE3-FEF5-96317FD7247D}"/>
          </ac:spMkLst>
        </pc:spChg>
        <pc:spChg chg="del">
          <ac:chgData name="Bryan Sun" userId="851caa7714272873" providerId="LiveId" clId="{1DF0C224-3A3E-55A6-A8D1-F8F2208D385B}" dt="2026-06-26T09:22:54.485" v="27522" actId="478"/>
          <ac:spMkLst>
            <pc:docMk/>
            <pc:sldMk cId="1373390316" sldId="596"/>
            <ac:spMk id="3" creationId="{5CEFA347-F3D2-73B9-494D-088798BA8BA0}"/>
          </ac:spMkLst>
        </pc:spChg>
        <pc:spChg chg="add mod">
          <ac:chgData name="Bryan Sun" userId="851caa7714272873" providerId="LiveId" clId="{1DF0C224-3A3E-55A6-A8D1-F8F2208D385B}" dt="2026-06-26T09:23:04.492" v="27524"/>
          <ac:spMkLst>
            <pc:docMk/>
            <pc:sldMk cId="1373390316" sldId="596"/>
            <ac:spMk id="4" creationId="{031AC649-A665-94A4-53F8-73883AF64E97}"/>
          </ac:spMkLst>
        </pc:spChg>
        <pc:picChg chg="del">
          <ac:chgData name="Bryan Sun" userId="851caa7714272873" providerId="LiveId" clId="{1DF0C224-3A3E-55A6-A8D1-F8F2208D385B}" dt="2026-06-26T09:22:58.090" v="27523" actId="478"/>
          <ac:picMkLst>
            <pc:docMk/>
            <pc:sldMk cId="1373390316" sldId="596"/>
            <ac:picMk id="12" creationId="{19B57555-9619-46F9-1316-04A1B5118F53}"/>
          </ac:picMkLst>
        </pc:picChg>
        <pc:picChg chg="del">
          <ac:chgData name="Bryan Sun" userId="851caa7714272873" providerId="LiveId" clId="{1DF0C224-3A3E-55A6-A8D1-F8F2208D385B}" dt="2026-06-26T09:22:58.090" v="27523" actId="478"/>
          <ac:picMkLst>
            <pc:docMk/>
            <pc:sldMk cId="1373390316" sldId="596"/>
            <ac:picMk id="13" creationId="{E0880B49-9A7F-3F30-CFC5-CC0222125F03}"/>
          </ac:picMkLst>
        </pc:picChg>
      </pc:sldChg>
      <pc:sldChg chg="modSp add mod">
        <pc:chgData name="Bryan Sun" userId="851caa7714272873" providerId="LiveId" clId="{1DF0C224-3A3E-55A6-A8D1-F8F2208D385B}" dt="2026-06-27T09:25:50.034" v="27539" actId="6549"/>
        <pc:sldMkLst>
          <pc:docMk/>
          <pc:sldMk cId="3523419303" sldId="597"/>
        </pc:sldMkLst>
        <pc:spChg chg="mod">
          <ac:chgData name="Bryan Sun" userId="851caa7714272873" providerId="LiveId" clId="{1DF0C224-3A3E-55A6-A8D1-F8F2208D385B}" dt="2026-06-27T09:25:50.034" v="27539" actId="6549"/>
          <ac:spMkLst>
            <pc:docMk/>
            <pc:sldMk cId="3523419303" sldId="597"/>
            <ac:spMk id="10" creationId="{6BF614CF-4093-2D09-90F0-F9314A074C58}"/>
          </ac:spMkLst>
        </pc:spChg>
      </pc:sldChg>
      <pc:sldChg chg="modSp add mod">
        <pc:chgData name="Bryan Sun" userId="851caa7714272873" providerId="LiveId" clId="{1DF0C224-3A3E-55A6-A8D1-F8F2208D385B}" dt="2026-06-27T09:25:58.282" v="27540" actId="20577"/>
        <pc:sldMkLst>
          <pc:docMk/>
          <pc:sldMk cId="2456280854" sldId="598"/>
        </pc:sldMkLst>
        <pc:spChg chg="mod">
          <ac:chgData name="Bryan Sun" userId="851caa7714272873" providerId="LiveId" clId="{1DF0C224-3A3E-55A6-A8D1-F8F2208D385B}" dt="2026-06-27T09:25:58.282" v="27540" actId="20577"/>
          <ac:spMkLst>
            <pc:docMk/>
            <pc:sldMk cId="2456280854" sldId="598"/>
            <ac:spMk id="2" creationId="{554F86D1-BB4B-8C5E-68BA-28E648137CE6}"/>
          </ac:spMkLst>
        </pc:spChg>
      </pc:sldChg>
      <pc:sldChg chg="modSp add mod">
        <pc:chgData name="Bryan Sun" userId="851caa7714272873" providerId="LiveId" clId="{1DF0C224-3A3E-55A6-A8D1-F8F2208D385B}" dt="2026-06-27T09:26:01.162" v="27541" actId="20577"/>
        <pc:sldMkLst>
          <pc:docMk/>
          <pc:sldMk cId="188806163" sldId="599"/>
        </pc:sldMkLst>
        <pc:spChg chg="mod">
          <ac:chgData name="Bryan Sun" userId="851caa7714272873" providerId="LiveId" clId="{1DF0C224-3A3E-55A6-A8D1-F8F2208D385B}" dt="2026-06-27T09:26:01.162" v="27541" actId="20577"/>
          <ac:spMkLst>
            <pc:docMk/>
            <pc:sldMk cId="188806163" sldId="599"/>
            <ac:spMk id="2" creationId="{DC60BE62-E0E0-370B-B7EC-A3F329751A53}"/>
          </ac:spMkLst>
        </pc:spChg>
      </pc:sldChg>
      <pc:sldChg chg="add">
        <pc:chgData name="Bryan Sun" userId="851caa7714272873" providerId="LiveId" clId="{1DF0C224-3A3E-55A6-A8D1-F8F2208D385B}" dt="2026-06-27T09:25:27.331" v="27537"/>
        <pc:sldMkLst>
          <pc:docMk/>
          <pc:sldMk cId="3538951640" sldId="604"/>
        </pc:sldMkLst>
      </pc:sldChg>
      <pc:sldChg chg="add">
        <pc:chgData name="Bryan Sun" userId="851caa7714272873" providerId="LiveId" clId="{1DF0C224-3A3E-55A6-A8D1-F8F2208D385B}" dt="2026-06-27T09:25:27.331" v="27537"/>
        <pc:sldMkLst>
          <pc:docMk/>
          <pc:sldMk cId="3936255343" sldId="605"/>
        </pc:sldMkLst>
      </pc:sldChg>
      <pc:sldChg chg="add">
        <pc:chgData name="Bryan Sun" userId="851caa7714272873" providerId="LiveId" clId="{1DF0C224-3A3E-55A6-A8D1-F8F2208D385B}" dt="2026-06-27T09:25:27.331" v="27537"/>
        <pc:sldMkLst>
          <pc:docMk/>
          <pc:sldMk cId="2970994161" sldId="606"/>
        </pc:sldMkLst>
      </pc:sldChg>
      <pc:sldChg chg="add">
        <pc:chgData name="Bryan Sun" userId="851caa7714272873" providerId="LiveId" clId="{1DF0C224-3A3E-55A6-A8D1-F8F2208D385B}" dt="2026-06-27T09:25:27.331" v="27537"/>
        <pc:sldMkLst>
          <pc:docMk/>
          <pc:sldMk cId="1599270342" sldId="607"/>
        </pc:sldMkLst>
      </pc:sldChg>
      <pc:sldChg chg="add">
        <pc:chgData name="Bryan Sun" userId="851caa7714272873" providerId="LiveId" clId="{1DF0C224-3A3E-55A6-A8D1-F8F2208D385B}" dt="2026-06-27T09:25:27.331" v="27537"/>
        <pc:sldMkLst>
          <pc:docMk/>
          <pc:sldMk cId="2128731806" sldId="608"/>
        </pc:sldMkLst>
      </pc:sldChg>
      <pc:sldChg chg="add">
        <pc:chgData name="Bryan Sun" userId="851caa7714272873" providerId="LiveId" clId="{1DF0C224-3A3E-55A6-A8D1-F8F2208D385B}" dt="2026-06-27T09:25:27.331" v="27537"/>
        <pc:sldMkLst>
          <pc:docMk/>
          <pc:sldMk cId="487840990" sldId="6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/>
              <a:t>Introduce</a:t>
            </a:r>
            <a:r>
              <a:rPr lang="zh-CN" altLang="en-US"/>
              <a:t> </a:t>
            </a:r>
            <a:r>
              <a:rPr lang="en-US" altLang="zh-CN"/>
              <a:t>myself</a:t>
            </a:r>
            <a:r>
              <a:rPr lang="zh-CN" altLang="en-US"/>
              <a:t> </a:t>
            </a:r>
            <a:r>
              <a:rPr lang="en-US" altLang="zh-CN"/>
              <a:t>(5)</a:t>
            </a:r>
          </a:p>
          <a:p>
            <a:pPr marL="228600" indent="-228600">
              <a:buAutoNum type="arabicPeriod"/>
            </a:pPr>
            <a:r>
              <a:rPr lang="en-US" altLang="zh-CN"/>
              <a:t>Introduce</a:t>
            </a:r>
            <a:r>
              <a:rPr lang="zh-CN" altLang="en-US"/>
              <a:t> </a:t>
            </a:r>
            <a:r>
              <a:rPr lang="en-US" altLang="zh-CN"/>
              <a:t>each</a:t>
            </a:r>
            <a:r>
              <a:rPr lang="zh-CN" altLang="en-US"/>
              <a:t> </a:t>
            </a:r>
            <a:r>
              <a:rPr lang="en-US" altLang="zh-CN"/>
              <a:t>student:</a:t>
            </a:r>
            <a:r>
              <a:rPr lang="zh-CN" altLang="en-US"/>
              <a:t> </a:t>
            </a:r>
            <a:r>
              <a:rPr lang="en-US" altLang="zh-CN"/>
              <a:t>(3</a:t>
            </a:r>
            <a:r>
              <a:rPr lang="zh-CN" altLang="en-US"/>
              <a:t> </a:t>
            </a:r>
            <a:r>
              <a:rPr lang="en-US" altLang="zh-CN"/>
              <a:t>each)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Age</a:t>
            </a:r>
            <a:r>
              <a:rPr lang="zh-CN" altLang="en-US"/>
              <a:t> </a:t>
            </a:r>
            <a:r>
              <a:rPr lang="en-US" altLang="zh-CN"/>
              <a:t>/</a:t>
            </a:r>
            <a:r>
              <a:rPr lang="zh-CN" altLang="en-US"/>
              <a:t> </a:t>
            </a:r>
            <a:r>
              <a:rPr lang="en-US" altLang="zh-CN"/>
              <a:t>year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learned</a:t>
            </a:r>
            <a:r>
              <a:rPr lang="zh-CN" altLang="en-US"/>
              <a:t> </a:t>
            </a:r>
            <a:r>
              <a:rPr lang="en-US" altLang="zh-CN"/>
              <a:t>before?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want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achieve?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other</a:t>
            </a:r>
            <a:r>
              <a:rPr lang="zh-CN" altLang="en-US"/>
              <a:t> </a:t>
            </a:r>
            <a:r>
              <a:rPr lang="en-US" altLang="zh-CN"/>
              <a:t>hobbies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have?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Write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name</a:t>
            </a:r>
            <a:r>
              <a:rPr lang="zh-CN" altLang="en-US"/>
              <a:t> </a:t>
            </a:r>
            <a:r>
              <a:rPr lang="en-US" altLang="zh-CN"/>
              <a:t>plate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69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AF50-8E48-9D35-B45E-4FBD8D80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B66DB7-9230-F87F-3E31-671E5ACD6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428573-B651-972E-4F76-6A5277DAE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C05A19-3CC8-BA3E-9C30-2C3976AE8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92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3F2F-57CA-050B-D248-64BDF9DE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AB07B9-DADE-D9B7-0334-CDB3B5D9C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DFFEF4-3E9D-58EF-2D62-E04EBE421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D3A93F-A3B1-2768-F095-7112AAA37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2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85BD-468D-5AD2-0D18-8094759D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A37FEB-4A72-6A00-7DFD-6F64DF0B5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5A83C6-FB71-ADCC-E4D2-FBDF41375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06456B-8512-8547-1E9C-FD9C1EDDC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03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53712" y="960121"/>
            <a:ext cx="3915918" cy="3056343"/>
          </a:xfrm>
        </p:spPr>
        <p:txBody>
          <a:bodyPr anchor="b">
            <a:normAutofit/>
          </a:bodyPr>
          <a:lstStyle>
            <a:lvl1pPr algn="l">
              <a:defRPr sz="3000" b="1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461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6223035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224" y="2072640"/>
            <a:ext cx="6243067" cy="3493008"/>
          </a:xfrm>
        </p:spPr>
        <p:txBody>
          <a:bodyPr>
            <a:normAutofit/>
          </a:bodyPr>
          <a:lstStyle>
            <a:lvl1pPr marL="171450" indent="-171450">
              <a:lnSpc>
                <a:spcPts val="18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1500"/>
            </a:lvl1pPr>
            <a:lvl2pPr marL="6000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2pPr>
            <a:lvl3pPr marL="9429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3pPr>
            <a:lvl4pPr marL="12858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4pPr>
            <a:lvl5pPr marL="16287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 </a:t>
            </a:r>
          </a:p>
          <a:p>
            <a:pPr lvl="4"/>
            <a:r>
              <a:rPr lang="en-US"/>
              <a:t>Fifth level 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7061597" y="264696"/>
            <a:ext cx="2082404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" y="420624"/>
            <a:ext cx="4398264" cy="3621024"/>
          </a:xfrm>
        </p:spPr>
        <p:txBody>
          <a:bodyPr anchor="b">
            <a:normAutofit/>
          </a:bodyPr>
          <a:lstStyle>
            <a:lvl1pPr>
              <a:defRPr sz="3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9477" y="-9144"/>
            <a:ext cx="3436144" cy="6602413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5715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0" y="176784"/>
            <a:ext cx="4398264" cy="3621024"/>
          </a:xfrm>
        </p:spPr>
        <p:txBody>
          <a:bodyPr anchor="b">
            <a:normAutofit/>
          </a:bodyPr>
          <a:lstStyle>
            <a:lvl1pPr>
              <a:defRPr sz="3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430" y="-15240"/>
            <a:ext cx="3436144" cy="6602413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4084321"/>
            <a:ext cx="4398169" cy="2362835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9000" y="6583680"/>
            <a:ext cx="5715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0" y="441961"/>
            <a:ext cx="4231423" cy="3316893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2270" y="4068392"/>
            <a:ext cx="4185440" cy="219759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buNone/>
              <a:defRPr sz="2100"/>
            </a:lvl1pPr>
            <a:lvl2pPr marL="342900" indent="0">
              <a:lnSpc>
                <a:spcPts val="1800"/>
              </a:lnSpc>
              <a:buNone/>
              <a:defRPr sz="1500"/>
            </a:lvl2pPr>
            <a:lvl3pPr marL="685800" indent="0">
              <a:lnSpc>
                <a:spcPts val="1800"/>
              </a:lnSpc>
              <a:buNone/>
              <a:defRPr sz="1500"/>
            </a:lvl3pPr>
            <a:lvl4pPr marL="1028700" indent="0">
              <a:lnSpc>
                <a:spcPts val="1800"/>
              </a:lnSpc>
              <a:buNone/>
              <a:defRPr sz="1500"/>
            </a:lvl4pPr>
            <a:lvl5pPr marL="1371600" indent="0">
              <a:lnSpc>
                <a:spcPts val="1800"/>
              </a:lnSpc>
              <a:buNone/>
              <a:defRPr sz="15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1" y="0"/>
            <a:ext cx="3495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7803881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0322" y="2073275"/>
            <a:ext cx="3665696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2pPr>
            <a:lvl3pPr marL="5143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3pPr>
            <a:lvl4pPr marL="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4pPr>
            <a:lvl5pPr marL="8572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5pPr>
            <a:lvl6pPr marL="1200150">
              <a:defRPr/>
            </a:lvl6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7983" y="2073275"/>
            <a:ext cx="3665696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2pPr>
            <a:lvl3pPr marL="5143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3pPr>
            <a:lvl4pPr marL="8572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4pPr>
            <a:lvl5pPr marL="12001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7803881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0323" y="2073275"/>
            <a:ext cx="2358628" cy="3687763"/>
          </a:xfrm>
        </p:spPr>
        <p:txBody>
          <a:bodyPr>
            <a:normAutofit/>
          </a:bodyPr>
          <a:lstStyle>
            <a:lvl1pPr marL="24003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arabicPeriod"/>
              <a:defRPr sz="1500"/>
            </a:lvl1pPr>
            <a:lvl2pPr marL="51435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alphaLcPeriod"/>
              <a:defRPr sz="1500"/>
            </a:lvl2pPr>
            <a:lvl3pPr marL="85725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arabicParenR"/>
              <a:defRPr sz="1500"/>
            </a:lvl3pPr>
            <a:lvl4pPr marL="120015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alphaLcParenR"/>
              <a:defRPr sz="1500"/>
            </a:lvl4pPr>
            <a:lvl5pPr marL="154305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romanLcPeriod"/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17570" y="2073275"/>
            <a:ext cx="4644629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2pPr>
            <a:lvl3pPr marL="5143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3pPr>
            <a:lvl4pPr marL="8572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4pPr>
            <a:lvl5pPr marL="12001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4"/>
            <a:ext cx="1636568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3732934" y="0"/>
            <a:ext cx="5411066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370" y="137160"/>
            <a:ext cx="4629150" cy="1249680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370" y="2087880"/>
            <a:ext cx="76581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3429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/>
            </a:lvl2pPr>
            <a:lvl3pPr marL="6858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200"/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050"/>
            </a:lvl4pPr>
            <a:lvl5pPr marL="13716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05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891540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4491" y="4094802"/>
            <a:ext cx="7520939" cy="246888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370" y="137160"/>
            <a:ext cx="4629150" cy="1249680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370" y="2026920"/>
            <a:ext cx="226314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3429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/>
            </a:lvl2pPr>
            <a:lvl3pPr marL="6858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200"/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050"/>
            </a:lvl4pPr>
            <a:lvl5pPr marL="13716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05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4473" y="2026603"/>
            <a:ext cx="5075158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/>
            </a:lvl1pPr>
            <a:lvl2pPr>
              <a:spcBef>
                <a:spcPts val="0"/>
              </a:spcBef>
              <a:spcAft>
                <a:spcPts val="450"/>
              </a:spcAft>
              <a:defRPr/>
            </a:lvl2pPr>
            <a:lvl3pPr>
              <a:spcBef>
                <a:spcPts val="0"/>
              </a:spcBef>
              <a:spcAft>
                <a:spcPts val="450"/>
              </a:spcAft>
              <a:defRPr/>
            </a:lvl3pPr>
            <a:lvl4pPr>
              <a:spcBef>
                <a:spcPts val="0"/>
              </a:spcBef>
              <a:spcAft>
                <a:spcPts val="450"/>
              </a:spcAft>
              <a:defRPr sz="1500"/>
            </a:lvl4pPr>
            <a:lvl5pPr>
              <a:spcBef>
                <a:spcPts val="0"/>
              </a:spcBef>
              <a:spcAft>
                <a:spcPts val="45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891540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6729413" y="5081287"/>
            <a:ext cx="2414588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7803881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3514" y="2058670"/>
            <a:ext cx="4644629" cy="3687763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500"/>
            </a:lvl1pPr>
            <a:lvl2pPr marL="5143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500"/>
            </a:lvl2pPr>
            <a:lvl3pPr marL="8572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500"/>
            </a:lvl3pPr>
            <a:lvl4pPr marL="12001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500"/>
            </a:lvl4pPr>
            <a:lvl5pPr marL="15430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1613" y="2058671"/>
            <a:ext cx="2252066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1pPr>
            <a:lvl2pPr marL="171450" indent="-17145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2pPr>
            <a:lvl3pPr marL="0" indent="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3pPr>
            <a:lvl4pPr marL="0" indent="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4pPr>
            <a:lvl5pPr marL="0" indent="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7803881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3514" y="2043430"/>
            <a:ext cx="7803881" cy="3925467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1500"/>
            </a:lvl1pPr>
            <a:lvl2pPr marL="514350" indent="-171450">
              <a:lnSpc>
                <a:spcPct val="100000"/>
              </a:lnSpc>
              <a:spcBef>
                <a:spcPts val="375"/>
              </a:spcBef>
              <a:spcAft>
                <a:spcPts val="450"/>
              </a:spcAft>
              <a:defRPr sz="1500"/>
            </a:lvl2pPr>
            <a:lvl3pPr marL="857250" indent="-171450">
              <a:lnSpc>
                <a:spcPct val="100000"/>
              </a:lnSpc>
              <a:spcBef>
                <a:spcPts val="375"/>
              </a:spcBef>
              <a:spcAft>
                <a:spcPts val="450"/>
              </a:spcAft>
              <a:defRPr sz="1500"/>
            </a:lvl3pPr>
            <a:lvl4pPr marL="1200150" indent="-171450">
              <a:lnSpc>
                <a:spcPct val="100000"/>
              </a:lnSpc>
              <a:spcBef>
                <a:spcPts val="375"/>
              </a:spcBef>
              <a:spcAft>
                <a:spcPts val="450"/>
              </a:spcAft>
              <a:defRPr sz="1500"/>
            </a:lvl4pPr>
            <a:lvl5pPr marL="1543050" indent="-171450">
              <a:lnSpc>
                <a:spcPct val="100000"/>
              </a:lnSpc>
              <a:spcBef>
                <a:spcPts val="375"/>
              </a:spcBef>
              <a:spcAft>
                <a:spcPts val="45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3358576" y="0"/>
            <a:ext cx="57854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514" y="505016"/>
            <a:ext cx="4331742" cy="3284932"/>
          </a:xfrm>
        </p:spPr>
        <p:txBody>
          <a:bodyPr anchor="b">
            <a:normAutofit/>
          </a:bodyPr>
          <a:lstStyle>
            <a:lvl1pPr>
              <a:defRPr sz="3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3515" y="4006024"/>
            <a:ext cx="4345686" cy="234696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500"/>
            </a:lvl1pPr>
            <a:lvl2pPr marL="6000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2pPr>
            <a:lvl3pPr marL="9429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3pPr>
            <a:lvl4pPr marL="12858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4pPr>
            <a:lvl5pPr marL="16287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 </a:t>
            </a:r>
          </a:p>
          <a:p>
            <a:pPr lvl="4"/>
            <a:r>
              <a:rPr lang="en-US"/>
              <a:t>Fifth level 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672585"/>
            <a:ext cx="7886700" cy="1299411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288" y="-50037"/>
            <a:ext cx="9139523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5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pos="1440" userDrawn="1">
          <p15:clr>
            <a:srgbClr val="F26B43"/>
          </p15:clr>
        </p15:guide>
        <p15:guide id="3" pos="4320" userDrawn="1">
          <p15:clr>
            <a:srgbClr val="F26B43"/>
          </p15:clr>
        </p15:guide>
        <p15:guide id="4" pos="5328" userDrawn="1">
          <p15:clr>
            <a:srgbClr val="C35EA4"/>
          </p15:clr>
        </p15:guide>
        <p15:guide id="5" pos="432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rtvisualizer.com/bubblesor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rtvisualizer.com/bubblesor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onway%27s_Game_of_Life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8417" y="1484243"/>
            <a:ext cx="4401213" cy="4311374"/>
          </a:xfrm>
        </p:spPr>
        <p:txBody>
          <a:bodyPr anchor="ctr">
            <a:normAutofit/>
          </a:bodyPr>
          <a:lstStyle/>
          <a:p>
            <a:pPr algn="r"/>
            <a:r>
              <a:rPr lang="en-US" sz="4800"/>
              <a:t>Python</a:t>
            </a:r>
            <a:br>
              <a:rPr lang="en-US" sz="4800"/>
            </a:br>
            <a:r>
              <a:rPr lang="en-US" altLang="zh-CN" sz="4800"/>
              <a:t>Problem</a:t>
            </a:r>
            <a:br>
              <a:rPr lang="en-AU" altLang="zh-CN" sz="4800"/>
            </a:br>
            <a:r>
              <a:rPr lang="en-US" altLang="zh-CN" sz="4800"/>
              <a:t>Solver</a:t>
            </a:r>
            <a:br>
              <a:rPr lang="en-AU" altLang="zh-CN" sz="4800"/>
            </a:b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60000"/>
            <a:ext cx="5400000" cy="720000"/>
          </a:xfrm>
        </p:spPr>
        <p:txBody>
          <a:bodyPr/>
          <a:lstStyle/>
          <a:p>
            <a:r>
              <a:rPr lang="en-US" altLang="zh-CN"/>
              <a:t>Get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know</a:t>
            </a:r>
            <a:r>
              <a:rPr lang="zh-CN" altLang="en-US"/>
              <a:t> </a:t>
            </a:r>
            <a:r>
              <a:rPr lang="en-US" altLang="zh-CN"/>
              <a:t>each</a:t>
            </a:r>
            <a:r>
              <a:rPr lang="zh-CN" altLang="en-US"/>
              <a:t> </a:t>
            </a:r>
            <a:r>
              <a:rPr lang="en-US" altLang="zh-CN"/>
              <a:t>other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999" y="1619999"/>
            <a:ext cx="7200000" cy="4341185"/>
          </a:xfrm>
        </p:spPr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I’m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Bryan</a:t>
            </a:r>
          </a:p>
          <a:p>
            <a:pPr marL="228600" indent="-228600">
              <a:buAutoNum type="arabicPeriod"/>
            </a:pP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Introduce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each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student: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endParaRPr lang="en-AU" altLang="zh-CN" sz="2000">
              <a:ea typeface="LingWai SC Medium" panose="03050602040302020204" pitchFamily="66" charset="-122"/>
              <a:cs typeface="LingWai SC Medium" panose="03050602040302020204" pitchFamily="66" charset="-122"/>
            </a:endParaRP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Age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/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year</a:t>
            </a: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What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have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learned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before?</a:t>
            </a: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What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do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you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want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to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achieve?</a:t>
            </a: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What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other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hobbies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do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you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have?</a:t>
            </a: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Write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a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name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plate</a:t>
            </a:r>
          </a:p>
          <a:p>
            <a:endParaRPr lang="en-US" sz="2000">
              <a:ea typeface="LingWai SC Medium" panose="03050602040302020204" pitchFamily="66" charset="-122"/>
              <a:cs typeface="LingWai SC Medium" panose="03050602040302020204" pitchFamily="66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6E572-37F3-6505-9595-979DDD02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09BBD7C-67DD-D248-4D73-FBC3BDBEE4E2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540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Course</a:t>
            </a:r>
            <a:r>
              <a:rPr lang="zh-CN" altLang="en-US"/>
              <a:t> </a:t>
            </a:r>
            <a:r>
              <a:rPr lang="en-ZA"/>
              <a:t>objectives</a:t>
            </a: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263483FF-D166-F175-50EA-7A0C9C73A8D5}"/>
              </a:ext>
            </a:extLst>
          </p:cNvPr>
          <p:cNvSpPr txBox="1"/>
          <p:nvPr/>
        </p:nvSpPr>
        <p:spPr>
          <a:xfrm>
            <a:off x="1438775" y="5797948"/>
            <a:ext cx="14889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>
                <a:solidFill>
                  <a:schemeClr val="bg1"/>
                </a:solidFill>
              </a:rPr>
              <a:t>John Von Neumann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8850535-C6AE-0AA7-EAFA-0558D841E75F}"/>
              </a:ext>
            </a:extLst>
          </p:cNvPr>
          <p:cNvSpPr txBox="1">
            <a:spLocks/>
          </p:cNvSpPr>
          <p:nvPr/>
        </p:nvSpPr>
        <p:spPr>
          <a:xfrm>
            <a:off x="360000" y="1620000"/>
            <a:ext cx="6859507" cy="443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Using Python to solve real life problems,</a:t>
            </a:r>
            <a:endParaRPr lang="en-AU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Building algorithmic thinking,</a:t>
            </a:r>
            <a:endParaRPr lang="en-AU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Data structures and algorithms,</a:t>
            </a:r>
            <a:endParaRPr lang="en-AU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Set foundation for high school Software Engineering, Enterprise Computing and related subjects,</a:t>
            </a:r>
            <a:endParaRPr lang="en-AU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Prepare for AIO and further competitions</a:t>
            </a:r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304525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CFE1-63E9-31C2-0144-4D088C19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FAE817-86CA-BDA2-3AB1-B5AF5C4A739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bubble sort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A4661-0C11-69C4-548F-F5ED10C98A30}"/>
              </a:ext>
            </a:extLst>
          </p:cNvPr>
          <p:cNvSpPr txBox="1"/>
          <p:nvPr/>
        </p:nvSpPr>
        <p:spPr>
          <a:xfrm>
            <a:off x="359998" y="1260000"/>
            <a:ext cx="7200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Almost all software systems will need to sort data in a particular order.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Problem: Sort 27.2 million data records, how long does it take?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C48FAD6-7D26-2D2E-4205-CF72EF78886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0000" y="2984991"/>
              <a:ext cx="6996891" cy="2348846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32297">
                      <a:extLst>
                        <a:ext uri="{9D8B030D-6E8A-4147-A177-3AD203B41FA5}">
                          <a16:colId xmlns:a16="http://schemas.microsoft.com/office/drawing/2014/main" val="796819700"/>
                        </a:ext>
                      </a:extLst>
                    </a:gridCol>
                    <a:gridCol w="2332297">
                      <a:extLst>
                        <a:ext uri="{9D8B030D-6E8A-4147-A177-3AD203B41FA5}">
                          <a16:colId xmlns:a16="http://schemas.microsoft.com/office/drawing/2014/main" val="608011384"/>
                        </a:ext>
                      </a:extLst>
                    </a:gridCol>
                    <a:gridCol w="2332297">
                      <a:extLst>
                        <a:ext uri="{9D8B030D-6E8A-4147-A177-3AD203B41FA5}">
                          <a16:colId xmlns:a16="http://schemas.microsoft.com/office/drawing/2014/main" val="1537365064"/>
                        </a:ext>
                      </a:extLst>
                    </a:gridCol>
                  </a:tblGrid>
                  <a:tr h="391444">
                    <a:tc>
                      <a:txBody>
                        <a:bodyPr/>
                        <a:lstStyle/>
                        <a:p>
                          <a:endParaRPr lang="en-AU" sz="16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Comparisons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Time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66576448"/>
                      </a:ext>
                    </a:extLst>
                  </a:tr>
                  <a:tr h="78297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AU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370 trillion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11.7</a:t>
                          </a:r>
                          <a:r>
                            <a:rPr lang="en-AU" sz="1600" dirty="0"/>
                            <a:t> years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74879788"/>
                      </a:ext>
                    </a:extLst>
                  </a:tr>
                  <a:tr h="78297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AU" sz="1600" b="0" i="1" smtClean="0">
                                            <a:latin typeface="Cambria Math" panose="02040503050406030204" pitchFamily="18" charset="0"/>
                                          </a:rPr>
                                          <m:t>1.8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AU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12 trillion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9.3 months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687902"/>
                      </a:ext>
                    </a:extLst>
                  </a:tr>
                  <a:tr h="391444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Quicksort (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AU" sz="16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oMath>
                          </a14:m>
                          <a:r>
                            <a:rPr lang="en-AU" sz="1600" dirty="0"/>
                            <a:t>)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466 million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7 mins 45 secs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9858452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C48FAD6-7D26-2D2E-4205-CF72EF7888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4332275"/>
                  </p:ext>
                </p:extLst>
              </p:nvPr>
            </p:nvGraphicFramePr>
            <p:xfrm>
              <a:off x="360000" y="2984991"/>
              <a:ext cx="6996891" cy="2348846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32297">
                      <a:extLst>
                        <a:ext uri="{9D8B030D-6E8A-4147-A177-3AD203B41FA5}">
                          <a16:colId xmlns:a16="http://schemas.microsoft.com/office/drawing/2014/main" val="796819700"/>
                        </a:ext>
                      </a:extLst>
                    </a:gridCol>
                    <a:gridCol w="2332297">
                      <a:extLst>
                        <a:ext uri="{9D8B030D-6E8A-4147-A177-3AD203B41FA5}">
                          <a16:colId xmlns:a16="http://schemas.microsoft.com/office/drawing/2014/main" val="608011384"/>
                        </a:ext>
                      </a:extLst>
                    </a:gridCol>
                    <a:gridCol w="2332297">
                      <a:extLst>
                        <a:ext uri="{9D8B030D-6E8A-4147-A177-3AD203B41FA5}">
                          <a16:colId xmlns:a16="http://schemas.microsoft.com/office/drawing/2014/main" val="1537365064"/>
                        </a:ext>
                      </a:extLst>
                    </a:gridCol>
                  </a:tblGrid>
                  <a:tr h="391444">
                    <a:tc>
                      <a:txBody>
                        <a:bodyPr/>
                        <a:lstStyle/>
                        <a:p>
                          <a:endParaRPr lang="en-AU" sz="16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Comparisons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Time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66576448"/>
                      </a:ext>
                    </a:extLst>
                  </a:tr>
                  <a:tr h="7829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t="-54839" r="-200000" b="-15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370 trillion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11.7</a:t>
                          </a:r>
                          <a:r>
                            <a:rPr lang="en-AU" sz="1600" dirty="0"/>
                            <a:t> years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74879788"/>
                      </a:ext>
                    </a:extLst>
                  </a:tr>
                  <a:tr h="7829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t="-157377" r="-200000" b="-57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12 trillion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9.3 months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687902"/>
                      </a:ext>
                    </a:extLst>
                  </a:tr>
                  <a:tr h="391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t="-506452" r="-200000" b="-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466 million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7 mins 45 secs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9858452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B24CCBF-AD5B-4E91-2219-164B7EC5C706}"/>
              </a:ext>
            </a:extLst>
          </p:cNvPr>
          <p:cNvSpPr/>
          <p:nvPr/>
        </p:nvSpPr>
        <p:spPr>
          <a:xfrm>
            <a:off x="360000" y="4902011"/>
            <a:ext cx="6996891" cy="557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4C1D0-ACCC-3DF4-6E8F-E5800FC260E9}"/>
              </a:ext>
            </a:extLst>
          </p:cNvPr>
          <p:cNvSpPr/>
          <p:nvPr/>
        </p:nvSpPr>
        <p:spPr>
          <a:xfrm>
            <a:off x="360000" y="4128391"/>
            <a:ext cx="6996891" cy="7736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</p:spTree>
    <p:extLst>
      <p:ext uri="{BB962C8B-B14F-4D97-AF65-F5344CB8AC3E}">
        <p14:creationId xmlns:p14="http://schemas.microsoft.com/office/powerpoint/2010/main" val="353895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C222-C4A1-A0F4-F6D7-44B471B2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FBF3-2A68-4069-AC9C-F3C8B4A8B4A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bubble sort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6C144-ECBD-E863-2181-1B03F4C70D80}"/>
              </a:ext>
            </a:extLst>
          </p:cNvPr>
          <p:cNvSpPr txBox="1"/>
          <p:nvPr/>
        </p:nvSpPr>
        <p:spPr>
          <a:xfrm>
            <a:off x="359998" y="1260000"/>
            <a:ext cx="7200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There are many different sorting algorithms, each with different space and time complexity, and different use cases.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simplest is the bubble sort.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b="1" dirty="0">
              <a:hlinkClick r:id="rId3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16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https://sortvisualizer.com/bubblesort/</a:t>
            </a:r>
            <a:endParaRPr lang="en-A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You keep scanning the entire list from left to right, each time swapping a pair of adjacent numbers if they are not in order.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Now you see why it’s called bubble sort?</a:t>
            </a:r>
          </a:p>
        </p:txBody>
      </p:sp>
    </p:spTree>
    <p:extLst>
      <p:ext uri="{BB962C8B-B14F-4D97-AF65-F5344CB8AC3E}">
        <p14:creationId xmlns:p14="http://schemas.microsoft.com/office/powerpoint/2010/main" val="393625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3D98-B438-9310-1441-8B240502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8E86-9E51-475A-61EE-D1207FBDCB2D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</a:t>
            </a:r>
            <a:r>
              <a:rPr lang="en-AU" dirty="0"/>
              <a:t>Bubble Sort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27B7F-0E28-6F7D-6F3B-D7EFAAC4BDFE}"/>
              </a:ext>
            </a:extLst>
          </p:cNvPr>
          <p:cNvSpPr txBox="1"/>
          <p:nvPr/>
        </p:nvSpPr>
        <p:spPr>
          <a:xfrm>
            <a:off x="359998" y="1260000"/>
            <a:ext cx="720000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Plan (sort in ascending order):</a:t>
            </a:r>
          </a:p>
          <a:p>
            <a:pPr marL="457200" indent="-457200" fontAlgn="base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AU" dirty="0"/>
              <a:t>Prepare the input list</a:t>
            </a:r>
          </a:p>
          <a:p>
            <a:pPr marL="342900" indent="-342900" fontAlgn="base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AU" dirty="0"/>
              <a:t>Loop </a:t>
            </a:r>
            <a:r>
              <a:rPr lang="en-AU" dirty="0" err="1"/>
              <a:t>i</a:t>
            </a:r>
            <a:r>
              <a:rPr lang="en-AU" dirty="0"/>
              <a:t> from 1</a:t>
            </a:r>
            <a:r>
              <a:rPr lang="en-AU" baseline="30000" dirty="0"/>
              <a:t>st</a:t>
            </a:r>
            <a:r>
              <a:rPr lang="en-AU" dirty="0"/>
              <a:t> to last: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Loop j from </a:t>
            </a:r>
            <a:r>
              <a:rPr lang="en-US" altLang="zh-CN" dirty="0"/>
              <a:t>last</a:t>
            </a:r>
            <a:r>
              <a:rPr lang="en-AU" dirty="0"/>
              <a:t> to </a:t>
            </a:r>
            <a:r>
              <a:rPr lang="en-US" altLang="zh-CN" dirty="0"/>
              <a:t>i+1</a:t>
            </a:r>
            <a:r>
              <a:rPr lang="en-AU" dirty="0"/>
              <a:t>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	if list[j] &lt; list[j-1]: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		swap list[j] with list[j-1]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AU" dirty="0"/>
              <a:t>Output list</a:t>
            </a:r>
          </a:p>
        </p:txBody>
      </p:sp>
    </p:spTree>
    <p:extLst>
      <p:ext uri="{BB962C8B-B14F-4D97-AF65-F5344CB8AC3E}">
        <p14:creationId xmlns:p14="http://schemas.microsoft.com/office/powerpoint/2010/main" val="297099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B7D9A-8C29-85A7-BAF7-5F413221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A22DC07-949B-13E5-AD72-66B1068D28F6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bubble sort</a:t>
            </a:r>
            <a:endParaRPr lang="en-AU" dirty="0"/>
          </a:p>
        </p:txBody>
      </p:sp>
      <p:pic>
        <p:nvPicPr>
          <p:cNvPr id="12" name="Picture 11" descr="Bubble Sort in Data Structure: Algorithm, Steps, and Examples">
            <a:extLst>
              <a:ext uri="{FF2B5EF4-FFF2-40B4-BE49-F238E27FC236}">
                <a16:creationId xmlns:a16="http://schemas.microsoft.com/office/drawing/2014/main" id="{375CD3BC-2752-34F6-0E2D-C7AEF621E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63"/>
          <a:stretch>
            <a:fillRect/>
          </a:stretch>
        </p:blipFill>
        <p:spPr>
          <a:xfrm>
            <a:off x="359999" y="1080001"/>
            <a:ext cx="7619667" cy="480084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14C707D-9EDC-7117-3198-155B64FE320D}"/>
              </a:ext>
            </a:extLst>
          </p:cNvPr>
          <p:cNvSpPr txBox="1">
            <a:spLocks/>
          </p:cNvSpPr>
          <p:nvPr/>
        </p:nvSpPr>
        <p:spPr>
          <a:xfrm rot="16200000">
            <a:off x="4634824" y="2745838"/>
            <a:ext cx="5550018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buNone/>
            </a:pPr>
            <a:r>
              <a:rPr lang="en-US" altLang="zh-CN" sz="4400" b="0" i="0" dirty="0">
                <a:effectLst/>
                <a:latin typeface="Inter"/>
              </a:rPr>
              <a:t>Code</a:t>
            </a:r>
            <a:r>
              <a:rPr lang="zh-CN" altLang="en-US" sz="4400" b="0" i="0" dirty="0">
                <a:effectLst/>
                <a:latin typeface="Inter"/>
              </a:rPr>
              <a:t> </a:t>
            </a:r>
            <a:r>
              <a:rPr lang="en-US" altLang="zh-CN" sz="4400" b="0" i="0" dirty="0">
                <a:effectLst/>
                <a:latin typeface="Inter"/>
              </a:rPr>
              <a:t>explained</a:t>
            </a:r>
          </a:p>
        </p:txBody>
      </p:sp>
    </p:spTree>
    <p:extLst>
      <p:ext uri="{BB962C8B-B14F-4D97-AF65-F5344CB8AC3E}">
        <p14:creationId xmlns:p14="http://schemas.microsoft.com/office/powerpoint/2010/main" val="1599270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FF219E-5C32-2E48-35B2-74541B87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481A-D2CF-1FBC-304F-48CFCC322951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23 </a:t>
            </a:r>
            <a:r>
              <a:rPr lang="en-AU" dirty="0"/>
              <a:t>The Vigenère Cipher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9E2F2-98C1-23BB-75A2-D79A864FA3D5}"/>
              </a:ext>
            </a:extLst>
          </p:cNvPr>
          <p:cNvSpPr txBox="1"/>
          <p:nvPr/>
        </p:nvSpPr>
        <p:spPr>
          <a:xfrm>
            <a:off x="359998" y="1260000"/>
            <a:ext cx="7200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There are many different sorting algorithms, each with different space and time complexity, and different use cases.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simplest is the bubble sort.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b="1" dirty="0">
              <a:hlinkClick r:id="rId3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16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https://sortvisualizer.com/bubblesort/</a:t>
            </a:r>
            <a:endParaRPr lang="en-A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You keep scanning the entire list from left to right, each time swapping a pair of adjacent numbers if they are not in order.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Now you see why it’s called bubble sort?</a:t>
            </a:r>
          </a:p>
        </p:txBody>
      </p:sp>
    </p:spTree>
    <p:extLst>
      <p:ext uri="{BB962C8B-B14F-4D97-AF65-F5344CB8AC3E}">
        <p14:creationId xmlns:p14="http://schemas.microsoft.com/office/powerpoint/2010/main" val="212873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9272CF-0146-B58E-B420-7B1DF47A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DD8F5-5BBF-619A-1951-B27B82ABCE7C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</a:t>
            </a:r>
            <a:r>
              <a:rPr lang="en-AU" dirty="0"/>
              <a:t>Bubble Sort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2C227-07DF-CCDF-45FE-20671B559007}"/>
              </a:ext>
            </a:extLst>
          </p:cNvPr>
          <p:cNvSpPr txBox="1"/>
          <p:nvPr/>
        </p:nvSpPr>
        <p:spPr>
          <a:xfrm>
            <a:off x="359998" y="1260000"/>
            <a:ext cx="720000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Plan (sort in ascending order):</a:t>
            </a:r>
          </a:p>
          <a:p>
            <a:pPr marL="457200" indent="-457200" fontAlgn="base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AU" dirty="0"/>
              <a:t>Prepare the input list</a:t>
            </a:r>
          </a:p>
          <a:p>
            <a:pPr marL="342900" indent="-342900" fontAlgn="base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AU" dirty="0"/>
              <a:t>Loop </a:t>
            </a:r>
            <a:r>
              <a:rPr lang="en-AU" dirty="0" err="1"/>
              <a:t>i</a:t>
            </a:r>
            <a:r>
              <a:rPr lang="en-AU" dirty="0"/>
              <a:t> from 1</a:t>
            </a:r>
            <a:r>
              <a:rPr lang="en-AU" baseline="30000" dirty="0"/>
              <a:t>st</a:t>
            </a:r>
            <a:r>
              <a:rPr lang="en-AU" dirty="0"/>
              <a:t> to last: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Loop j from i+1 to last: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	if list[j] &lt; list[j-1]: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		swap list[j] with list[j-1]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AU" dirty="0"/>
              <a:t>Output list</a:t>
            </a:r>
          </a:p>
        </p:txBody>
      </p:sp>
    </p:spTree>
    <p:extLst>
      <p:ext uri="{BB962C8B-B14F-4D97-AF65-F5344CB8AC3E}">
        <p14:creationId xmlns:p14="http://schemas.microsoft.com/office/powerpoint/2010/main" val="487840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1C38-28F2-BF17-F57D-326F5CEE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0BA418-E5DB-59E6-2B9E-2A4A427BED59}"/>
              </a:ext>
            </a:extLst>
          </p:cNvPr>
          <p:cNvSpPr txBox="1"/>
          <p:nvPr/>
        </p:nvSpPr>
        <p:spPr>
          <a:xfrm>
            <a:off x="359998" y="1260000"/>
            <a:ext cx="792000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https://en.wikipedia.org/wiki/Conway%27s_Game_of_Life</a:t>
            </a:r>
            <a:endParaRPr lang="en-A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It’s a zero-player game, meaning that its evolution is determined by its initial state, requiring no further input. You create an initial configuration and observe how it evolves.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universe of the Game of Life is an infinite two-dimensional orthogonal grid of square cells, each of which is in one of two possible states, alive or dead, or “populated” or “unpopulated”. Every cell interacts with its eight neighbours.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At each step in time, the following transitions occur: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Any live cell with fewer than two live neighbours </a:t>
            </a:r>
            <a:r>
              <a:rPr lang="en-AU" dirty="0">
                <a:solidFill>
                  <a:srgbClr val="FF0000"/>
                </a:solidFill>
              </a:rPr>
              <a:t>dies</a:t>
            </a:r>
            <a:r>
              <a:rPr lang="en-AU" dirty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Any live cell with two or three live neighbours </a:t>
            </a:r>
            <a:r>
              <a:rPr lang="en-AU" dirty="0">
                <a:solidFill>
                  <a:srgbClr val="FF0000"/>
                </a:solidFill>
              </a:rPr>
              <a:t>lives</a:t>
            </a:r>
            <a:r>
              <a:rPr lang="en-AU" dirty="0"/>
              <a:t> on to the next generation.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Any live cell with more than three live neighbours </a:t>
            </a:r>
            <a:r>
              <a:rPr lang="en-AU" dirty="0">
                <a:solidFill>
                  <a:srgbClr val="FF0000"/>
                </a:solidFill>
              </a:rPr>
              <a:t>dies</a:t>
            </a:r>
            <a:r>
              <a:rPr lang="en-AU" dirty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Any dead cell with exactly three live neighbours </a:t>
            </a:r>
            <a:r>
              <a:rPr lang="en-AU" dirty="0">
                <a:solidFill>
                  <a:srgbClr val="FF0000"/>
                </a:solidFill>
              </a:rPr>
              <a:t>becomes a live cell</a:t>
            </a:r>
            <a:r>
              <a:rPr lang="en-AU" dirty="0"/>
              <a:t>.</a:t>
            </a:r>
            <a:endParaRPr lang="en-AU" sz="2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BF614CF-4093-2D09-90F0-F9314A074C5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</p:spTree>
    <p:extLst>
      <p:ext uri="{BB962C8B-B14F-4D97-AF65-F5344CB8AC3E}">
        <p14:creationId xmlns:p14="http://schemas.microsoft.com/office/powerpoint/2010/main" val="352341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8E76-A358-34C1-67F6-A4579E82A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F86D1-BB4B-8C5E-68BA-28E648137CE6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6D7E1-5A8B-D86F-CF5B-6CE8BD4F48A8}"/>
              </a:ext>
            </a:extLst>
          </p:cNvPr>
          <p:cNvSpPr txBox="1"/>
          <p:nvPr/>
        </p:nvSpPr>
        <p:spPr>
          <a:xfrm>
            <a:off x="359998" y="1260000"/>
            <a:ext cx="7200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initial pattern constitutes the </a:t>
            </a:r>
            <a:r>
              <a:rPr lang="en-AU" sz="2000" b="1" i="1" dirty="0"/>
              <a:t>seed</a:t>
            </a:r>
            <a:r>
              <a:rPr lang="en-AU" sz="2000" dirty="0"/>
              <a:t> of the system. The first generation is created by applying the above rules simultaneously to every cell in the seed — births and deaths occur simultaneously.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rules continue to be applied repeatedly to create further generations.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There are different </a:t>
            </a:r>
            <a:r>
              <a:rPr lang="en-AU" sz="2000" b="1" i="1" dirty="0"/>
              <a:t>seeds</a:t>
            </a:r>
            <a:r>
              <a:rPr lang="en-AU" sz="2000" dirty="0"/>
              <a:t> we can try.  Or just random 15x15.</a:t>
            </a:r>
          </a:p>
        </p:txBody>
      </p:sp>
      <p:pic>
        <p:nvPicPr>
          <p:cNvPr id="3" name="Picture 2" descr="Glider">
            <a:extLst>
              <a:ext uri="{FF2B5EF4-FFF2-40B4-BE49-F238E27FC236}">
                <a16:creationId xmlns:a16="http://schemas.microsoft.com/office/drawing/2014/main" id="{AFD2BDD6-9FB3-AAF5-517F-3B745A92D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52" y="4223144"/>
            <a:ext cx="863599" cy="863599"/>
          </a:xfrm>
          <a:prstGeom prst="rect">
            <a:avLst/>
          </a:prstGeom>
        </p:spPr>
      </p:pic>
      <p:pic>
        <p:nvPicPr>
          <p:cNvPr id="6" name="Picture 5" descr="Toad">
            <a:extLst>
              <a:ext uri="{FF2B5EF4-FFF2-40B4-BE49-F238E27FC236}">
                <a16:creationId xmlns:a16="http://schemas.microsoft.com/office/drawing/2014/main" id="{947F7076-8ED7-3EE9-B1B0-2D4BCAC84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603" y="4223144"/>
            <a:ext cx="863599" cy="863599"/>
          </a:xfrm>
          <a:prstGeom prst="rect">
            <a:avLst/>
          </a:prstGeom>
        </p:spPr>
      </p:pic>
      <p:pic>
        <p:nvPicPr>
          <p:cNvPr id="8" name="Picture 7" descr="Beacon">
            <a:extLst>
              <a:ext uri="{FF2B5EF4-FFF2-40B4-BE49-F238E27FC236}">
                <a16:creationId xmlns:a16="http://schemas.microsoft.com/office/drawing/2014/main" id="{CEEA390E-DB65-98EC-98F2-A991BE98D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854" y="4219333"/>
            <a:ext cx="871220" cy="871220"/>
          </a:xfrm>
          <a:prstGeom prst="rect">
            <a:avLst/>
          </a:prstGeom>
        </p:spPr>
      </p:pic>
      <p:pic>
        <p:nvPicPr>
          <p:cNvPr id="9" name="Picture 8" descr="Pulsar">
            <a:extLst>
              <a:ext uri="{FF2B5EF4-FFF2-40B4-BE49-F238E27FC236}">
                <a16:creationId xmlns:a16="http://schemas.microsoft.com/office/drawing/2014/main" id="{FDA0206C-3483-949C-6B86-F07CF0868C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726" y="4219333"/>
            <a:ext cx="2418080" cy="2418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454953-2F9C-B826-A25A-989F43573B50}"/>
              </a:ext>
            </a:extLst>
          </p:cNvPr>
          <p:cNvSpPr txBox="1"/>
          <p:nvPr/>
        </p:nvSpPr>
        <p:spPr>
          <a:xfrm>
            <a:off x="436801" y="3888039"/>
            <a:ext cx="1028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dirty="0">
                <a:latin typeface="Consolas" panose="020B0609020204030204" pitchFamily="49" charset="0"/>
                <a:cs typeface="Consolas" panose="020B0609020204030204" pitchFamily="49" charset="0"/>
              </a:rPr>
              <a:t>The Glider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82687-5B5F-3B2D-379F-CD587F0181D9}"/>
              </a:ext>
            </a:extLst>
          </p:cNvPr>
          <p:cNvSpPr txBox="1"/>
          <p:nvPr/>
        </p:nvSpPr>
        <p:spPr>
          <a:xfrm>
            <a:off x="1679052" y="3888039"/>
            <a:ext cx="102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AU" dirty="0"/>
              <a:t>The Toad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5996C-C9EF-956C-FEB9-302392243508}"/>
              </a:ext>
            </a:extLst>
          </p:cNvPr>
          <p:cNvSpPr txBox="1"/>
          <p:nvPr/>
        </p:nvSpPr>
        <p:spPr>
          <a:xfrm>
            <a:off x="2921056" y="3886134"/>
            <a:ext cx="1028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AU" dirty="0"/>
              <a:t>The Beacon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5D2CC-AAED-6F73-6AF7-F081CE4440D7}"/>
              </a:ext>
            </a:extLst>
          </p:cNvPr>
          <p:cNvSpPr txBox="1"/>
          <p:nvPr/>
        </p:nvSpPr>
        <p:spPr>
          <a:xfrm>
            <a:off x="4948416" y="3891143"/>
            <a:ext cx="1028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AU" dirty="0"/>
              <a:t>The Pulsar</a:t>
            </a:r>
          </a:p>
        </p:txBody>
      </p:sp>
    </p:spTree>
    <p:extLst>
      <p:ext uri="{BB962C8B-B14F-4D97-AF65-F5344CB8AC3E}">
        <p14:creationId xmlns:p14="http://schemas.microsoft.com/office/powerpoint/2010/main" val="245628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D422A-9F08-CB91-1E36-6239F118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BE62-E0E0-370B-B7EC-A3F329751A53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38B09-6B7C-19C4-6D19-C0DBB7C2B71C}"/>
              </a:ext>
            </a:extLst>
          </p:cNvPr>
          <p:cNvSpPr txBox="1"/>
          <p:nvPr/>
        </p:nvSpPr>
        <p:spPr>
          <a:xfrm>
            <a:off x="359998" y="1260000"/>
            <a:ext cx="720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Plan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dirty="0"/>
              <a:t>Prepare the data structure for grid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80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8704-0B46-C9ED-0E8D-BE106146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Exercises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F58BCF-B258-20B6-A78B-5E9D26E7F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426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14" y="1236012"/>
            <a:ext cx="4331742" cy="2463699"/>
          </a:xfrm>
        </p:spPr>
        <p:txBody>
          <a:bodyPr/>
          <a:lstStyle/>
          <a:p>
            <a:r>
              <a:rPr lang="en-US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3515" y="3861768"/>
            <a:ext cx="4345686" cy="17602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Microsoft PowerPoint Presentation.pptx" id="{B4288717-D280-4BC3-A8A3-F28918E413C0}" vid="{EBB7C11A-D9CB-4DDA-B998-509072499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Course presentation template</Template>
  <TotalTime>161</TotalTime>
  <Words>697</Words>
  <Application>Microsoft Macintosh PowerPoint</Application>
  <PresentationFormat>On-screen Show (4:3)</PresentationFormat>
  <Paragraphs>97</Paragraphs>
  <Slides>14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Inter</vt:lpstr>
      <vt:lpstr>LingWai SC Medium</vt:lpstr>
      <vt:lpstr>Arial</vt:lpstr>
      <vt:lpstr>Avenir Next LT Pro Light</vt:lpstr>
      <vt:lpstr>Calibri</vt:lpstr>
      <vt:lpstr>Cambria Math</vt:lpstr>
      <vt:lpstr>Consolas</vt:lpstr>
      <vt:lpstr>Posterama</vt:lpstr>
      <vt:lpstr>Custom</vt:lpstr>
      <vt:lpstr>Python Problem Solver </vt:lpstr>
      <vt:lpstr>Get to know each other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Sun</dc:creator>
  <cp:lastModifiedBy>Bryan Sun</cp:lastModifiedBy>
  <cp:revision>1</cp:revision>
  <dcterms:created xsi:type="dcterms:W3CDTF">2025-10-07T06:51:56Z</dcterms:created>
  <dcterms:modified xsi:type="dcterms:W3CDTF">2026-06-27T09:26:15Z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