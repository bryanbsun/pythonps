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6"/>
  </p:notesMasterIdLst>
  <p:handoutMasterIdLst>
    <p:handoutMasterId r:id="rId77"/>
  </p:handoutMasterIdLst>
  <p:sldIdLst>
    <p:sldId id="335" r:id="rId5"/>
    <p:sldId id="339" r:id="rId6"/>
    <p:sldId id="403" r:id="rId7"/>
    <p:sldId id="610" r:id="rId8"/>
    <p:sldId id="611" r:id="rId9"/>
    <p:sldId id="612" r:id="rId10"/>
    <p:sldId id="613" r:id="rId11"/>
    <p:sldId id="614" r:id="rId12"/>
    <p:sldId id="615" r:id="rId13"/>
    <p:sldId id="604" r:id="rId14"/>
    <p:sldId id="605" r:id="rId15"/>
    <p:sldId id="606" r:id="rId16"/>
    <p:sldId id="607" r:id="rId17"/>
    <p:sldId id="608" r:id="rId18"/>
    <p:sldId id="609" r:id="rId19"/>
    <p:sldId id="597" r:id="rId20"/>
    <p:sldId id="598" r:id="rId21"/>
    <p:sldId id="619" r:id="rId22"/>
    <p:sldId id="616" r:id="rId23"/>
    <p:sldId id="617" r:id="rId24"/>
    <p:sldId id="618" r:id="rId25"/>
    <p:sldId id="620" r:id="rId26"/>
    <p:sldId id="621" r:id="rId27"/>
    <p:sldId id="622" r:id="rId28"/>
    <p:sldId id="626" r:id="rId29"/>
    <p:sldId id="627" r:id="rId30"/>
    <p:sldId id="628" r:id="rId31"/>
    <p:sldId id="629" r:id="rId32"/>
    <p:sldId id="630" r:id="rId33"/>
    <p:sldId id="631" r:id="rId34"/>
    <p:sldId id="623" r:id="rId35"/>
    <p:sldId id="624" r:id="rId36"/>
    <p:sldId id="625" r:id="rId37"/>
    <p:sldId id="635" r:id="rId38"/>
    <p:sldId id="636" r:id="rId39"/>
    <p:sldId id="637" r:id="rId40"/>
    <p:sldId id="638" r:id="rId41"/>
    <p:sldId id="639" r:id="rId42"/>
    <p:sldId id="640" r:id="rId43"/>
    <p:sldId id="641" r:id="rId44"/>
    <p:sldId id="642" r:id="rId45"/>
    <p:sldId id="643" r:id="rId46"/>
    <p:sldId id="644" r:id="rId47"/>
    <p:sldId id="645" r:id="rId48"/>
    <p:sldId id="646" r:id="rId49"/>
    <p:sldId id="650" r:id="rId50"/>
    <p:sldId id="651" r:id="rId51"/>
    <p:sldId id="652" r:id="rId52"/>
    <p:sldId id="653" r:id="rId53"/>
    <p:sldId id="654" r:id="rId54"/>
    <p:sldId id="655" r:id="rId55"/>
    <p:sldId id="656" r:id="rId56"/>
    <p:sldId id="657" r:id="rId57"/>
    <p:sldId id="658" r:id="rId58"/>
    <p:sldId id="659" r:id="rId59"/>
    <p:sldId id="660" r:id="rId60"/>
    <p:sldId id="661" r:id="rId61"/>
    <p:sldId id="472" r:id="rId62"/>
    <p:sldId id="465" r:id="rId63"/>
    <p:sldId id="466" r:id="rId64"/>
    <p:sldId id="467" r:id="rId65"/>
    <p:sldId id="632" r:id="rId66"/>
    <p:sldId id="633" r:id="rId67"/>
    <p:sldId id="634" r:id="rId68"/>
    <p:sldId id="647" r:id="rId69"/>
    <p:sldId id="648" r:id="rId70"/>
    <p:sldId id="649" r:id="rId71"/>
    <p:sldId id="662" r:id="rId72"/>
    <p:sldId id="663" r:id="rId73"/>
    <p:sldId id="664" r:id="rId74"/>
    <p:sldId id="347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878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F240B1-E1B2-6749-B4E3-BD93499453C4}" v="273" dt="2026-08-13T09:03:44.861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46"/>
    <p:restoredTop sz="94659"/>
  </p:normalViewPr>
  <p:slideViewPr>
    <p:cSldViewPr snapToGrid="0">
      <p:cViewPr varScale="1">
        <p:scale>
          <a:sx n="142" d="100"/>
          <a:sy n="142" d="100"/>
        </p:scale>
        <p:origin x="816" y="176"/>
      </p:cViewPr>
      <p:guideLst>
        <p:guide pos="4878"/>
        <p:guide orient="horz" pos="3696"/>
        <p:guide orient="horz" pos="19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microsoft.com/office/2015/10/relationships/revisionInfo" Target="revisionInfo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viewProps" Target="viewProps.xml"/><Relationship Id="rId85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A8111D1-4A65-4A29-9DEE-6B0D34390FD8}"/>
    <pc:docChg chg="undo custSel addSld modSld">
      <pc:chgData name="Bryan Sun" userId="851caa7714272873" providerId="LiveId" clId="{1A8111D1-4A65-4A29-9DEE-6B0D34390FD8}" dt="2026-08-12T07:28:26.499" v="909" actId="20577"/>
      <pc:docMkLst>
        <pc:docMk/>
      </pc:docMkLst>
      <pc:sldChg chg="addSp modSp add mod modAnim">
        <pc:chgData name="Bryan Sun" userId="851caa7714272873" providerId="LiveId" clId="{1A8111D1-4A65-4A29-9DEE-6B0D34390FD8}" dt="2026-08-12T07:01:21.374" v="304" actId="20577"/>
        <pc:sldMkLst>
          <pc:docMk/>
          <pc:sldMk cId="1929908044" sldId="653"/>
        </pc:sldMkLst>
        <pc:spChg chg="add mod">
          <ac:chgData name="Bryan Sun" userId="851caa7714272873" providerId="LiveId" clId="{1A8111D1-4A65-4A29-9DEE-6B0D34390FD8}" dt="2026-08-12T06:57:30.512" v="120" actId="1035"/>
          <ac:spMkLst>
            <pc:docMk/>
            <pc:sldMk cId="1929908044" sldId="653"/>
            <ac:spMk id="2" creationId="{7994CD0E-C120-54F3-98DE-EED1AD324F3B}"/>
          </ac:spMkLst>
        </pc:spChg>
        <pc:spChg chg="add mod">
          <ac:chgData name="Bryan Sun" userId="851caa7714272873" providerId="LiveId" clId="{1A8111D1-4A65-4A29-9DEE-6B0D34390FD8}" dt="2026-08-12T06:59:15.262" v="227" actId="1036"/>
          <ac:spMkLst>
            <pc:docMk/>
            <pc:sldMk cId="1929908044" sldId="653"/>
            <ac:spMk id="3" creationId="{6C100A6C-B934-BE9A-4BC6-ED614B72A2EF}"/>
          </ac:spMkLst>
        </pc:spChg>
        <pc:spChg chg="mod">
          <ac:chgData name="Bryan Sun" userId="851caa7714272873" providerId="LiveId" clId="{1A8111D1-4A65-4A29-9DEE-6B0D34390FD8}" dt="2026-08-12T07:01:21.374" v="304" actId="20577"/>
          <ac:spMkLst>
            <pc:docMk/>
            <pc:sldMk cId="1929908044" sldId="653"/>
            <ac:spMk id="4" creationId="{413940A1-1B42-2A10-98FF-9840AEB25442}"/>
          </ac:spMkLst>
        </pc:spChg>
        <pc:spChg chg="add mod">
          <ac:chgData name="Bryan Sun" userId="851caa7714272873" providerId="LiveId" clId="{1A8111D1-4A65-4A29-9DEE-6B0D34390FD8}" dt="2026-08-12T07:00:31.482" v="291" actId="1036"/>
          <ac:spMkLst>
            <pc:docMk/>
            <pc:sldMk cId="1929908044" sldId="653"/>
            <ac:spMk id="5" creationId="{AB1922FE-DBDB-FCAB-2400-FA7DA90F72CF}"/>
          </ac:spMkLst>
        </pc:spChg>
        <pc:spChg chg="mod">
          <ac:chgData name="Bryan Sun" userId="851caa7714272873" providerId="LiveId" clId="{1A8111D1-4A65-4A29-9DEE-6B0D34390FD8}" dt="2026-08-12T06:49:52.813" v="47" actId="20577"/>
          <ac:spMkLst>
            <pc:docMk/>
            <pc:sldMk cId="1929908044" sldId="653"/>
            <ac:spMk id="10" creationId="{53FB1C0E-0D04-2C80-6FD0-B2B6C93895DE}"/>
          </ac:spMkLst>
        </pc:spChg>
      </pc:sldChg>
      <pc:sldChg chg="addSp delSp modSp add mod delAnim modAnim">
        <pc:chgData name="Bryan Sun" userId="851caa7714272873" providerId="LiveId" clId="{1A8111D1-4A65-4A29-9DEE-6B0D34390FD8}" dt="2026-08-12T07:04:49.832" v="485" actId="478"/>
        <pc:sldMkLst>
          <pc:docMk/>
          <pc:sldMk cId="279319719" sldId="654"/>
        </pc:sldMkLst>
        <pc:spChg chg="mod">
          <ac:chgData name="Bryan Sun" userId="851caa7714272873" providerId="LiveId" clId="{1A8111D1-4A65-4A29-9DEE-6B0D34390FD8}" dt="2026-08-12T07:00:42.690" v="292"/>
          <ac:spMkLst>
            <pc:docMk/>
            <pc:sldMk cId="279319719" sldId="654"/>
            <ac:spMk id="2" creationId="{99415061-83D9-B534-E6CC-C868C718AE9B}"/>
          </ac:spMkLst>
        </pc:spChg>
        <pc:spChg chg="add mod">
          <ac:chgData name="Bryan Sun" userId="851caa7714272873" providerId="LiveId" clId="{1A8111D1-4A65-4A29-9DEE-6B0D34390FD8}" dt="2026-08-12T07:02:13.472" v="329" actId="1035"/>
          <ac:spMkLst>
            <pc:docMk/>
            <pc:sldMk cId="279319719" sldId="654"/>
            <ac:spMk id="3" creationId="{EB152D60-253A-F86A-F581-6FDA0DA642CE}"/>
          </ac:spMkLst>
        </pc:spChg>
        <pc:spChg chg="mod">
          <ac:chgData name="Bryan Sun" userId="851caa7714272873" providerId="LiveId" clId="{1A8111D1-4A65-4A29-9DEE-6B0D34390FD8}" dt="2026-08-12T07:04:47.646" v="484" actId="20577"/>
          <ac:spMkLst>
            <pc:docMk/>
            <pc:sldMk cId="279319719" sldId="654"/>
            <ac:spMk id="4" creationId="{67524FFF-2993-1F46-C6BF-CEA4AE41AB58}"/>
          </ac:spMkLst>
        </pc:spChg>
        <pc:spChg chg="add mod">
          <ac:chgData name="Bryan Sun" userId="851caa7714272873" providerId="LiveId" clId="{1A8111D1-4A65-4A29-9DEE-6B0D34390FD8}" dt="2026-08-12T07:03:10.032" v="438"/>
          <ac:spMkLst>
            <pc:docMk/>
            <pc:sldMk cId="279319719" sldId="654"/>
            <ac:spMk id="5" creationId="{F2EB31BD-E045-5BBA-D57E-5E50EFF58C29}"/>
          </ac:spMkLst>
        </pc:spChg>
        <pc:spChg chg="del">
          <ac:chgData name="Bryan Sun" userId="851caa7714272873" providerId="LiveId" clId="{1A8111D1-4A65-4A29-9DEE-6B0D34390FD8}" dt="2026-08-12T07:03:33.613" v="439" actId="478"/>
          <ac:spMkLst>
            <pc:docMk/>
            <pc:sldMk cId="279319719" sldId="654"/>
            <ac:spMk id="6" creationId="{683AD678-081A-11A6-083A-C67A06B93B95}"/>
          </ac:spMkLst>
        </pc:spChg>
        <pc:spChg chg="add del mod">
          <ac:chgData name="Bryan Sun" userId="851caa7714272873" providerId="LiveId" clId="{1A8111D1-4A65-4A29-9DEE-6B0D34390FD8}" dt="2026-08-12T07:04:49.832" v="485" actId="478"/>
          <ac:spMkLst>
            <pc:docMk/>
            <pc:sldMk cId="279319719" sldId="654"/>
            <ac:spMk id="7" creationId="{37CF178F-EC67-5A1A-ACAD-3D28352AFE08}"/>
          </ac:spMkLst>
        </pc:spChg>
      </pc:sldChg>
      <pc:sldChg chg="addSp delSp modSp add mod delAnim modAnim">
        <pc:chgData name="Bryan Sun" userId="851caa7714272873" providerId="LiveId" clId="{1A8111D1-4A65-4A29-9DEE-6B0D34390FD8}" dt="2026-08-12T07:05:48.680" v="573" actId="113"/>
        <pc:sldMkLst>
          <pc:docMk/>
          <pc:sldMk cId="3993121742" sldId="655"/>
        </pc:sldMkLst>
        <pc:spChg chg="del">
          <ac:chgData name="Bryan Sun" userId="851caa7714272873" providerId="LiveId" clId="{1A8111D1-4A65-4A29-9DEE-6B0D34390FD8}" dt="2026-08-12T07:04:41.470" v="482" actId="478"/>
          <ac:spMkLst>
            <pc:docMk/>
            <pc:sldMk cId="3993121742" sldId="655"/>
            <ac:spMk id="2" creationId="{4D425F22-3BA6-6D09-9531-FA92ABDC291A}"/>
          </ac:spMkLst>
        </pc:spChg>
        <pc:spChg chg="del">
          <ac:chgData name="Bryan Sun" userId="851caa7714272873" providerId="LiveId" clId="{1A8111D1-4A65-4A29-9DEE-6B0D34390FD8}" dt="2026-08-12T07:04:41.470" v="482" actId="478"/>
          <ac:spMkLst>
            <pc:docMk/>
            <pc:sldMk cId="3993121742" sldId="655"/>
            <ac:spMk id="3" creationId="{AFE517D0-E400-10CE-B5A4-8F5D39B7903E}"/>
          </ac:spMkLst>
        </pc:spChg>
        <pc:spChg chg="add mod">
          <ac:chgData name="Bryan Sun" userId="851caa7714272873" providerId="LiveId" clId="{1A8111D1-4A65-4A29-9DEE-6B0D34390FD8}" dt="2026-08-12T07:04:41.867" v="483"/>
          <ac:spMkLst>
            <pc:docMk/>
            <pc:sldMk cId="3993121742" sldId="655"/>
            <ac:spMk id="4" creationId="{7AA32CAC-1FEF-7749-0E33-09B5B11CDBF0}"/>
          </ac:spMkLst>
        </pc:spChg>
        <pc:spChg chg="add mod">
          <ac:chgData name="Bryan Sun" userId="851caa7714272873" providerId="LiveId" clId="{1A8111D1-4A65-4A29-9DEE-6B0D34390FD8}" dt="2026-08-12T07:05:48.680" v="573" actId="113"/>
          <ac:spMkLst>
            <pc:docMk/>
            <pc:sldMk cId="3993121742" sldId="655"/>
            <ac:spMk id="5" creationId="{E5419563-EB86-9DBD-D14B-BB8F227FD709}"/>
          </ac:spMkLst>
        </pc:spChg>
        <pc:spChg chg="add del mod">
          <ac:chgData name="Bryan Sun" userId="851caa7714272873" providerId="LiveId" clId="{1A8111D1-4A65-4A29-9DEE-6B0D34390FD8}" dt="2026-08-12T07:05:00.149" v="487" actId="478"/>
          <ac:spMkLst>
            <pc:docMk/>
            <pc:sldMk cId="3993121742" sldId="655"/>
            <ac:spMk id="6" creationId="{C40EAF32-AD37-4513-0E6C-93D1CD6A0127}"/>
          </ac:spMkLst>
        </pc:spChg>
        <pc:spChg chg="add del mod">
          <ac:chgData name="Bryan Sun" userId="851caa7714272873" providerId="LiveId" clId="{1A8111D1-4A65-4A29-9DEE-6B0D34390FD8}" dt="2026-08-12T07:05:01.420" v="488" actId="478"/>
          <ac:spMkLst>
            <pc:docMk/>
            <pc:sldMk cId="3993121742" sldId="655"/>
            <ac:spMk id="7" creationId="{FFBFA38C-648D-3E83-DE20-5BA6D6D0CB77}"/>
          </ac:spMkLst>
        </pc:spChg>
        <pc:spChg chg="add mod">
          <ac:chgData name="Bryan Sun" userId="851caa7714272873" providerId="LiveId" clId="{1A8111D1-4A65-4A29-9DEE-6B0D34390FD8}" dt="2026-08-12T07:05:07.129" v="538" actId="1035"/>
          <ac:spMkLst>
            <pc:docMk/>
            <pc:sldMk cId="3993121742" sldId="655"/>
            <ac:spMk id="8" creationId="{27504CF9-8DD4-4F67-5716-833E596CDCB8}"/>
          </ac:spMkLst>
        </pc:spChg>
        <pc:picChg chg="add mod">
          <ac:chgData name="Bryan Sun" userId="851caa7714272873" providerId="LiveId" clId="{1A8111D1-4A65-4A29-9DEE-6B0D34390FD8}" dt="2026-08-12T07:05:42.499" v="572" actId="14100"/>
          <ac:picMkLst>
            <pc:docMk/>
            <pc:sldMk cId="3993121742" sldId="655"/>
            <ac:picMk id="9" creationId="{F345AA44-97A8-6F8D-A091-E489282641C9}"/>
          </ac:picMkLst>
        </pc:picChg>
      </pc:sldChg>
      <pc:sldChg chg="modSp add mod modAnim">
        <pc:chgData name="Bryan Sun" userId="851caa7714272873" providerId="LiveId" clId="{1A8111D1-4A65-4A29-9DEE-6B0D34390FD8}" dt="2026-08-12T07:20:21.707" v="653" actId="1035"/>
        <pc:sldMkLst>
          <pc:docMk/>
          <pc:sldMk cId="1394213396" sldId="656"/>
        </pc:sldMkLst>
        <pc:spChg chg="mod">
          <ac:chgData name="Bryan Sun" userId="851caa7714272873" providerId="LiveId" clId="{1A8111D1-4A65-4A29-9DEE-6B0D34390FD8}" dt="2026-08-12T07:18:25.404" v="579"/>
          <ac:spMkLst>
            <pc:docMk/>
            <pc:sldMk cId="1394213396" sldId="656"/>
            <ac:spMk id="2" creationId="{BA7F8755-0956-3A51-A7A2-AB0D211EB662}"/>
          </ac:spMkLst>
        </pc:spChg>
        <pc:spChg chg="mod">
          <ac:chgData name="Bryan Sun" userId="851caa7714272873" providerId="LiveId" clId="{1A8111D1-4A65-4A29-9DEE-6B0D34390FD8}" dt="2026-08-12T07:18:53.758" v="599"/>
          <ac:spMkLst>
            <pc:docMk/>
            <pc:sldMk cId="1394213396" sldId="656"/>
            <ac:spMk id="3" creationId="{06832247-FE15-8224-F772-C9F8274660F4}"/>
          </ac:spMkLst>
        </pc:spChg>
        <pc:spChg chg="mod">
          <ac:chgData name="Bryan Sun" userId="851caa7714272873" providerId="LiveId" clId="{1A8111D1-4A65-4A29-9DEE-6B0D34390FD8}" dt="2026-08-12T07:20:14.862" v="643" actId="114"/>
          <ac:spMkLst>
            <pc:docMk/>
            <pc:sldMk cId="1394213396" sldId="656"/>
            <ac:spMk id="4" creationId="{5A4338AD-8265-0553-B9EF-C7FCEFE31567}"/>
          </ac:spMkLst>
        </pc:spChg>
        <pc:spChg chg="mod">
          <ac:chgData name="Bryan Sun" userId="851caa7714272873" providerId="LiveId" clId="{1A8111D1-4A65-4A29-9DEE-6B0D34390FD8}" dt="2026-08-12T07:20:21.707" v="653" actId="1035"/>
          <ac:spMkLst>
            <pc:docMk/>
            <pc:sldMk cId="1394213396" sldId="656"/>
            <ac:spMk id="5" creationId="{59E24A56-389A-20D7-6435-270C5F4342A7}"/>
          </ac:spMkLst>
        </pc:spChg>
      </pc:sldChg>
      <pc:sldChg chg="modSp add mod">
        <pc:chgData name="Bryan Sun" userId="851caa7714272873" providerId="LiveId" clId="{1A8111D1-4A65-4A29-9DEE-6B0D34390FD8}" dt="2026-08-12T07:24:51.305" v="740" actId="20577"/>
        <pc:sldMkLst>
          <pc:docMk/>
          <pc:sldMk cId="4179067915" sldId="657"/>
        </pc:sldMkLst>
        <pc:spChg chg="mod">
          <ac:chgData name="Bryan Sun" userId="851caa7714272873" providerId="LiveId" clId="{1A8111D1-4A65-4A29-9DEE-6B0D34390FD8}" dt="2026-08-12T07:20:45.836" v="657"/>
          <ac:spMkLst>
            <pc:docMk/>
            <pc:sldMk cId="4179067915" sldId="657"/>
            <ac:spMk id="3" creationId="{8C4CEBAE-F27D-425A-4737-DD45F1BCBEBE}"/>
          </ac:spMkLst>
        </pc:spChg>
        <pc:spChg chg="mod">
          <ac:chgData name="Bryan Sun" userId="851caa7714272873" providerId="LiveId" clId="{1A8111D1-4A65-4A29-9DEE-6B0D34390FD8}" dt="2026-08-12T07:24:51.305" v="740" actId="20577"/>
          <ac:spMkLst>
            <pc:docMk/>
            <pc:sldMk cId="4179067915" sldId="657"/>
            <ac:spMk id="4" creationId="{CB5FC174-E98F-27A7-F4BC-02B6C180C9A5}"/>
          </ac:spMkLst>
        </pc:spChg>
        <pc:spChg chg="mod">
          <ac:chgData name="Bryan Sun" userId="851caa7714272873" providerId="LiveId" clId="{1A8111D1-4A65-4A29-9DEE-6B0D34390FD8}" dt="2026-08-12T07:23:39.159" v="725" actId="1036"/>
          <ac:spMkLst>
            <pc:docMk/>
            <pc:sldMk cId="4179067915" sldId="657"/>
            <ac:spMk id="5" creationId="{BEC3B61E-6AF4-F5ED-2642-4A9F91938A4F}"/>
          </ac:spMkLst>
        </pc:spChg>
      </pc:sldChg>
      <pc:sldChg chg="addSp delSp modSp add mod modAnim">
        <pc:chgData name="Bryan Sun" userId="851caa7714272873" providerId="LiveId" clId="{1A8111D1-4A65-4A29-9DEE-6B0D34390FD8}" dt="2026-08-12T07:28:26.499" v="909" actId="20577"/>
        <pc:sldMkLst>
          <pc:docMk/>
          <pc:sldMk cId="4114496234" sldId="658"/>
        </pc:sldMkLst>
        <pc:spChg chg="add del">
          <ac:chgData name="Bryan Sun" userId="851caa7714272873" providerId="LiveId" clId="{1A8111D1-4A65-4A29-9DEE-6B0D34390FD8}" dt="2026-08-12T07:26:33.080" v="787" actId="22"/>
          <ac:spMkLst>
            <pc:docMk/>
            <pc:sldMk cId="4114496234" sldId="658"/>
            <ac:spMk id="3" creationId="{DCDDCE51-3FAF-62EC-4046-947DC54E055B}"/>
          </ac:spMkLst>
        </pc:spChg>
        <pc:spChg chg="mod">
          <ac:chgData name="Bryan Sun" userId="851caa7714272873" providerId="LiveId" clId="{1A8111D1-4A65-4A29-9DEE-6B0D34390FD8}" dt="2026-08-12T07:28:26.499" v="909" actId="20577"/>
          <ac:spMkLst>
            <pc:docMk/>
            <pc:sldMk cId="4114496234" sldId="658"/>
            <ac:spMk id="5" creationId="{EE292139-6936-37B4-837A-AC99013CAD3A}"/>
          </ac:spMkLst>
        </pc:spChg>
        <pc:spChg chg="add mod">
          <ac:chgData name="Bryan Sun" userId="851caa7714272873" providerId="LiveId" clId="{1A8111D1-4A65-4A29-9DEE-6B0D34390FD8}" dt="2026-08-12T07:26:49.082" v="828"/>
          <ac:spMkLst>
            <pc:docMk/>
            <pc:sldMk cId="4114496234" sldId="658"/>
            <ac:spMk id="6" creationId="{5C8859BF-DC22-E0A8-D7CD-56B864DBE29D}"/>
          </ac:spMkLst>
        </pc:spChg>
        <pc:spChg chg="add mod">
          <ac:chgData name="Bryan Sun" userId="851caa7714272873" providerId="LiveId" clId="{1A8111D1-4A65-4A29-9DEE-6B0D34390FD8}" dt="2026-08-12T07:27:48.308" v="897"/>
          <ac:spMkLst>
            <pc:docMk/>
            <pc:sldMk cId="4114496234" sldId="658"/>
            <ac:spMk id="7" creationId="{FC65DA4C-7C0C-E53B-B39D-C260A7E50C2B}"/>
          </ac:spMkLst>
        </pc:spChg>
        <pc:spChg chg="mod">
          <ac:chgData name="Bryan Sun" userId="851caa7714272873" providerId="LiveId" clId="{1A8111D1-4A65-4A29-9DEE-6B0D34390FD8}" dt="2026-08-12T07:26:07.740" v="776" actId="1036"/>
          <ac:spMkLst>
            <pc:docMk/>
            <pc:sldMk cId="4114496234" sldId="658"/>
            <ac:spMk id="8" creationId="{9A01F661-1CE1-6442-7790-F0872BA499B2}"/>
          </ac:spMkLst>
        </pc:spChg>
        <pc:picChg chg="del">
          <ac:chgData name="Bryan Sun" userId="851caa7714272873" providerId="LiveId" clId="{1A8111D1-4A65-4A29-9DEE-6B0D34390FD8}" dt="2026-08-12T07:27:04.599" v="833" actId="478"/>
          <ac:picMkLst>
            <pc:docMk/>
            <pc:sldMk cId="4114496234" sldId="658"/>
            <ac:picMk id="9" creationId="{8770C50F-54D4-8DF8-975F-B46B91AB0A9E}"/>
          </ac:picMkLst>
        </pc:picChg>
      </pc:sldChg>
    </pc:docChg>
  </pc:docChgLst>
  <pc:docChgLst>
    <pc:chgData name="Bryan Sun" userId="851caa7714272873" providerId="LiveId" clId="{1DF0C224-3A3E-55A6-A8D1-F8F2208D385B}"/>
    <pc:docChg chg="undo custSel addSld modSld">
      <pc:chgData name="Bryan Sun" userId="851caa7714272873" providerId="LiveId" clId="{1DF0C224-3A3E-55A6-A8D1-F8F2208D385B}" dt="2026-08-13T09:04:00.281" v="2868" actId="729"/>
      <pc:docMkLst>
        <pc:docMk/>
      </pc:docMkLst>
      <pc:sldChg chg="addSp delSp modSp add mod modAnim">
        <pc:chgData name="Bryan Sun" userId="851caa7714272873" providerId="LiveId" clId="{1DF0C224-3A3E-55A6-A8D1-F8F2208D385B}" dt="2026-08-07T23:52:55.833" v="1020"/>
        <pc:sldMkLst>
          <pc:docMk/>
          <pc:sldMk cId="3897217806" sldId="635"/>
        </pc:sldMkLst>
        <pc:spChg chg="mod">
          <ac:chgData name="Bryan Sun" userId="851caa7714272873" providerId="LiveId" clId="{1DF0C224-3A3E-55A6-A8D1-F8F2208D385B}" dt="2026-08-07T13:02:04.933" v="126" actId="20577"/>
          <ac:spMkLst>
            <pc:docMk/>
            <pc:sldMk cId="3897217806" sldId="635"/>
            <ac:spMk id="2" creationId="{E9B61A26-F631-5DB4-EB05-0E563219C61B}"/>
          </ac:spMkLst>
        </pc:spChg>
        <pc:spChg chg="mod">
          <ac:chgData name="Bryan Sun" userId="851caa7714272873" providerId="LiveId" clId="{1DF0C224-3A3E-55A6-A8D1-F8F2208D385B}" dt="2026-08-07T12:46:00.695" v="51" actId="20577"/>
          <ac:spMkLst>
            <pc:docMk/>
            <pc:sldMk cId="3897217806" sldId="635"/>
            <ac:spMk id="10" creationId="{FF3A8ADE-6F73-48E0-F9CE-CE95343A40C5}"/>
          </ac:spMkLst>
        </pc:spChg>
        <pc:picChg chg="add mod">
          <ac:chgData name="Bryan Sun" userId="851caa7714272873" providerId="LiveId" clId="{1DF0C224-3A3E-55A6-A8D1-F8F2208D385B}" dt="2026-08-07T13:02:54.375" v="129" actId="1076"/>
          <ac:picMkLst>
            <pc:docMk/>
            <pc:sldMk cId="3897217806" sldId="635"/>
            <ac:picMk id="4" creationId="{3336E855-1BD4-95AF-246F-ECDF5B78BF62}"/>
          </ac:picMkLst>
        </pc:picChg>
      </pc:sldChg>
      <pc:sldChg chg="addSp modSp add mod modAnim">
        <pc:chgData name="Bryan Sun" userId="851caa7714272873" providerId="LiveId" clId="{1DF0C224-3A3E-55A6-A8D1-F8F2208D385B}" dt="2026-08-07T23:53:27.225" v="1024"/>
        <pc:sldMkLst>
          <pc:docMk/>
          <pc:sldMk cId="3499382120" sldId="636"/>
        </pc:sldMkLst>
        <pc:spChg chg="mod">
          <ac:chgData name="Bryan Sun" userId="851caa7714272873" providerId="LiveId" clId="{1DF0C224-3A3E-55A6-A8D1-F8F2208D385B}" dt="2026-08-07T12:45:19.061" v="30" actId="20577"/>
          <ac:spMkLst>
            <pc:docMk/>
            <pc:sldMk cId="3499382120" sldId="636"/>
            <ac:spMk id="2" creationId="{0890EFC7-4F43-2EB2-6FEB-932016D9491D}"/>
          </ac:spMkLst>
        </pc:spChg>
        <pc:spChg chg="add mod">
          <ac:chgData name="Bryan Sun" userId="851caa7714272873" providerId="LiveId" clId="{1DF0C224-3A3E-55A6-A8D1-F8F2208D385B}" dt="2026-08-07T13:18:40.431" v="875" actId="14100"/>
          <ac:spMkLst>
            <pc:docMk/>
            <pc:sldMk cId="3499382120" sldId="636"/>
            <ac:spMk id="3" creationId="{97335358-7A65-B6E1-0A04-F3E3B761CDCD}"/>
          </ac:spMkLst>
        </pc:spChg>
        <pc:spChg chg="add mod">
          <ac:chgData name="Bryan Sun" userId="851caa7714272873" providerId="LiveId" clId="{1DF0C224-3A3E-55A6-A8D1-F8F2208D385B}" dt="2026-08-07T13:18:40.431" v="875" actId="14100"/>
          <ac:spMkLst>
            <pc:docMk/>
            <pc:sldMk cId="3499382120" sldId="636"/>
            <ac:spMk id="4" creationId="{0802DF1A-A6D1-C993-B088-73BE946DA648}"/>
          </ac:spMkLst>
        </pc:spChg>
        <pc:spChg chg="mod">
          <ac:chgData name="Bryan Sun" userId="851caa7714272873" providerId="LiveId" clId="{1DF0C224-3A3E-55A6-A8D1-F8F2208D385B}" dt="2026-08-07T13:06:08.645" v="277" actId="20577"/>
          <ac:spMkLst>
            <pc:docMk/>
            <pc:sldMk cId="3499382120" sldId="636"/>
            <ac:spMk id="5" creationId="{D7A0AC49-3727-817B-C540-6A37BF7BC4D9}"/>
          </ac:spMkLst>
        </pc:spChg>
      </pc:sldChg>
      <pc:sldChg chg="modSp add mod modAnim">
        <pc:chgData name="Bryan Sun" userId="851caa7714272873" providerId="LiveId" clId="{1DF0C224-3A3E-55A6-A8D1-F8F2208D385B}" dt="2026-08-08T07:22:56.469" v="2254" actId="20577"/>
        <pc:sldMkLst>
          <pc:docMk/>
          <pc:sldMk cId="4234767974" sldId="637"/>
        </pc:sldMkLst>
        <pc:spChg chg="mod">
          <ac:chgData name="Bryan Sun" userId="851caa7714272873" providerId="LiveId" clId="{1DF0C224-3A3E-55A6-A8D1-F8F2208D385B}" dt="2026-08-07T13:07:36.739" v="315" actId="20577"/>
          <ac:spMkLst>
            <pc:docMk/>
            <pc:sldMk cId="4234767974" sldId="637"/>
            <ac:spMk id="2" creationId="{5B3181E7-4A7E-5901-881F-4AD897601923}"/>
          </ac:spMkLst>
        </pc:spChg>
        <pc:spChg chg="mod">
          <ac:chgData name="Bryan Sun" userId="851caa7714272873" providerId="LiveId" clId="{1DF0C224-3A3E-55A6-A8D1-F8F2208D385B}" dt="2026-08-07T13:19:06.778" v="876" actId="20577"/>
          <ac:spMkLst>
            <pc:docMk/>
            <pc:sldMk cId="4234767974" sldId="637"/>
            <ac:spMk id="3" creationId="{BB909E83-59DD-BE38-8DC1-1EDEFE6949C6}"/>
          </ac:spMkLst>
        </pc:spChg>
        <pc:spChg chg="mod">
          <ac:chgData name="Bryan Sun" userId="851caa7714272873" providerId="LiveId" clId="{1DF0C224-3A3E-55A6-A8D1-F8F2208D385B}" dt="2026-08-08T07:22:56.469" v="2254" actId="20577"/>
          <ac:spMkLst>
            <pc:docMk/>
            <pc:sldMk cId="4234767974" sldId="637"/>
            <ac:spMk id="4" creationId="{3E0C649E-629E-4108-DF7F-5B839F38235E}"/>
          </ac:spMkLst>
        </pc:spChg>
        <pc:spChg chg="mod">
          <ac:chgData name="Bryan Sun" userId="851caa7714272873" providerId="LiveId" clId="{1DF0C224-3A3E-55A6-A8D1-F8F2208D385B}" dt="2026-08-07T13:19:34.031" v="880" actId="20577"/>
          <ac:spMkLst>
            <pc:docMk/>
            <pc:sldMk cId="4234767974" sldId="637"/>
            <ac:spMk id="5" creationId="{1AAA4627-560F-E868-9ADA-A24E711D2B15}"/>
          </ac:spMkLst>
        </pc:spChg>
      </pc:sldChg>
      <pc:sldChg chg="addSp delSp modSp add mod modAnim">
        <pc:chgData name="Bryan Sun" userId="851caa7714272873" providerId="LiveId" clId="{1DF0C224-3A3E-55A6-A8D1-F8F2208D385B}" dt="2026-08-07T23:54:39.802" v="1036" actId="1036"/>
        <pc:sldMkLst>
          <pc:docMk/>
          <pc:sldMk cId="2562791075" sldId="638"/>
        </pc:sldMkLst>
        <pc:spChg chg="mod">
          <ac:chgData name="Bryan Sun" userId="851caa7714272873" providerId="LiveId" clId="{1DF0C224-3A3E-55A6-A8D1-F8F2208D385B}" dt="2026-08-07T13:16:43.982" v="808" actId="20577"/>
          <ac:spMkLst>
            <pc:docMk/>
            <pc:sldMk cId="2562791075" sldId="638"/>
            <ac:spMk id="2" creationId="{630845B6-6B65-264F-1498-4B649B443C38}"/>
          </ac:spMkLst>
        </pc:spChg>
        <pc:spChg chg="add mod">
          <ac:chgData name="Bryan Sun" userId="851caa7714272873" providerId="LiveId" clId="{1DF0C224-3A3E-55A6-A8D1-F8F2208D385B}" dt="2026-08-07T13:19:53.875" v="883" actId="20577"/>
          <ac:spMkLst>
            <pc:docMk/>
            <pc:sldMk cId="2562791075" sldId="638"/>
            <ac:spMk id="3" creationId="{98352F37-A37A-A5B7-23F4-5ECCFD53155B}"/>
          </ac:spMkLst>
        </pc:spChg>
        <pc:spChg chg="add mod">
          <ac:chgData name="Bryan Sun" userId="851caa7714272873" providerId="LiveId" clId="{1DF0C224-3A3E-55A6-A8D1-F8F2208D385B}" dt="2026-08-07T23:54:39.802" v="1036" actId="1036"/>
          <ac:spMkLst>
            <pc:docMk/>
            <pc:sldMk cId="2562791075" sldId="638"/>
            <ac:spMk id="5" creationId="{CE663FBC-E6A4-BCCE-93CA-7DAD48239C81}"/>
          </ac:spMkLst>
        </pc:spChg>
      </pc:sldChg>
      <pc:sldChg chg="modSp add mod modShow">
        <pc:chgData name="Bryan Sun" userId="851caa7714272873" providerId="LiveId" clId="{1DF0C224-3A3E-55A6-A8D1-F8F2208D385B}" dt="2026-08-07T13:34:07.604" v="906" actId="729"/>
        <pc:sldMkLst>
          <pc:docMk/>
          <pc:sldMk cId="671939319" sldId="639"/>
        </pc:sldMkLst>
        <pc:spChg chg="mod">
          <ac:chgData name="Bryan Sun" userId="851caa7714272873" providerId="LiveId" clId="{1DF0C224-3A3E-55A6-A8D1-F8F2208D385B}" dt="2026-08-07T13:15:36.098" v="679" actId="20577"/>
          <ac:spMkLst>
            <pc:docMk/>
            <pc:sldMk cId="671939319" sldId="639"/>
            <ac:spMk id="5" creationId="{E550D3F3-41E6-7939-8A58-1DB231BE0E19}"/>
          </ac:spMkLst>
        </pc:spChg>
      </pc:sldChg>
      <pc:sldChg chg="add mod modShow">
        <pc:chgData name="Bryan Sun" userId="851caa7714272873" providerId="LiveId" clId="{1DF0C224-3A3E-55A6-A8D1-F8F2208D385B}" dt="2026-08-07T13:34:07.604" v="906" actId="729"/>
        <pc:sldMkLst>
          <pc:docMk/>
          <pc:sldMk cId="112288247" sldId="640"/>
        </pc:sldMkLst>
      </pc:sldChg>
      <pc:sldChg chg="addSp delSp modSp add mod delAnim modAnim">
        <pc:chgData name="Bryan Sun" userId="851caa7714272873" providerId="LiveId" clId="{1DF0C224-3A3E-55A6-A8D1-F8F2208D385B}" dt="2026-08-07T13:48:28.120" v="1017" actId="166"/>
        <pc:sldMkLst>
          <pc:docMk/>
          <pc:sldMk cId="1066154631" sldId="641"/>
        </pc:sldMkLst>
        <pc:spChg chg="mod">
          <ac:chgData name="Bryan Sun" userId="851caa7714272873" providerId="LiveId" clId="{1DF0C224-3A3E-55A6-A8D1-F8F2208D385B}" dt="2026-08-07T13:35:16.553" v="967" actId="20577"/>
          <ac:spMkLst>
            <pc:docMk/>
            <pc:sldMk cId="1066154631" sldId="641"/>
            <ac:spMk id="2" creationId="{89766447-5CC8-4932-E585-8C9BFA3BBB64}"/>
          </ac:spMkLst>
        </pc:spChg>
        <pc:spChg chg="mod">
          <ac:chgData name="Bryan Sun" userId="851caa7714272873" providerId="LiveId" clId="{1DF0C224-3A3E-55A6-A8D1-F8F2208D385B}" dt="2026-08-07T13:34:15.823" v="923" actId="20577"/>
          <ac:spMkLst>
            <pc:docMk/>
            <pc:sldMk cId="1066154631" sldId="641"/>
            <ac:spMk id="10" creationId="{CB57188F-9AD4-3D09-9A63-DE73D5EDBF8A}"/>
          </ac:spMkLst>
        </pc:spChg>
        <pc:picChg chg="add mod">
          <ac:chgData name="Bryan Sun" userId="851caa7714272873" providerId="LiveId" clId="{1DF0C224-3A3E-55A6-A8D1-F8F2208D385B}" dt="2026-08-07T13:46:43.040" v="988" actId="1076"/>
          <ac:picMkLst>
            <pc:docMk/>
            <pc:sldMk cId="1066154631" sldId="641"/>
            <ac:picMk id="4" creationId="{4D96784C-5A51-B963-1342-CDD58AA594E8}"/>
          </ac:picMkLst>
        </pc:picChg>
        <pc:picChg chg="add mod">
          <ac:chgData name="Bryan Sun" userId="851caa7714272873" providerId="LiveId" clId="{1DF0C224-3A3E-55A6-A8D1-F8F2208D385B}" dt="2026-08-07T13:48:28.120" v="1017" actId="166"/>
          <ac:picMkLst>
            <pc:docMk/>
            <pc:sldMk cId="1066154631" sldId="641"/>
            <ac:picMk id="6" creationId="{8859DC02-5422-B331-468E-17974716C23B}"/>
          </ac:picMkLst>
        </pc:picChg>
      </pc:sldChg>
      <pc:sldChg chg="addSp delSp modSp add mod delAnim modAnim">
        <pc:chgData name="Bryan Sun" userId="851caa7714272873" providerId="LiveId" clId="{1DF0C224-3A3E-55A6-A8D1-F8F2208D385B}" dt="2026-08-08T00:02:15.928" v="1210" actId="14100"/>
        <pc:sldMkLst>
          <pc:docMk/>
          <pc:sldMk cId="963355796" sldId="642"/>
        </pc:sldMkLst>
        <pc:spChg chg="mod">
          <ac:chgData name="Bryan Sun" userId="851caa7714272873" providerId="LiveId" clId="{1DF0C224-3A3E-55A6-A8D1-F8F2208D385B}" dt="2026-08-07T23:58:04.735" v="1088" actId="20577"/>
          <ac:spMkLst>
            <pc:docMk/>
            <pc:sldMk cId="963355796" sldId="642"/>
            <ac:spMk id="2" creationId="{482B54E1-2351-6436-7EE9-FA1A0A59BCD2}"/>
          </ac:spMkLst>
        </pc:spChg>
        <pc:spChg chg="mod">
          <ac:chgData name="Bryan Sun" userId="851caa7714272873" providerId="LiveId" clId="{1DF0C224-3A3E-55A6-A8D1-F8F2208D385B}" dt="2026-08-07T23:59:23.521" v="1126" actId="113"/>
          <ac:spMkLst>
            <pc:docMk/>
            <pc:sldMk cId="963355796" sldId="642"/>
            <ac:spMk id="5" creationId="{26FD158D-621E-63ED-37B6-A0AC0074E974}"/>
          </ac:spMkLst>
        </pc:spChg>
        <pc:picChg chg="add mod">
          <ac:chgData name="Bryan Sun" userId="851caa7714272873" providerId="LiveId" clId="{1DF0C224-3A3E-55A6-A8D1-F8F2208D385B}" dt="2026-08-08T00:02:15.928" v="1210" actId="14100"/>
          <ac:picMkLst>
            <pc:docMk/>
            <pc:sldMk cId="963355796" sldId="642"/>
            <ac:picMk id="6" creationId="{5B1E633D-DE4E-EF07-D83B-A26F8CA49D1B}"/>
          </ac:picMkLst>
        </pc:picChg>
      </pc:sldChg>
      <pc:sldChg chg="addSp delSp modSp add mod delAnim modAnim">
        <pc:chgData name="Bryan Sun" userId="851caa7714272873" providerId="LiveId" clId="{1DF0C224-3A3E-55A6-A8D1-F8F2208D385B}" dt="2026-08-08T00:02:58.592" v="1215" actId="1076"/>
        <pc:sldMkLst>
          <pc:docMk/>
          <pc:sldMk cId="4197106411" sldId="643"/>
        </pc:sldMkLst>
        <pc:spChg chg="mod">
          <ac:chgData name="Bryan Sun" userId="851caa7714272873" providerId="LiveId" clId="{1DF0C224-3A3E-55A6-A8D1-F8F2208D385B}" dt="2026-08-08T00:00:04.639" v="1165" actId="6549"/>
          <ac:spMkLst>
            <pc:docMk/>
            <pc:sldMk cId="4197106411" sldId="643"/>
            <ac:spMk id="2" creationId="{62481FEE-5373-0275-A5D1-5B8496255113}"/>
          </ac:spMkLst>
        </pc:spChg>
        <pc:spChg chg="mod">
          <ac:chgData name="Bryan Sun" userId="851caa7714272873" providerId="LiveId" clId="{1DF0C224-3A3E-55A6-A8D1-F8F2208D385B}" dt="2026-08-08T00:00:20.661" v="1191" actId="6549"/>
          <ac:spMkLst>
            <pc:docMk/>
            <pc:sldMk cId="4197106411" sldId="643"/>
            <ac:spMk id="3" creationId="{1C414CAD-A1EA-F181-16AC-E19E240C27DF}"/>
          </ac:spMkLst>
        </pc:spChg>
        <pc:picChg chg="add mod">
          <ac:chgData name="Bryan Sun" userId="851caa7714272873" providerId="LiveId" clId="{1DF0C224-3A3E-55A6-A8D1-F8F2208D385B}" dt="2026-08-08T00:02:53.283" v="1214" actId="1076"/>
          <ac:picMkLst>
            <pc:docMk/>
            <pc:sldMk cId="4197106411" sldId="643"/>
            <ac:picMk id="6" creationId="{2F47D2A8-673D-AAA1-C0C9-3C6344B730F6}"/>
          </ac:picMkLst>
        </pc:picChg>
        <pc:picChg chg="add mod">
          <ac:chgData name="Bryan Sun" userId="851caa7714272873" providerId="LiveId" clId="{1DF0C224-3A3E-55A6-A8D1-F8F2208D385B}" dt="2026-08-08T00:02:58.592" v="1215" actId="1076"/>
          <ac:picMkLst>
            <pc:docMk/>
            <pc:sldMk cId="4197106411" sldId="643"/>
            <ac:picMk id="7" creationId="{7D5F676A-0FDB-0125-DBCB-3505B3F91A5C}"/>
          </ac:picMkLst>
        </pc:picChg>
      </pc:sldChg>
      <pc:sldChg chg="addSp delSp modSp add mod delAnim">
        <pc:chgData name="Bryan Sun" userId="851caa7714272873" providerId="LiveId" clId="{1DF0C224-3A3E-55A6-A8D1-F8F2208D385B}" dt="2026-08-08T00:07:05.465" v="1295" actId="14100"/>
        <pc:sldMkLst>
          <pc:docMk/>
          <pc:sldMk cId="2768628051" sldId="644"/>
        </pc:sldMkLst>
        <pc:spChg chg="mod">
          <ac:chgData name="Bryan Sun" userId="851caa7714272873" providerId="LiveId" clId="{1DF0C224-3A3E-55A6-A8D1-F8F2208D385B}" dt="2026-08-08T00:06:36.392" v="1291" actId="404"/>
          <ac:spMkLst>
            <pc:docMk/>
            <pc:sldMk cId="2768628051" sldId="644"/>
            <ac:spMk id="2" creationId="{05BE941C-1789-B7AA-A0E5-0E6688EBA088}"/>
          </ac:spMkLst>
        </pc:spChg>
        <pc:picChg chg="add mod">
          <ac:chgData name="Bryan Sun" userId="851caa7714272873" providerId="LiveId" clId="{1DF0C224-3A3E-55A6-A8D1-F8F2208D385B}" dt="2026-08-08T00:07:05.465" v="1295" actId="14100"/>
          <ac:picMkLst>
            <pc:docMk/>
            <pc:sldMk cId="2768628051" sldId="644"/>
            <ac:picMk id="3" creationId="{AE357B58-58B9-D34E-F866-5548B490ED13}"/>
          </ac:picMkLst>
        </pc:picChg>
      </pc:sldChg>
      <pc:sldChg chg="addSp delSp modSp add mod delAnim modAnim">
        <pc:chgData name="Bryan Sun" userId="851caa7714272873" providerId="LiveId" clId="{1DF0C224-3A3E-55A6-A8D1-F8F2208D385B}" dt="2026-08-08T00:14:12.384" v="1380"/>
        <pc:sldMkLst>
          <pc:docMk/>
          <pc:sldMk cId="1506706542" sldId="645"/>
        </pc:sldMkLst>
        <pc:spChg chg="add mod">
          <ac:chgData name="Bryan Sun" userId="851caa7714272873" providerId="LiveId" clId="{1DF0C224-3A3E-55A6-A8D1-F8F2208D385B}" dt="2026-08-08T00:09:44.990" v="1378" actId="1076"/>
          <ac:spMkLst>
            <pc:docMk/>
            <pc:sldMk cId="1506706542" sldId="645"/>
            <ac:spMk id="3" creationId="{DFDD39C0-AD1B-D54F-5C81-AF92D255BB3B}"/>
          </ac:spMkLst>
        </pc:spChg>
      </pc:sldChg>
      <pc:sldChg chg="delSp modSp add mod delAnim">
        <pc:chgData name="Bryan Sun" userId="851caa7714272873" providerId="LiveId" clId="{1DF0C224-3A3E-55A6-A8D1-F8F2208D385B}" dt="2026-08-08T00:14:54.366" v="1482" actId="478"/>
        <pc:sldMkLst>
          <pc:docMk/>
          <pc:sldMk cId="2301312548" sldId="646"/>
        </pc:sldMkLst>
        <pc:spChg chg="mod">
          <ac:chgData name="Bryan Sun" userId="851caa7714272873" providerId="LiveId" clId="{1DF0C224-3A3E-55A6-A8D1-F8F2208D385B}" dt="2026-08-08T00:14:50.963" v="1481" actId="20577"/>
          <ac:spMkLst>
            <pc:docMk/>
            <pc:sldMk cId="2301312548" sldId="646"/>
            <ac:spMk id="3" creationId="{D6B73212-AB96-221D-5ADC-B7AFB2CE21D6}"/>
          </ac:spMkLst>
        </pc:spChg>
      </pc:sldChg>
      <pc:sldChg chg="addSp modSp add mod modAnim">
        <pc:chgData name="Bryan Sun" userId="851caa7714272873" providerId="LiveId" clId="{1DF0C224-3A3E-55A6-A8D1-F8F2208D385B}" dt="2026-08-08T04:03:51.101" v="1862" actId="20577"/>
        <pc:sldMkLst>
          <pc:docMk/>
          <pc:sldMk cId="833375630" sldId="647"/>
        </pc:sldMkLst>
        <pc:spChg chg="mod">
          <ac:chgData name="Bryan Sun" userId="851caa7714272873" providerId="LiveId" clId="{1DF0C224-3A3E-55A6-A8D1-F8F2208D385B}" dt="2026-08-08T04:03:09.809" v="1799" actId="20577"/>
          <ac:spMkLst>
            <pc:docMk/>
            <pc:sldMk cId="833375630" sldId="647"/>
            <ac:spMk id="2" creationId="{9258FF32-F225-3961-BBC4-1E8009BB8A22}"/>
          </ac:spMkLst>
        </pc:spChg>
        <pc:spChg chg="add mod">
          <ac:chgData name="Bryan Sun" userId="851caa7714272873" providerId="LiveId" clId="{1DF0C224-3A3E-55A6-A8D1-F8F2208D385B}" dt="2026-08-08T03:58:07.171" v="1621" actId="1036"/>
          <ac:spMkLst>
            <pc:docMk/>
            <pc:sldMk cId="833375630" sldId="647"/>
            <ac:spMk id="3" creationId="{DF55EC5A-3394-FD0B-2715-D8556CC3746D}"/>
          </ac:spMkLst>
        </pc:spChg>
        <pc:spChg chg="add mod">
          <ac:chgData name="Bryan Sun" userId="851caa7714272873" providerId="LiveId" clId="{1DF0C224-3A3E-55A6-A8D1-F8F2208D385B}" dt="2026-08-08T04:03:51.101" v="1862" actId="20577"/>
          <ac:spMkLst>
            <pc:docMk/>
            <pc:sldMk cId="833375630" sldId="647"/>
            <ac:spMk id="4" creationId="{91562A00-11CD-9734-BFE7-4617EA05EDF0}"/>
          </ac:spMkLst>
        </pc:spChg>
        <pc:spChg chg="mod">
          <ac:chgData name="Bryan Sun" userId="851caa7714272873" providerId="LiveId" clId="{1DF0C224-3A3E-55A6-A8D1-F8F2208D385B}" dt="2026-08-08T03:54:38.982" v="1485" actId="6549"/>
          <ac:spMkLst>
            <pc:docMk/>
            <pc:sldMk cId="833375630" sldId="647"/>
            <ac:spMk id="10" creationId="{81A93FE3-0812-AC9F-1340-BC2B7EE10805}"/>
          </ac:spMkLst>
        </pc:spChg>
      </pc:sldChg>
      <pc:sldChg chg="modSp add mod">
        <pc:chgData name="Bryan Sun" userId="851caa7714272873" providerId="LiveId" clId="{1DF0C224-3A3E-55A6-A8D1-F8F2208D385B}" dt="2026-08-08T04:08:07.469" v="2042" actId="404"/>
        <pc:sldMkLst>
          <pc:docMk/>
          <pc:sldMk cId="37971036" sldId="648"/>
        </pc:sldMkLst>
        <pc:spChg chg="mod">
          <ac:chgData name="Bryan Sun" userId="851caa7714272873" providerId="LiveId" clId="{1DF0C224-3A3E-55A6-A8D1-F8F2208D385B}" dt="2026-08-08T04:08:07.469" v="2042" actId="404"/>
          <ac:spMkLst>
            <pc:docMk/>
            <pc:sldMk cId="37971036" sldId="648"/>
            <ac:spMk id="2" creationId="{1CEC484D-CE0B-CE87-756A-56907AF0D3DE}"/>
          </ac:spMkLst>
        </pc:spChg>
        <pc:spChg chg="mod">
          <ac:chgData name="Bryan Sun" userId="851caa7714272873" providerId="LiveId" clId="{1DF0C224-3A3E-55A6-A8D1-F8F2208D385B}" dt="2026-08-08T04:04:13.933" v="1864" actId="6549"/>
          <ac:spMkLst>
            <pc:docMk/>
            <pc:sldMk cId="37971036" sldId="648"/>
            <ac:spMk id="5" creationId="{B7CFFA18-3439-9938-7B73-F2034EDA34C5}"/>
          </ac:spMkLst>
        </pc:spChg>
      </pc:sldChg>
      <pc:sldChg chg="modSp add mod modShow">
        <pc:chgData name="Bryan Sun" userId="851caa7714272873" providerId="LiveId" clId="{1DF0C224-3A3E-55A6-A8D1-F8F2208D385B}" dt="2026-08-13T08:51:57.810" v="2637" actId="948"/>
        <pc:sldMkLst>
          <pc:docMk/>
          <pc:sldMk cId="1937751543" sldId="649"/>
        </pc:sldMkLst>
        <pc:spChg chg="mod">
          <ac:chgData name="Bryan Sun" userId="851caa7714272873" providerId="LiveId" clId="{1DF0C224-3A3E-55A6-A8D1-F8F2208D385B}" dt="2026-08-13T08:51:57.810" v="2637" actId="948"/>
          <ac:spMkLst>
            <pc:docMk/>
            <pc:sldMk cId="1937751543" sldId="649"/>
            <ac:spMk id="2" creationId="{6EAFBD98-C05B-DFEE-750F-20373669776C}"/>
          </ac:spMkLst>
        </pc:spChg>
        <pc:spChg chg="mod">
          <ac:chgData name="Bryan Sun" userId="851caa7714272873" providerId="LiveId" clId="{1DF0C224-3A3E-55A6-A8D1-F8F2208D385B}" dt="2026-08-13T08:46:36.514" v="2547" actId="20577"/>
          <ac:spMkLst>
            <pc:docMk/>
            <pc:sldMk cId="1937751543" sldId="649"/>
            <ac:spMk id="6" creationId="{01B86C8B-452F-D6C7-0CB6-F52A308761B3}"/>
          </ac:spMkLst>
        </pc:spChg>
      </pc:sldChg>
      <pc:sldChg chg="addSp delSp modSp add mod modAnim">
        <pc:chgData name="Bryan Sun" userId="851caa7714272873" providerId="LiveId" clId="{1DF0C224-3A3E-55A6-A8D1-F8F2208D385B}" dt="2026-08-08T04:26:54.201" v="2146"/>
        <pc:sldMkLst>
          <pc:docMk/>
          <pc:sldMk cId="2200861099" sldId="650"/>
        </pc:sldMkLst>
        <pc:spChg chg="add mod">
          <ac:chgData name="Bryan Sun" userId="851caa7714272873" providerId="LiveId" clId="{1DF0C224-3A3E-55A6-A8D1-F8F2208D385B}" dt="2026-08-08T04:22:59.742" v="2101" actId="20577"/>
          <ac:spMkLst>
            <pc:docMk/>
            <pc:sldMk cId="2200861099" sldId="650"/>
            <ac:spMk id="4" creationId="{0E020F37-BB37-7CBA-DCC9-0086BC99CDAA}"/>
          </ac:spMkLst>
        </pc:spChg>
        <pc:spChg chg="mod">
          <ac:chgData name="Bryan Sun" userId="851caa7714272873" providerId="LiveId" clId="{1DF0C224-3A3E-55A6-A8D1-F8F2208D385B}" dt="2026-08-08T04:26:54.201" v="2146"/>
          <ac:spMkLst>
            <pc:docMk/>
            <pc:sldMk cId="2200861099" sldId="650"/>
            <ac:spMk id="10" creationId="{889A0AEC-E1BC-4FD4-79D1-AF4174926459}"/>
          </ac:spMkLst>
        </pc:spChg>
      </pc:sldChg>
      <pc:sldChg chg="addSp delSp modSp add mod delAnim modAnim">
        <pc:chgData name="Bryan Sun" userId="851caa7714272873" providerId="LiveId" clId="{1DF0C224-3A3E-55A6-A8D1-F8F2208D385B}" dt="2026-08-08T04:26:57.716" v="2147"/>
        <pc:sldMkLst>
          <pc:docMk/>
          <pc:sldMk cId="1866641841" sldId="651"/>
        </pc:sldMkLst>
        <pc:spChg chg="mod">
          <ac:chgData name="Bryan Sun" userId="851caa7714272873" providerId="LiveId" clId="{1DF0C224-3A3E-55A6-A8D1-F8F2208D385B}" dt="2026-08-08T04:26:57.716" v="2147"/>
          <ac:spMkLst>
            <pc:docMk/>
            <pc:sldMk cId="1866641841" sldId="651"/>
            <ac:spMk id="2" creationId="{271EF1E7-5F97-4912-1A46-A502351C1350}"/>
          </ac:spMkLst>
        </pc:spChg>
        <pc:spChg chg="add mod">
          <ac:chgData name="Bryan Sun" userId="851caa7714272873" providerId="LiveId" clId="{1DF0C224-3A3E-55A6-A8D1-F8F2208D385B}" dt="2026-08-08T04:25:23.282" v="2127" actId="14100"/>
          <ac:spMkLst>
            <pc:docMk/>
            <pc:sldMk cId="1866641841" sldId="651"/>
            <ac:spMk id="4" creationId="{DC70B1AE-7F90-DE64-A1AC-09AFE2BD161A}"/>
          </ac:spMkLst>
        </pc:spChg>
        <pc:spChg chg="add mod">
          <ac:chgData name="Bryan Sun" userId="851caa7714272873" providerId="LiveId" clId="{1DF0C224-3A3E-55A6-A8D1-F8F2208D385B}" dt="2026-08-08T04:26:22.875" v="2144" actId="404"/>
          <ac:spMkLst>
            <pc:docMk/>
            <pc:sldMk cId="1866641841" sldId="651"/>
            <ac:spMk id="6" creationId="{7029EF80-69EC-3738-047C-3DE015EE682C}"/>
          </ac:spMkLst>
        </pc:spChg>
      </pc:sldChg>
      <pc:sldChg chg="modSp add mod modAnim">
        <pc:chgData name="Bryan Sun" userId="851caa7714272873" providerId="LiveId" clId="{1DF0C224-3A3E-55A6-A8D1-F8F2208D385B}" dt="2026-08-08T04:32:22.052" v="2253"/>
        <pc:sldMkLst>
          <pc:docMk/>
          <pc:sldMk cId="3467761034" sldId="652"/>
        </pc:sldMkLst>
        <pc:spChg chg="mod">
          <ac:chgData name="Bryan Sun" userId="851caa7714272873" providerId="LiveId" clId="{1DF0C224-3A3E-55A6-A8D1-F8F2208D385B}" dt="2026-08-08T04:27:01.152" v="2148"/>
          <ac:spMkLst>
            <pc:docMk/>
            <pc:sldMk cId="3467761034" sldId="652"/>
            <ac:spMk id="2" creationId="{0E74CB98-A809-B280-F6B1-60ABC5089770}"/>
          </ac:spMkLst>
        </pc:spChg>
        <pc:spChg chg="mod">
          <ac:chgData name="Bryan Sun" userId="851caa7714272873" providerId="LiveId" clId="{1DF0C224-3A3E-55A6-A8D1-F8F2208D385B}" dt="2026-08-08T04:32:05.656" v="2252" actId="113"/>
          <ac:spMkLst>
            <pc:docMk/>
            <pc:sldMk cId="3467761034" sldId="652"/>
            <ac:spMk id="3" creationId="{F41DA184-E030-B371-724A-595582F202B6}"/>
          </ac:spMkLst>
        </pc:spChg>
      </pc:sldChg>
      <pc:sldChg chg="modAnim">
        <pc:chgData name="Bryan Sun" userId="851caa7714272873" providerId="LiveId" clId="{1DF0C224-3A3E-55A6-A8D1-F8F2208D385B}" dt="2026-08-13T06:46:59.435" v="2260"/>
        <pc:sldMkLst>
          <pc:docMk/>
          <pc:sldMk cId="1929908044" sldId="653"/>
        </pc:sldMkLst>
      </pc:sldChg>
      <pc:sldChg chg="modAnim">
        <pc:chgData name="Bryan Sun" userId="851caa7714272873" providerId="LiveId" clId="{1DF0C224-3A3E-55A6-A8D1-F8F2208D385B}" dt="2026-08-13T06:47:25.232" v="2265"/>
        <pc:sldMkLst>
          <pc:docMk/>
          <pc:sldMk cId="279319719" sldId="654"/>
        </pc:sldMkLst>
      </pc:sldChg>
      <pc:sldChg chg="modAnim">
        <pc:chgData name="Bryan Sun" userId="851caa7714272873" providerId="LiveId" clId="{1DF0C224-3A3E-55A6-A8D1-F8F2208D385B}" dt="2026-08-13T06:48:00.167" v="2271"/>
        <pc:sldMkLst>
          <pc:docMk/>
          <pc:sldMk cId="3993121742" sldId="655"/>
        </pc:sldMkLst>
      </pc:sldChg>
      <pc:sldChg chg="modAnim">
        <pc:chgData name="Bryan Sun" userId="851caa7714272873" providerId="LiveId" clId="{1DF0C224-3A3E-55A6-A8D1-F8F2208D385B}" dt="2026-08-13T06:48:30.715" v="2278"/>
        <pc:sldMkLst>
          <pc:docMk/>
          <pc:sldMk cId="1394213396" sldId="656"/>
        </pc:sldMkLst>
      </pc:sldChg>
      <pc:sldChg chg="modAnim">
        <pc:chgData name="Bryan Sun" userId="851caa7714272873" providerId="LiveId" clId="{1DF0C224-3A3E-55A6-A8D1-F8F2208D385B}" dt="2026-08-13T06:49:00.239" v="2284"/>
        <pc:sldMkLst>
          <pc:docMk/>
          <pc:sldMk cId="4179067915" sldId="657"/>
        </pc:sldMkLst>
      </pc:sldChg>
      <pc:sldChg chg="modSp modAnim">
        <pc:chgData name="Bryan Sun" userId="851caa7714272873" providerId="LiveId" clId="{1DF0C224-3A3E-55A6-A8D1-F8F2208D385B}" dt="2026-08-13T07:14:00.444" v="2292" actId="20577"/>
        <pc:sldMkLst>
          <pc:docMk/>
          <pc:sldMk cId="4114496234" sldId="658"/>
        </pc:sldMkLst>
        <pc:spChg chg="mod">
          <ac:chgData name="Bryan Sun" userId="851caa7714272873" providerId="LiveId" clId="{1DF0C224-3A3E-55A6-A8D1-F8F2208D385B}" dt="2026-08-13T07:14:00.444" v="2292" actId="20577"/>
          <ac:spMkLst>
            <pc:docMk/>
            <pc:sldMk cId="4114496234" sldId="658"/>
            <ac:spMk id="5" creationId="{EE292139-6936-37B4-837A-AC99013CAD3A}"/>
          </ac:spMkLst>
        </pc:spChg>
      </pc:sldChg>
      <pc:sldChg chg="delSp modSp add mod delAnim modAnim">
        <pc:chgData name="Bryan Sun" userId="851caa7714272873" providerId="LiveId" clId="{1DF0C224-3A3E-55A6-A8D1-F8F2208D385B}" dt="2026-08-13T07:41:19.649" v="2461" actId="478"/>
        <pc:sldMkLst>
          <pc:docMk/>
          <pc:sldMk cId="1983555356" sldId="659"/>
        </pc:sldMkLst>
        <pc:spChg chg="mod">
          <ac:chgData name="Bryan Sun" userId="851caa7714272873" providerId="LiveId" clId="{1DF0C224-3A3E-55A6-A8D1-F8F2208D385B}" dt="2026-08-13T07:40:01.431" v="2387" actId="1036"/>
          <ac:spMkLst>
            <pc:docMk/>
            <pc:sldMk cId="1983555356" sldId="659"/>
            <ac:spMk id="2" creationId="{BBA8E5FE-DCA6-91D9-EF6A-F5743351441F}"/>
          </ac:spMkLst>
        </pc:spChg>
        <pc:spChg chg="del">
          <ac:chgData name="Bryan Sun" userId="851caa7714272873" providerId="LiveId" clId="{1DF0C224-3A3E-55A6-A8D1-F8F2208D385B}" dt="2026-08-13T07:41:19.649" v="2461" actId="478"/>
          <ac:spMkLst>
            <pc:docMk/>
            <pc:sldMk cId="1983555356" sldId="659"/>
            <ac:spMk id="3" creationId="{B3E3FC1C-E863-DD98-4095-2E2019F6F2C9}"/>
          </ac:spMkLst>
        </pc:spChg>
        <pc:spChg chg="mod">
          <ac:chgData name="Bryan Sun" userId="851caa7714272873" providerId="LiveId" clId="{1DF0C224-3A3E-55A6-A8D1-F8F2208D385B}" dt="2026-08-13T07:41:16.364" v="2460" actId="6549"/>
          <ac:spMkLst>
            <pc:docMk/>
            <pc:sldMk cId="1983555356" sldId="659"/>
            <ac:spMk id="4" creationId="{0D5BEE03-633A-2421-548B-557D7AA41CE2}"/>
          </ac:spMkLst>
        </pc:spChg>
        <pc:spChg chg="del">
          <ac:chgData name="Bryan Sun" userId="851caa7714272873" providerId="LiveId" clId="{1DF0C224-3A3E-55A6-A8D1-F8F2208D385B}" dt="2026-08-13T07:41:19.649" v="2461" actId="478"/>
          <ac:spMkLst>
            <pc:docMk/>
            <pc:sldMk cId="1983555356" sldId="659"/>
            <ac:spMk id="5" creationId="{BE82958D-B278-6086-A69D-6920898D9A49}"/>
          </ac:spMkLst>
        </pc:spChg>
      </pc:sldChg>
      <pc:sldChg chg="addSp delSp modSp add mod delAnim modAnim">
        <pc:chgData name="Bryan Sun" userId="851caa7714272873" providerId="LiveId" clId="{1DF0C224-3A3E-55A6-A8D1-F8F2208D385B}" dt="2026-08-13T08:13:09.766" v="2539"/>
        <pc:sldMkLst>
          <pc:docMk/>
          <pc:sldMk cId="555662862" sldId="660"/>
        </pc:sldMkLst>
        <pc:spChg chg="mod">
          <ac:chgData name="Bryan Sun" userId="851caa7714272873" providerId="LiveId" clId="{1DF0C224-3A3E-55A6-A8D1-F8F2208D385B}" dt="2026-08-13T08:09:01.335" v="2511" actId="1036"/>
          <ac:spMkLst>
            <pc:docMk/>
            <pc:sldMk cId="555662862" sldId="660"/>
            <ac:spMk id="3" creationId="{CFE19341-C4F8-46EE-F82E-453C209BD529}"/>
          </ac:spMkLst>
        </pc:spChg>
        <pc:spChg chg="mod">
          <ac:chgData name="Bryan Sun" userId="851caa7714272873" providerId="LiveId" clId="{1DF0C224-3A3E-55A6-A8D1-F8F2208D385B}" dt="2026-08-13T08:12:28.224" v="2521" actId="948"/>
          <ac:spMkLst>
            <pc:docMk/>
            <pc:sldMk cId="555662862" sldId="660"/>
            <ac:spMk id="4" creationId="{49171305-AE7E-01AD-176E-9306C8ED6942}"/>
          </ac:spMkLst>
        </pc:spChg>
        <pc:spChg chg="del">
          <ac:chgData name="Bryan Sun" userId="851caa7714272873" providerId="LiveId" clId="{1DF0C224-3A3E-55A6-A8D1-F8F2208D385B}" dt="2026-08-13T08:08:07.881" v="2494" actId="478"/>
          <ac:spMkLst>
            <pc:docMk/>
            <pc:sldMk cId="555662862" sldId="660"/>
            <ac:spMk id="5" creationId="{BD32D5B1-11B5-3D64-45CC-79F2E762F3E6}"/>
          </ac:spMkLst>
        </pc:spChg>
        <pc:spChg chg="add mod">
          <ac:chgData name="Bryan Sun" userId="851caa7714272873" providerId="LiveId" clId="{1DF0C224-3A3E-55A6-A8D1-F8F2208D385B}" dt="2026-08-13T08:13:00.161" v="2538" actId="1035"/>
          <ac:spMkLst>
            <pc:docMk/>
            <pc:sldMk cId="555662862" sldId="660"/>
            <ac:spMk id="6" creationId="{EBBD75F6-46D6-0601-9FB3-7691A237061C}"/>
          </ac:spMkLst>
        </pc:spChg>
        <pc:spChg chg="add del mod">
          <ac:chgData name="Bryan Sun" userId="851caa7714272873" providerId="LiveId" clId="{1DF0C224-3A3E-55A6-A8D1-F8F2208D385B}" dt="2026-08-13T08:12:50.892" v="2525" actId="478"/>
          <ac:spMkLst>
            <pc:docMk/>
            <pc:sldMk cId="555662862" sldId="660"/>
            <ac:spMk id="7" creationId="{656553E4-C81B-C883-26A4-F66FDEC212E7}"/>
          </ac:spMkLst>
        </pc:spChg>
      </pc:sldChg>
      <pc:sldChg chg="add mod modShow">
        <pc:chgData name="Bryan Sun" userId="851caa7714272873" providerId="LiveId" clId="{1DF0C224-3A3E-55A6-A8D1-F8F2208D385B}" dt="2026-08-13T08:13:14.281" v="2540" actId="729"/>
        <pc:sldMkLst>
          <pc:docMk/>
          <pc:sldMk cId="4272143123" sldId="661"/>
        </pc:sldMkLst>
      </pc:sldChg>
      <pc:sldChg chg="addSp delSp modSp add mod delAnim modAnim">
        <pc:chgData name="Bryan Sun" userId="851caa7714272873" providerId="LiveId" clId="{1DF0C224-3A3E-55A6-A8D1-F8F2208D385B}" dt="2026-08-13T09:00:35.146" v="2803" actId="404"/>
        <pc:sldMkLst>
          <pc:docMk/>
          <pc:sldMk cId="354069334" sldId="662"/>
        </pc:sldMkLst>
        <pc:spChg chg="mod">
          <ac:chgData name="Bryan Sun" userId="851caa7714272873" providerId="LiveId" clId="{1DF0C224-3A3E-55A6-A8D1-F8F2208D385B}" dt="2026-08-13T09:00:35.146" v="2803" actId="404"/>
          <ac:spMkLst>
            <pc:docMk/>
            <pc:sldMk cId="354069334" sldId="662"/>
            <ac:spMk id="2" creationId="{FF95D11B-3A34-33C5-89C2-CC0543DD3280}"/>
          </ac:spMkLst>
        </pc:spChg>
        <pc:spChg chg="mod">
          <ac:chgData name="Bryan Sun" userId="851caa7714272873" providerId="LiveId" clId="{1DF0C224-3A3E-55A6-A8D1-F8F2208D385B}" dt="2026-08-13T08:59:01.066" v="2758" actId="1036"/>
          <ac:spMkLst>
            <pc:docMk/>
            <pc:sldMk cId="354069334" sldId="662"/>
            <ac:spMk id="3" creationId="{15A6007E-BC3F-594A-7B1F-8A14D33FD6FE}"/>
          </ac:spMkLst>
        </pc:spChg>
        <pc:spChg chg="del">
          <ac:chgData name="Bryan Sun" userId="851caa7714272873" providerId="LiveId" clId="{1DF0C224-3A3E-55A6-A8D1-F8F2208D385B}" dt="2026-08-13T08:57:27.600" v="2725" actId="478"/>
          <ac:spMkLst>
            <pc:docMk/>
            <pc:sldMk cId="354069334" sldId="662"/>
            <ac:spMk id="4" creationId="{B5DF9187-66C4-A8DA-7EE7-0E5FF7285E83}"/>
          </ac:spMkLst>
        </pc:spChg>
        <pc:spChg chg="add mod">
          <ac:chgData name="Bryan Sun" userId="851caa7714272873" providerId="LiveId" clId="{1DF0C224-3A3E-55A6-A8D1-F8F2208D385B}" dt="2026-08-13T08:59:38.208" v="2785" actId="1036"/>
          <ac:spMkLst>
            <pc:docMk/>
            <pc:sldMk cId="354069334" sldId="662"/>
            <ac:spMk id="5" creationId="{DC89C521-DA2F-EBD6-4B8E-6D3B9B5F24AF}"/>
          </ac:spMkLst>
        </pc:spChg>
        <pc:spChg chg="mod">
          <ac:chgData name="Bryan Sun" userId="851caa7714272873" providerId="LiveId" clId="{1DF0C224-3A3E-55A6-A8D1-F8F2208D385B}" dt="2026-08-13T08:52:18.083" v="2642" actId="6549"/>
          <ac:spMkLst>
            <pc:docMk/>
            <pc:sldMk cId="354069334" sldId="662"/>
            <ac:spMk id="10" creationId="{845E1973-A20A-DD19-655C-EDA606770903}"/>
          </ac:spMkLst>
        </pc:spChg>
      </pc:sldChg>
      <pc:sldChg chg="addSp modSp add mod modAnim">
        <pc:chgData name="Bryan Sun" userId="851caa7714272873" providerId="LiveId" clId="{1DF0C224-3A3E-55A6-A8D1-F8F2208D385B}" dt="2026-08-13T09:03:49.175" v="2867" actId="1036"/>
        <pc:sldMkLst>
          <pc:docMk/>
          <pc:sldMk cId="3751567785" sldId="663"/>
        </pc:sldMkLst>
        <pc:spChg chg="mod">
          <ac:chgData name="Bryan Sun" userId="851caa7714272873" providerId="LiveId" clId="{1DF0C224-3A3E-55A6-A8D1-F8F2208D385B}" dt="2026-08-13T09:03:31.679" v="2855" actId="20577"/>
          <ac:spMkLst>
            <pc:docMk/>
            <pc:sldMk cId="3751567785" sldId="663"/>
            <ac:spMk id="2" creationId="{8B71514E-4201-5254-D66E-5403B2E0C98B}"/>
          </ac:spMkLst>
        </pc:spChg>
        <pc:spChg chg="add mod">
          <ac:chgData name="Bryan Sun" userId="851caa7714272873" providerId="LiveId" clId="{1DF0C224-3A3E-55A6-A8D1-F8F2208D385B}" dt="2026-08-13T09:02:35.357" v="2841" actId="5793"/>
          <ac:spMkLst>
            <pc:docMk/>
            <pc:sldMk cId="3751567785" sldId="663"/>
            <ac:spMk id="3" creationId="{949DC5A5-DD3D-4B4F-9686-58CBC5C41B20}"/>
          </ac:spMkLst>
        </pc:spChg>
        <pc:spChg chg="add mod">
          <ac:chgData name="Bryan Sun" userId="851caa7714272873" providerId="LiveId" clId="{1DF0C224-3A3E-55A6-A8D1-F8F2208D385B}" dt="2026-08-13T09:03:49.175" v="2867" actId="1036"/>
          <ac:spMkLst>
            <pc:docMk/>
            <pc:sldMk cId="3751567785" sldId="663"/>
            <ac:spMk id="4" creationId="{0517B23F-44CF-31DC-2AE2-8DAB43C2DF16}"/>
          </ac:spMkLst>
        </pc:spChg>
        <pc:spChg chg="mod">
          <ac:chgData name="Bryan Sun" userId="851caa7714272873" providerId="LiveId" clId="{1DF0C224-3A3E-55A6-A8D1-F8F2208D385B}" dt="2026-08-13T09:01:16.282" v="2807" actId="20577"/>
          <ac:spMkLst>
            <pc:docMk/>
            <pc:sldMk cId="3751567785" sldId="663"/>
            <ac:spMk id="5" creationId="{90C939CC-F267-ACD7-C09E-DEA9BB356518}"/>
          </ac:spMkLst>
        </pc:spChg>
      </pc:sldChg>
      <pc:sldChg chg="add mod modShow">
        <pc:chgData name="Bryan Sun" userId="851caa7714272873" providerId="LiveId" clId="{1DF0C224-3A3E-55A6-A8D1-F8F2208D385B}" dt="2026-08-13T09:04:00.281" v="2868" actId="729"/>
        <pc:sldMkLst>
          <pc:docMk/>
          <pc:sldMk cId="2391390951" sldId="6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/>
              <a:t>Introduce</a:t>
            </a:r>
            <a:r>
              <a:rPr lang="zh-CN" altLang="en-US"/>
              <a:t> </a:t>
            </a:r>
            <a:r>
              <a:rPr lang="en-US" altLang="zh-CN"/>
              <a:t>myself</a:t>
            </a:r>
            <a:r>
              <a:rPr lang="zh-CN" altLang="en-US"/>
              <a:t> </a:t>
            </a:r>
            <a:r>
              <a:rPr lang="en-US" altLang="zh-CN"/>
              <a:t>(5)</a:t>
            </a:r>
          </a:p>
          <a:p>
            <a:pPr marL="228600" indent="-228600">
              <a:buAutoNum type="arabicPeriod"/>
            </a:pPr>
            <a:r>
              <a:rPr lang="en-US" altLang="zh-CN"/>
              <a:t>Introduce</a:t>
            </a:r>
            <a:r>
              <a:rPr lang="zh-CN" altLang="en-US"/>
              <a:t> </a:t>
            </a:r>
            <a:r>
              <a:rPr lang="en-US" altLang="zh-CN"/>
              <a:t>each</a:t>
            </a:r>
            <a:r>
              <a:rPr lang="zh-CN" altLang="en-US"/>
              <a:t> </a:t>
            </a:r>
            <a:r>
              <a:rPr lang="en-US" altLang="zh-CN"/>
              <a:t>student:</a:t>
            </a:r>
            <a:r>
              <a:rPr lang="zh-CN" altLang="en-US"/>
              <a:t> </a:t>
            </a:r>
            <a:r>
              <a:rPr lang="en-US" altLang="zh-CN"/>
              <a:t>(3</a:t>
            </a:r>
            <a:r>
              <a:rPr lang="zh-CN" altLang="en-US"/>
              <a:t> </a:t>
            </a:r>
            <a:r>
              <a:rPr lang="en-US" altLang="zh-CN"/>
              <a:t>each)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/>
              <a:t>Age</a:t>
            </a:r>
            <a:r>
              <a:rPr lang="zh-CN" altLang="en-US"/>
              <a:t> </a:t>
            </a:r>
            <a:r>
              <a:rPr lang="en-US" altLang="zh-CN"/>
              <a:t>/</a:t>
            </a:r>
            <a:r>
              <a:rPr lang="zh-CN" altLang="en-US"/>
              <a:t> </a:t>
            </a:r>
            <a:r>
              <a:rPr lang="en-US" altLang="zh-CN"/>
              <a:t>year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learned</a:t>
            </a:r>
            <a:r>
              <a:rPr lang="zh-CN" altLang="en-US"/>
              <a:t> </a:t>
            </a:r>
            <a:r>
              <a:rPr lang="en-US" altLang="zh-CN"/>
              <a:t>before?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want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achieve?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other</a:t>
            </a:r>
            <a:r>
              <a:rPr lang="zh-CN" altLang="en-US"/>
              <a:t> </a:t>
            </a:r>
            <a:r>
              <a:rPr lang="en-US" altLang="zh-CN"/>
              <a:t>hobbies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have?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/>
              <a:t>Write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name</a:t>
            </a:r>
            <a:r>
              <a:rPr lang="zh-CN" altLang="en-US"/>
              <a:t> </a:t>
            </a:r>
            <a:r>
              <a:rPr lang="en-US" altLang="zh-CN"/>
              <a:t>plate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69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B958-E1D6-5C29-8E60-76F1F6C0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9603F2-CD1B-A89E-AFCA-AC49CB8DE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949682-6D11-C453-69F8-669A2C5B7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EAC5B5-8F5E-B89A-A9D9-CE21D6EB4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51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25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74BC-EB23-7DDA-850D-AEDE590E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278D16-9135-8CFD-519B-0F3BC66C8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63F62C-671C-F4F1-589F-92794577A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67A4D0-5818-21A8-67AE-7CF18697F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7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FAF50-8E48-9D35-B45E-4FBD8D800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B66DB7-9230-F87F-3E31-671E5ACD6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428573-B651-972E-4F76-6A5277DAE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C05A19-3CC8-BA3E-9C30-2C3976AE8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92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3F2F-57CA-050B-D248-64BDF9DE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AB07B9-DADE-D9B7-0334-CDB3B5D9C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DFFEF4-3E9D-58EF-2D62-E04EBE421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D3A93F-A3B1-2768-F095-7112AAA37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2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85BD-468D-5AD2-0D18-8094759D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A37FEB-4A72-6A00-7DFD-6F64DF0B5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5A83C6-FB71-ADCC-E4D2-FBDF41375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06456B-8512-8547-1E9C-FD9C1EDDC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03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49A76-2396-19B3-A0F4-8A37D6FE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50DAA5-5742-393B-E3DF-7EBF21BA6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DB4248-00F4-D3DB-40EC-5AF51BD9D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D1409D-7E95-CC92-C0C3-DFBFF5A49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6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49E5-7108-704F-7DC1-49B2E9DB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8B7597-5FEF-8651-7007-F82018420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567D8B-4864-5836-46F6-EC12C2790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274A8C-75DA-0F14-8AD6-EC367BD43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19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7634C-4930-FCFB-EF9C-021C4C22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D3F9C8-7082-F8F9-5F30-B67D1D197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FCB4F9-4681-43C5-83C5-7EF544F25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7E0768-7461-51F3-ED3B-A7F1DB5B3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84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5EA4-05FB-2653-0367-B00BD868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992B07-CCC1-C619-FF72-52314668D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0DEBD1-1E27-6106-9EB6-0B9E16DF5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B07870-9387-9499-1B54-7FCCD3890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71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2A49F-49CB-7E76-4233-7E5160D13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DB02BD-42D4-A1FA-E1BB-304C6FDC3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390EB0-AD8E-A7BD-9210-2CBA3B86D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8E0C2C-DEDA-CC30-9F4E-9FA5F0782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C544D-FB8C-0A99-4DCF-F5ED22C5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29CE19-8D1D-E429-E723-1A82ABF47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FCD883-9B82-425B-2749-3B6807E9B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08771-BCD8-06DE-EE98-742C71164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7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404DD-CDE8-DFB7-589E-3A4E6E2ED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6F1CEF-5BE1-ADE0-865C-BFC63E15B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C5F991-C456-3089-2009-26E0AD180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17D8DF-83CE-89AD-2D10-477BC76DF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1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555E-1501-4BB0-D73D-C8F3D408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939707-7CDD-E597-9996-C1617269D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809B3F-BE9D-8C9E-29C2-36C0B5DFE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3A7781-D3C7-B576-9BD9-FB8A7342D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196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2FCAB-EBB9-C82E-3249-51FBF5F06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3AF726-D48B-5800-75BC-C7268978E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1A9070-C9AB-3915-4CA2-9F6CACCC5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9BCB73-F2DA-55FD-5D60-2FE606B2A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60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7656-1309-A311-D107-6B48F04AF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86CD64-9554-719A-4D50-A2BCD3A9F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1EF349-C02B-4A2B-8EFC-04AEB21BB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26734F-B05B-0177-B890-A42588DA3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74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21632-E43D-48DF-53A9-FE7928E6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C244D7-8BA1-8BC5-0575-64155F3DA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7C7FE1-B8F3-8C4B-DA3F-3BCE0916A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6429CC-3647-E366-B388-0C59E8CC5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785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44AD6-CB11-1FED-3613-578EFEC7D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CA0B10-D4CE-22FA-4DF0-C8453D3FA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C7CFAB-050D-2E09-87AC-637C83591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89E7FE-0D1C-F9A0-5B41-B6BA4448D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12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A6ED4-B0AF-75B1-C8B5-4FD8A0BA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03B967-B0F4-FDF0-1BDE-A4968E3BF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1D50C7-7EA6-A738-9F7F-F61F97F7E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A8CE71-CD6B-A3AC-F6A0-45429B6FE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01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B44D7-DA6B-C3DD-2B20-8C858198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8BCCCE-68D7-4562-8D33-55DEC7B41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C2D0D2-3A1A-E724-3E16-F1AB04798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B9823A-11FD-6B4B-D1CB-4CDDCADAE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61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E4A89-A73F-4030-7B14-5581AE07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32B99A-9AEB-01F8-7F6E-770836CB7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FC213C-39FB-9A58-85C9-43C588CF5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31DC6-9333-19B0-632F-91CE2FD30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35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DEB0B-14CD-AA0E-B59F-1CBA703B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83C272-DDB2-EC6C-A2DF-B1AE47683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F6B441-B992-B64F-FB86-74B89D7E4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883156-9664-6029-AF30-CF3B1BE3D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894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76465-64E4-1047-445E-ACE12535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4D3409-618B-F675-C1B0-304E23E26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9697AE-4B2C-DE76-B1A1-B2C6A2A62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endParaRPr lang="en-AU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53B070-F576-B3BD-A35A-28D2FCC2A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73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53712" y="960121"/>
            <a:ext cx="3915918" cy="3056343"/>
          </a:xfrm>
        </p:spPr>
        <p:txBody>
          <a:bodyPr anchor="b">
            <a:normAutofit/>
          </a:bodyPr>
          <a:lstStyle>
            <a:lvl1pPr algn="l">
              <a:defRPr sz="3000" b="1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4614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6223035" cy="1326514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224" y="2072640"/>
            <a:ext cx="6243067" cy="3493008"/>
          </a:xfrm>
        </p:spPr>
        <p:txBody>
          <a:bodyPr>
            <a:normAutofit/>
          </a:bodyPr>
          <a:lstStyle>
            <a:lvl1pPr marL="171450" indent="-171450">
              <a:lnSpc>
                <a:spcPts val="18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1500"/>
            </a:lvl1pPr>
            <a:lvl2pPr marL="6000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2pPr>
            <a:lvl3pPr marL="9429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3pPr>
            <a:lvl4pPr marL="12858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4pPr>
            <a:lvl5pPr marL="16287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 </a:t>
            </a:r>
          </a:p>
          <a:p>
            <a:pPr lvl="4"/>
            <a:r>
              <a:rPr lang="en-US"/>
              <a:t>Fifth level 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7061597" y="264696"/>
            <a:ext cx="2082404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656" y="420624"/>
            <a:ext cx="4398264" cy="3621024"/>
          </a:xfrm>
        </p:spPr>
        <p:txBody>
          <a:bodyPr anchor="b">
            <a:normAutofit/>
          </a:bodyPr>
          <a:lstStyle>
            <a:lvl1pPr>
              <a:defRPr sz="3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9477" y="-9144"/>
            <a:ext cx="3436144" cy="6602413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5715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0" y="176784"/>
            <a:ext cx="4398264" cy="3621024"/>
          </a:xfrm>
        </p:spPr>
        <p:txBody>
          <a:bodyPr anchor="b">
            <a:normAutofit/>
          </a:bodyPr>
          <a:lstStyle>
            <a:lvl1pPr>
              <a:defRPr sz="3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430" y="-15240"/>
            <a:ext cx="3436144" cy="6602413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4084321"/>
            <a:ext cx="4398169" cy="2362835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29000" y="6583680"/>
            <a:ext cx="5715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0" y="441961"/>
            <a:ext cx="4231423" cy="3316893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2270" y="4068392"/>
            <a:ext cx="4185440" cy="219759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buNone/>
              <a:defRPr sz="2100"/>
            </a:lvl1pPr>
            <a:lvl2pPr marL="342900" indent="0">
              <a:lnSpc>
                <a:spcPts val="1800"/>
              </a:lnSpc>
              <a:buNone/>
              <a:defRPr sz="1500"/>
            </a:lvl2pPr>
            <a:lvl3pPr marL="685800" indent="0">
              <a:lnSpc>
                <a:spcPts val="1800"/>
              </a:lnSpc>
              <a:buNone/>
              <a:defRPr sz="1500"/>
            </a:lvl3pPr>
            <a:lvl4pPr marL="1028700" indent="0">
              <a:lnSpc>
                <a:spcPts val="1800"/>
              </a:lnSpc>
              <a:buNone/>
              <a:defRPr sz="1500"/>
            </a:lvl4pPr>
            <a:lvl5pPr marL="1371600" indent="0">
              <a:lnSpc>
                <a:spcPts val="1800"/>
              </a:lnSpc>
              <a:buNone/>
              <a:defRPr sz="15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1" y="0"/>
            <a:ext cx="3495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7803881" cy="1326514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0322" y="2073275"/>
            <a:ext cx="3665696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/>
            </a:lvl1pPr>
            <a:lvl2pPr marL="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2pPr>
            <a:lvl3pPr marL="5143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3pPr>
            <a:lvl4pPr marL="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4pPr>
            <a:lvl5pPr marL="8572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5pPr>
            <a:lvl6pPr marL="1200150">
              <a:defRPr/>
            </a:lvl6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7983" y="2073275"/>
            <a:ext cx="3665696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/>
            </a:lvl1pPr>
            <a:lvl2pPr marL="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2pPr>
            <a:lvl3pPr marL="5143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3pPr>
            <a:lvl4pPr marL="8572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4pPr>
            <a:lvl5pPr marL="12001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7803881" cy="1326514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0323" y="2073275"/>
            <a:ext cx="2358628" cy="3687763"/>
          </a:xfrm>
        </p:spPr>
        <p:txBody>
          <a:bodyPr>
            <a:normAutofit/>
          </a:bodyPr>
          <a:lstStyle>
            <a:lvl1pPr marL="240030" indent="-24003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+mj-lt"/>
              <a:buAutoNum type="arabicPeriod"/>
              <a:defRPr sz="1500"/>
            </a:lvl1pPr>
            <a:lvl2pPr marL="514350" indent="-24003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+mj-lt"/>
              <a:buAutoNum type="alphaLcPeriod"/>
              <a:defRPr sz="1500"/>
            </a:lvl2pPr>
            <a:lvl3pPr marL="857250" indent="-24003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+mj-lt"/>
              <a:buAutoNum type="arabicParenR"/>
              <a:defRPr sz="1500"/>
            </a:lvl3pPr>
            <a:lvl4pPr marL="1200150" indent="-24003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+mj-lt"/>
              <a:buAutoNum type="alphaLcParenR"/>
              <a:defRPr sz="1500"/>
            </a:lvl4pPr>
            <a:lvl5pPr marL="1543050" indent="-24003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+mj-lt"/>
              <a:buAutoNum type="romanLcPeriod"/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17570" y="2073275"/>
            <a:ext cx="4644629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/>
            </a:lvl1pPr>
            <a:lvl2pPr marL="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2pPr>
            <a:lvl3pPr marL="5143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3pPr>
            <a:lvl4pPr marL="8572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4pPr>
            <a:lvl5pPr marL="12001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4"/>
            <a:ext cx="1636568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3732934" y="0"/>
            <a:ext cx="5411066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370" y="137160"/>
            <a:ext cx="4629150" cy="1249680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370" y="2087880"/>
            <a:ext cx="76581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/>
            </a:lvl1pPr>
            <a:lvl2pPr marL="3429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/>
            </a:lvl2pPr>
            <a:lvl3pPr marL="6858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200"/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050"/>
            </a:lvl4pPr>
            <a:lvl5pPr marL="13716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05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891540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34491" y="4094802"/>
            <a:ext cx="7520939" cy="246888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370" y="137160"/>
            <a:ext cx="4629150" cy="1249680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370" y="2026920"/>
            <a:ext cx="226314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500"/>
            </a:lvl1pPr>
            <a:lvl2pPr marL="3429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/>
            </a:lvl2pPr>
            <a:lvl3pPr marL="6858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200"/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050"/>
            </a:lvl4pPr>
            <a:lvl5pPr marL="137160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05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94473" y="2026603"/>
            <a:ext cx="5075158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/>
            </a:lvl1pPr>
            <a:lvl2pPr>
              <a:spcBef>
                <a:spcPts val="0"/>
              </a:spcBef>
              <a:spcAft>
                <a:spcPts val="450"/>
              </a:spcAft>
              <a:defRPr/>
            </a:lvl2pPr>
            <a:lvl3pPr>
              <a:spcBef>
                <a:spcPts val="0"/>
              </a:spcBef>
              <a:spcAft>
                <a:spcPts val="450"/>
              </a:spcAft>
              <a:defRPr/>
            </a:lvl3pPr>
            <a:lvl4pPr>
              <a:spcBef>
                <a:spcPts val="0"/>
              </a:spcBef>
              <a:spcAft>
                <a:spcPts val="450"/>
              </a:spcAft>
              <a:defRPr sz="1500"/>
            </a:lvl4pPr>
            <a:lvl5pPr>
              <a:spcBef>
                <a:spcPts val="0"/>
              </a:spcBef>
              <a:spcAft>
                <a:spcPts val="450"/>
              </a:spcAft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891540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6729413" y="5081287"/>
            <a:ext cx="2414588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7803881" cy="1326514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3514" y="2058670"/>
            <a:ext cx="4644629" cy="3687763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500"/>
            </a:lvl1pPr>
            <a:lvl2pPr marL="514350" indent="-17145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500"/>
            </a:lvl2pPr>
            <a:lvl3pPr marL="857250" indent="-17145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500"/>
            </a:lvl3pPr>
            <a:lvl4pPr marL="1200150" indent="-17145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500"/>
            </a:lvl4pPr>
            <a:lvl5pPr marL="1543050" indent="-17145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1613" y="2058671"/>
            <a:ext cx="2252066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/>
            </a:lvl1pPr>
            <a:lvl2pPr marL="171450" indent="-171450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/>
            </a:lvl2pPr>
            <a:lvl3pPr marL="0" indent="0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/>
            </a:lvl3pPr>
            <a:lvl4pPr marL="0" indent="0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/>
            </a:lvl4pPr>
            <a:lvl5pPr marL="0" indent="0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98" y="72518"/>
            <a:ext cx="7803881" cy="1326514"/>
          </a:xfrm>
        </p:spPr>
        <p:txBody>
          <a:bodyPr anchor="b">
            <a:normAutofit/>
          </a:bodyPr>
          <a:lstStyle>
            <a:lvl1pPr>
              <a:defRPr sz="21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3514" y="2043430"/>
            <a:ext cx="7803881" cy="3925467"/>
          </a:xfrm>
        </p:spPr>
        <p:txBody>
          <a:bodyPr>
            <a:norm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sz="1500"/>
            </a:lvl1pPr>
            <a:lvl2pPr marL="514350" indent="-171450">
              <a:lnSpc>
                <a:spcPct val="100000"/>
              </a:lnSpc>
              <a:spcBef>
                <a:spcPts val="375"/>
              </a:spcBef>
              <a:spcAft>
                <a:spcPts val="450"/>
              </a:spcAft>
              <a:defRPr sz="1500"/>
            </a:lvl2pPr>
            <a:lvl3pPr marL="857250" indent="-171450">
              <a:lnSpc>
                <a:spcPct val="100000"/>
              </a:lnSpc>
              <a:spcBef>
                <a:spcPts val="375"/>
              </a:spcBef>
              <a:spcAft>
                <a:spcPts val="450"/>
              </a:spcAft>
              <a:defRPr sz="1500"/>
            </a:lvl3pPr>
            <a:lvl4pPr marL="1200150" indent="-171450">
              <a:lnSpc>
                <a:spcPct val="100000"/>
              </a:lnSpc>
              <a:spcBef>
                <a:spcPts val="375"/>
              </a:spcBef>
              <a:spcAft>
                <a:spcPts val="450"/>
              </a:spcAft>
              <a:defRPr sz="1500"/>
            </a:lvl4pPr>
            <a:lvl5pPr marL="1543050" indent="-171450">
              <a:lnSpc>
                <a:spcPct val="100000"/>
              </a:lnSpc>
              <a:spcBef>
                <a:spcPts val="375"/>
              </a:spcBef>
              <a:spcAft>
                <a:spcPts val="450"/>
              </a:spcAft>
              <a:defRPr sz="15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14" y="6246623"/>
            <a:ext cx="2002536" cy="365125"/>
          </a:xfrm>
        </p:spPr>
        <p:txBody>
          <a:bodyPr/>
          <a:lstStyle>
            <a:lvl1pPr>
              <a:defRPr sz="105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4646" y="6246623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3358576" y="0"/>
            <a:ext cx="57854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514" y="505016"/>
            <a:ext cx="4331742" cy="3284932"/>
          </a:xfrm>
        </p:spPr>
        <p:txBody>
          <a:bodyPr anchor="b">
            <a:normAutofit/>
          </a:bodyPr>
          <a:lstStyle>
            <a:lvl1pPr>
              <a:defRPr sz="30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3515" y="4006024"/>
            <a:ext cx="4345686" cy="234696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500"/>
            </a:lvl1pPr>
            <a:lvl2pPr marL="6000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2pPr>
            <a:lvl3pPr marL="9429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3pPr>
            <a:lvl4pPr marL="12858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4pPr>
            <a:lvl5pPr marL="1628775" indent="-257175">
              <a:lnSpc>
                <a:spcPts val="1800"/>
              </a:lnSpc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 </a:t>
            </a:r>
          </a:p>
          <a:p>
            <a:pPr lvl="4"/>
            <a:r>
              <a:rPr lang="en-US"/>
              <a:t>Fifth level 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672585"/>
            <a:ext cx="7886700" cy="1299411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288" y="-50037"/>
            <a:ext cx="9139523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35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5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pos="1440" userDrawn="1">
          <p15:clr>
            <a:srgbClr val="F26B43"/>
          </p15:clr>
        </p15:guide>
        <p15:guide id="3" pos="4320" userDrawn="1">
          <p15:clr>
            <a:srgbClr val="F26B43"/>
          </p15:clr>
        </p15:guide>
        <p15:guide id="4" pos="5328" userDrawn="1">
          <p15:clr>
            <a:srgbClr val="C35EA4"/>
          </p15:clr>
        </p15:guide>
        <p15:guide id="5" pos="432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rtvisualizer.com/bubblesor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rtvisualizer.com/bubblesor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onway%27s_Game_of_Life" TargetMode="Externa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gif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ocs.python.org/3/library/turtle.html#module-turtle" TargetMode="Externa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8417" y="1484243"/>
            <a:ext cx="4401213" cy="4311374"/>
          </a:xfrm>
        </p:spPr>
        <p:txBody>
          <a:bodyPr anchor="ctr">
            <a:normAutofit/>
          </a:bodyPr>
          <a:lstStyle/>
          <a:p>
            <a:pPr algn="r"/>
            <a:r>
              <a:rPr lang="en-US" sz="4800"/>
              <a:t>Python</a:t>
            </a:r>
            <a:br>
              <a:rPr lang="en-US" sz="4800"/>
            </a:br>
            <a:r>
              <a:rPr lang="en-US" altLang="zh-CN" sz="4800"/>
              <a:t>Problem</a:t>
            </a:r>
            <a:br>
              <a:rPr lang="en-AU" altLang="zh-CN" sz="4800"/>
            </a:br>
            <a:r>
              <a:rPr lang="en-US" altLang="zh-CN" sz="4800"/>
              <a:t>Solver</a:t>
            </a:r>
            <a:br>
              <a:rPr lang="en-AU" altLang="zh-CN" sz="4800"/>
            </a:b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60000"/>
            <a:ext cx="5400000" cy="720000"/>
          </a:xfrm>
        </p:spPr>
        <p:txBody>
          <a:bodyPr/>
          <a:lstStyle/>
          <a:p>
            <a:r>
              <a:rPr lang="en-US" altLang="zh-CN"/>
              <a:t>Get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know</a:t>
            </a:r>
            <a:r>
              <a:rPr lang="zh-CN" altLang="en-US"/>
              <a:t> </a:t>
            </a:r>
            <a:r>
              <a:rPr lang="en-US" altLang="zh-CN"/>
              <a:t>each</a:t>
            </a:r>
            <a:r>
              <a:rPr lang="zh-CN" altLang="en-US"/>
              <a:t> </a:t>
            </a:r>
            <a:r>
              <a:rPr lang="en-US" altLang="zh-CN"/>
              <a:t>other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999" y="1619999"/>
            <a:ext cx="7200000" cy="4341185"/>
          </a:xfrm>
        </p:spPr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I’m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Bryan</a:t>
            </a:r>
          </a:p>
          <a:p>
            <a:pPr marL="228600" indent="-228600">
              <a:buAutoNum type="arabicPeriod"/>
            </a:pP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Introduce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each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student: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endParaRPr lang="en-AU" altLang="zh-CN" sz="2000">
              <a:ea typeface="LingWai SC Medium" panose="03050602040302020204" pitchFamily="66" charset="-122"/>
              <a:cs typeface="LingWai SC Medium" panose="03050602040302020204" pitchFamily="66" charset="-122"/>
            </a:endParaRPr>
          </a:p>
          <a:p>
            <a:pPr marL="771525" lvl="1" indent="-342900"/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Age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/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year</a:t>
            </a:r>
          </a:p>
          <a:p>
            <a:pPr marL="771525" lvl="1" indent="-342900"/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What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have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learned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before?</a:t>
            </a:r>
          </a:p>
          <a:p>
            <a:pPr marL="771525" lvl="1" indent="-342900"/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What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do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you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want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to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achieve?</a:t>
            </a:r>
          </a:p>
          <a:p>
            <a:pPr marL="771525" lvl="1" indent="-342900"/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What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other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hobbies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do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you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have?</a:t>
            </a:r>
          </a:p>
          <a:p>
            <a:pPr marL="771525" lvl="1" indent="-342900"/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Write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a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name</a:t>
            </a:r>
            <a:r>
              <a:rPr lang="zh-CN" altLang="en-US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 </a:t>
            </a:r>
            <a:r>
              <a:rPr lang="en-US" altLang="zh-CN" sz="2000">
                <a:ea typeface="LingWai SC Medium" panose="03050602040302020204" pitchFamily="66" charset="-122"/>
                <a:cs typeface="LingWai SC Medium" panose="03050602040302020204" pitchFamily="66" charset="-122"/>
              </a:rPr>
              <a:t>plate</a:t>
            </a:r>
          </a:p>
          <a:p>
            <a:endParaRPr lang="en-US" sz="2000">
              <a:ea typeface="LingWai SC Medium" panose="03050602040302020204" pitchFamily="66" charset="-122"/>
              <a:cs typeface="LingWai SC Medium" panose="03050602040302020204" pitchFamily="66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6E572-37F3-6505-9595-979DDD02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09BBD7C-67DD-D248-4D73-FBC3BDBEE4E2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540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Course</a:t>
            </a:r>
            <a:r>
              <a:rPr lang="zh-CN" altLang="en-US"/>
              <a:t> </a:t>
            </a:r>
            <a:r>
              <a:rPr lang="en-ZA"/>
              <a:t>objectives</a:t>
            </a: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263483FF-D166-F175-50EA-7A0C9C73A8D5}"/>
              </a:ext>
            </a:extLst>
          </p:cNvPr>
          <p:cNvSpPr txBox="1"/>
          <p:nvPr/>
        </p:nvSpPr>
        <p:spPr>
          <a:xfrm>
            <a:off x="1438775" y="5797948"/>
            <a:ext cx="14889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>
                <a:solidFill>
                  <a:schemeClr val="bg1"/>
                </a:solidFill>
              </a:rPr>
              <a:t>John Von Neumann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8850535-C6AE-0AA7-EAFA-0558D841E75F}"/>
              </a:ext>
            </a:extLst>
          </p:cNvPr>
          <p:cNvSpPr txBox="1">
            <a:spLocks/>
          </p:cNvSpPr>
          <p:nvPr/>
        </p:nvSpPr>
        <p:spPr>
          <a:xfrm>
            <a:off x="360000" y="1620000"/>
            <a:ext cx="6859507" cy="4439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Using Python to solve real life problems,</a:t>
            </a:r>
            <a:endParaRPr lang="en-AU" sz="20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Building algorithmic thinking,</a:t>
            </a:r>
            <a:endParaRPr lang="en-AU" sz="20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Data structures and algorithms,</a:t>
            </a:r>
            <a:endParaRPr lang="en-AU" sz="20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Set foundation for high school Software Engineering, Enterprise Computing and related subjects,</a:t>
            </a:r>
            <a:endParaRPr lang="en-AU" sz="20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/>
              <a:t>Prepare for AIO and further competitions</a:t>
            </a:r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304525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1D835-52B8-0B2C-84FE-353FEFED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0E857A4-AEBA-849B-4F96-104E5B38985F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Street construction (2018 AIO P1)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4FC1B0-000F-01D1-5A3F-EE527C2DF6AE}"/>
              </a:ext>
            </a:extLst>
          </p:cNvPr>
          <p:cNvSpPr txBox="1"/>
          <p:nvPr/>
        </p:nvSpPr>
        <p:spPr>
          <a:xfrm>
            <a:off x="359998" y="1260000"/>
            <a:ext cx="7200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great city of </a:t>
            </a:r>
            <a:r>
              <a:rPr lang="en-AU" sz="2000" dirty="0" err="1"/>
              <a:t>Dubvegas</a:t>
            </a:r>
            <a:r>
              <a:rPr lang="en-AU" sz="2000" dirty="0"/>
              <a:t> is designing one side of a new street. This street is divided into evenly sized chunks of land, each of which will be used for either a house or a park. The city takes great pride in both the number of parks that it has, and that no one has to walk far to reach one of their wonderful parks.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In particular, the city calls a group of consecutive houses a ‘block’. The size of a block is the number of houses it contains.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F29C7-70CB-7A5B-C61E-DD43DC170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8" y="4381314"/>
            <a:ext cx="7200000" cy="158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06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E82B-033A-37D1-6219-A78E3287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A980-A981-A9D0-55F2-FF443729391E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Street construction (2018 AIO P1)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77A0A-738C-D89B-B962-E7474FBFAA90}"/>
              </a:ext>
            </a:extLst>
          </p:cNvPr>
          <p:cNvSpPr txBox="1"/>
          <p:nvPr/>
        </p:nvSpPr>
        <p:spPr>
          <a:xfrm>
            <a:off x="359998" y="1260000"/>
            <a:ext cx="72000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You must determine, given the number of chunks of land on the street and the number of parks that will be built, the minimum possible size of the largest block.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Input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only line will contain the number of chunks of land N on the street, followed by the number of parks that will be built K.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Output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Your program should output the minimum possible size of the largest block on a street with N chunks of land, where K parks will be built.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98389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A1351-0ECC-669A-13E7-0C13B3C4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68C8-0A49-0537-8F87-67888A147A90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Street construction (2018 AIO P1)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DB9F7-C5B5-5C93-1BC7-BB2FE7883D54}"/>
              </a:ext>
            </a:extLst>
          </p:cNvPr>
          <p:cNvSpPr txBox="1"/>
          <p:nvPr/>
        </p:nvSpPr>
        <p:spPr>
          <a:xfrm>
            <a:off x="359997" y="1260000"/>
            <a:ext cx="79199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Sample Input 1		Sample Input 2		Sample Input 3</a:t>
            </a:r>
          </a:p>
          <a:p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3 1			3 3			7 2</a:t>
            </a:r>
          </a:p>
          <a:p>
            <a:endParaRPr lang="en-A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Sample Output 1 	Sample Output 2	Sample Output 3</a:t>
            </a:r>
          </a:p>
          <a:p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</a:rPr>
              <a:t>1			0			2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9289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2C2DD-E3B5-7086-D6D6-3E1DDD561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F7B6905-BC0C-BF63-4E27-8A4A3F49821D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Street construction (2018 AIO P1)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7212D0-197C-23B6-F9D6-CBBD31CA3654}"/>
              </a:ext>
            </a:extLst>
          </p:cNvPr>
          <p:cNvSpPr txBox="1"/>
          <p:nvPr/>
        </p:nvSpPr>
        <p:spPr>
          <a:xfrm>
            <a:off x="359998" y="1260000"/>
            <a:ext cx="720000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Planning</a:t>
            </a:r>
          </a:p>
          <a:p>
            <a:pPr marL="457200" indent="-457200" fontAlgn="base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AU" sz="2000" dirty="0"/>
              <a:t>Essentially it’s about how to divide the houses into blocks ‘as evenly as possible’.</a:t>
            </a:r>
          </a:p>
          <a:p>
            <a:pPr marL="457200" indent="-457200" fontAlgn="base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AU" sz="2000" dirty="0"/>
              <a:t>Number of blocks is number of parks + 1</a:t>
            </a:r>
          </a:p>
          <a:p>
            <a:pPr marL="457200" indent="-457200" fontAlgn="base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AU" sz="2000" dirty="0"/>
              <a:t>What’s the size of the largest block when distributed ‘as evenly as possible’?</a:t>
            </a:r>
          </a:p>
          <a:p>
            <a:pPr marL="914400" lvl="1" indent="-4572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/>
              <a:t>If </a:t>
            </a:r>
            <a:r>
              <a:rPr lang="en-AU" sz="2000" i="1" dirty="0"/>
              <a:t>N</a:t>
            </a:r>
            <a:r>
              <a:rPr lang="en-AU" sz="2000" dirty="0"/>
              <a:t> is a multiple of </a:t>
            </a:r>
            <a:r>
              <a:rPr lang="en-AU" sz="2000" i="1" dirty="0"/>
              <a:t>K</a:t>
            </a:r>
            <a:r>
              <a:rPr lang="en-AU" sz="2000" dirty="0"/>
              <a:t>+1, it’s _______.</a:t>
            </a:r>
          </a:p>
          <a:p>
            <a:pPr marL="914400" lvl="1" indent="-4572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/>
              <a:t>If not, it’s _______.</a:t>
            </a:r>
          </a:p>
          <a:p>
            <a:pPr marL="914400" lvl="1" indent="-4572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457200" indent="-4572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FF0000"/>
                </a:solidFill>
              </a:rPr>
              <a:t>It’s indeed ceiling division.  Useful formula for ceiling division </a:t>
            </a:r>
            <a:r>
              <a:rPr lang="en-AU" sz="2000" i="1" dirty="0">
                <a:solidFill>
                  <a:srgbClr val="FF0000"/>
                </a:solidFill>
              </a:rPr>
              <a:t>a</a:t>
            </a:r>
            <a:r>
              <a:rPr lang="en-AU" sz="2000" dirty="0">
                <a:solidFill>
                  <a:srgbClr val="FF0000"/>
                </a:solidFill>
              </a:rPr>
              <a:t> by </a:t>
            </a:r>
            <a:r>
              <a:rPr lang="en-AU" sz="2000" i="1" dirty="0">
                <a:solidFill>
                  <a:srgbClr val="FF0000"/>
                </a:solidFill>
              </a:rPr>
              <a:t>b</a:t>
            </a:r>
            <a:r>
              <a:rPr lang="en-AU" sz="2000" dirty="0">
                <a:solidFill>
                  <a:srgbClr val="FF0000"/>
                </a:solidFill>
              </a:rPr>
              <a:t>: </a:t>
            </a:r>
          </a:p>
          <a:p>
            <a:pPr lvl="2" fontAlgn="base">
              <a:spcBef>
                <a:spcPts val="600"/>
              </a:spcBef>
              <a:spcAft>
                <a:spcPts val="600"/>
              </a:spcAft>
            </a:pPr>
            <a:r>
              <a:rPr lang="en-AU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 + b - 1) // b</a:t>
            </a:r>
            <a:r>
              <a:rPr lang="en-AU" sz="2000" dirty="0">
                <a:solidFill>
                  <a:srgbClr val="FF0000"/>
                </a:solidFill>
              </a:rPr>
              <a:t>, or </a:t>
            </a:r>
          </a:p>
          <a:p>
            <a:pPr lvl="2" fontAlgn="base">
              <a:spcBef>
                <a:spcPts val="600"/>
              </a:spcBef>
              <a:spcAft>
                <a:spcPts val="600"/>
              </a:spcAft>
            </a:pPr>
            <a:r>
              <a:rPr lang="en-AU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 + ((a - 1) // b)</a:t>
            </a:r>
          </a:p>
        </p:txBody>
      </p:sp>
    </p:spTree>
    <p:extLst>
      <p:ext uri="{BB962C8B-B14F-4D97-AF65-F5344CB8AC3E}">
        <p14:creationId xmlns:p14="http://schemas.microsoft.com/office/powerpoint/2010/main" val="388877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1F105-6217-A273-4961-DEE67576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682B-0914-46B1-58A2-B0163BC2FB7A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Street construction (2018 AIO P1)</a:t>
            </a:r>
            <a:endParaRPr lang="en-AU" dirty="0"/>
          </a:p>
        </p:txBody>
      </p:sp>
      <p:pic>
        <p:nvPicPr>
          <p:cNvPr id="5" name="Picture 4" descr="Aerial View of Central Park">
            <a:extLst>
              <a:ext uri="{FF2B5EF4-FFF2-40B4-BE49-F238E27FC236}">
                <a16:creationId xmlns:a16="http://schemas.microsoft.com/office/drawing/2014/main" id="{1840AED4-293C-DB84-3698-51AB8BFC5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620000"/>
            <a:ext cx="6802586" cy="4517342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D502C69-FBC3-59ED-0B92-CD3E5E1845CD}"/>
              </a:ext>
            </a:extLst>
          </p:cNvPr>
          <p:cNvSpPr txBox="1">
            <a:spLocks/>
          </p:cNvSpPr>
          <p:nvPr/>
        </p:nvSpPr>
        <p:spPr>
          <a:xfrm rot="16200000">
            <a:off x="4543915" y="3518671"/>
            <a:ext cx="4517342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buNone/>
            </a:pPr>
            <a:r>
              <a:rPr lang="en-US" altLang="zh-CN" sz="4400" b="0" i="0" dirty="0">
                <a:solidFill>
                  <a:schemeClr val="bg1"/>
                </a:solidFill>
                <a:effectLst/>
                <a:latin typeface="Inter"/>
              </a:rPr>
              <a:t>Code</a:t>
            </a:r>
            <a:r>
              <a:rPr lang="zh-CN" altLang="en-US" sz="4400" b="0" i="0" dirty="0">
                <a:solidFill>
                  <a:schemeClr val="bg1"/>
                </a:solidFill>
                <a:effectLst/>
                <a:latin typeface="Inter"/>
              </a:rPr>
              <a:t> </a:t>
            </a:r>
            <a:r>
              <a:rPr lang="en-US" altLang="zh-CN" sz="4400" b="0" i="0" dirty="0">
                <a:solidFill>
                  <a:schemeClr val="bg1"/>
                </a:solidFill>
                <a:effectLst/>
                <a:latin typeface="Inter"/>
              </a:rPr>
              <a:t>explained</a:t>
            </a:r>
          </a:p>
        </p:txBody>
      </p:sp>
    </p:spTree>
    <p:extLst>
      <p:ext uri="{BB962C8B-B14F-4D97-AF65-F5344CB8AC3E}">
        <p14:creationId xmlns:p14="http://schemas.microsoft.com/office/powerpoint/2010/main" val="1232642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D65B60C-C7C3-FF94-5D89-4835F31B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4C69C-0CCD-DE22-E649-E09B21A8C6D5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Street construction (2018 AIO P1)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1211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ECFE1-63E9-31C2-0144-4D088C19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FAE817-86CA-BDA2-3AB1-B5AF5C4A739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bubble sort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FA4661-0C11-69C4-548F-F5ED10C98A30}"/>
              </a:ext>
            </a:extLst>
          </p:cNvPr>
          <p:cNvSpPr txBox="1"/>
          <p:nvPr/>
        </p:nvSpPr>
        <p:spPr>
          <a:xfrm>
            <a:off x="359998" y="1260000"/>
            <a:ext cx="7200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Almost all software systems will need to sort data in a particular order.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Problem: Sort 27.2 million data records, how long does it take?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C48FAD6-7D26-2D2E-4205-CF72EF78886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0000" y="2984991"/>
              <a:ext cx="6996891" cy="2348846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32297">
                      <a:extLst>
                        <a:ext uri="{9D8B030D-6E8A-4147-A177-3AD203B41FA5}">
                          <a16:colId xmlns:a16="http://schemas.microsoft.com/office/drawing/2014/main" val="796819700"/>
                        </a:ext>
                      </a:extLst>
                    </a:gridCol>
                    <a:gridCol w="2332297">
                      <a:extLst>
                        <a:ext uri="{9D8B030D-6E8A-4147-A177-3AD203B41FA5}">
                          <a16:colId xmlns:a16="http://schemas.microsoft.com/office/drawing/2014/main" val="608011384"/>
                        </a:ext>
                      </a:extLst>
                    </a:gridCol>
                    <a:gridCol w="2332297">
                      <a:extLst>
                        <a:ext uri="{9D8B030D-6E8A-4147-A177-3AD203B41FA5}">
                          <a16:colId xmlns:a16="http://schemas.microsoft.com/office/drawing/2014/main" val="1537365064"/>
                        </a:ext>
                      </a:extLst>
                    </a:gridCol>
                  </a:tblGrid>
                  <a:tr h="391444">
                    <a:tc>
                      <a:txBody>
                        <a:bodyPr/>
                        <a:lstStyle/>
                        <a:p>
                          <a:endParaRPr lang="en-AU" sz="16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Comparisons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Time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66576448"/>
                      </a:ext>
                    </a:extLst>
                  </a:tr>
                  <a:tr h="78297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f>
                                  <m:fPr>
                                    <m:ctrlPr>
                                      <a:rPr lang="en-A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60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AU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370 trillion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11.7</a:t>
                          </a:r>
                          <a:r>
                            <a:rPr lang="en-AU" sz="1600" dirty="0"/>
                            <a:t> years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74879788"/>
                      </a:ext>
                    </a:extLst>
                  </a:tr>
                  <a:tr h="78297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f>
                                  <m:fPr>
                                    <m:ctrlPr>
                                      <a:rPr lang="en-AU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AU" sz="1600" b="0" i="1" smtClean="0">
                                            <a:latin typeface="Cambria Math" panose="02040503050406030204" pitchFamily="18" charset="0"/>
                                          </a:rPr>
                                          <m:t>1.8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AU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12 trillion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9.3 months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687902"/>
                      </a:ext>
                    </a:extLst>
                  </a:tr>
                  <a:tr h="391444"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Quicksort (</a:t>
                          </a:r>
                          <a14:m>
                            <m:oMath xmlns:m="http://schemas.openxmlformats.org/officeDocument/2006/math">
                              <m:r>
                                <a:rPr lang="en-AU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func>
                                <m:funcPr>
                                  <m:ctrlPr>
                                    <a:rPr lang="en-AU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AU" sz="16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AU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oMath>
                          </a14:m>
                          <a:r>
                            <a:rPr lang="en-AU" sz="1600" dirty="0"/>
                            <a:t>)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466 million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7 mins 45 secs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9858452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C48FAD6-7D26-2D2E-4205-CF72EF7888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4332275"/>
                  </p:ext>
                </p:extLst>
              </p:nvPr>
            </p:nvGraphicFramePr>
            <p:xfrm>
              <a:off x="360000" y="2984991"/>
              <a:ext cx="6996891" cy="2348846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32297">
                      <a:extLst>
                        <a:ext uri="{9D8B030D-6E8A-4147-A177-3AD203B41FA5}">
                          <a16:colId xmlns:a16="http://schemas.microsoft.com/office/drawing/2014/main" val="796819700"/>
                        </a:ext>
                      </a:extLst>
                    </a:gridCol>
                    <a:gridCol w="2332297">
                      <a:extLst>
                        <a:ext uri="{9D8B030D-6E8A-4147-A177-3AD203B41FA5}">
                          <a16:colId xmlns:a16="http://schemas.microsoft.com/office/drawing/2014/main" val="608011384"/>
                        </a:ext>
                      </a:extLst>
                    </a:gridCol>
                    <a:gridCol w="2332297">
                      <a:extLst>
                        <a:ext uri="{9D8B030D-6E8A-4147-A177-3AD203B41FA5}">
                          <a16:colId xmlns:a16="http://schemas.microsoft.com/office/drawing/2014/main" val="1537365064"/>
                        </a:ext>
                      </a:extLst>
                    </a:gridCol>
                  </a:tblGrid>
                  <a:tr h="391444">
                    <a:tc>
                      <a:txBody>
                        <a:bodyPr/>
                        <a:lstStyle/>
                        <a:p>
                          <a:endParaRPr lang="en-AU" sz="16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Comparisons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Time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166576448"/>
                      </a:ext>
                    </a:extLst>
                  </a:tr>
                  <a:tr h="7829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t="-54839" r="-200000" b="-15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370 trillion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11.7</a:t>
                          </a:r>
                          <a:r>
                            <a:rPr lang="en-AU" sz="1600" dirty="0"/>
                            <a:t> years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74879788"/>
                      </a:ext>
                    </a:extLst>
                  </a:tr>
                  <a:tr h="7829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t="-157377" r="-200000" b="-573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12 trillion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9.3 months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687902"/>
                      </a:ext>
                    </a:extLst>
                  </a:tr>
                  <a:tr h="3914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t="-506452" r="-200000" b="-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466 million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7 mins 45 secs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9858452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B24CCBF-AD5B-4E91-2219-164B7EC5C706}"/>
              </a:ext>
            </a:extLst>
          </p:cNvPr>
          <p:cNvSpPr/>
          <p:nvPr/>
        </p:nvSpPr>
        <p:spPr>
          <a:xfrm>
            <a:off x="360000" y="4902011"/>
            <a:ext cx="6996891" cy="557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64C1D0-ACCC-3DF4-6E8F-E5800FC260E9}"/>
              </a:ext>
            </a:extLst>
          </p:cNvPr>
          <p:cNvSpPr/>
          <p:nvPr/>
        </p:nvSpPr>
        <p:spPr>
          <a:xfrm>
            <a:off x="360000" y="4128391"/>
            <a:ext cx="6996891" cy="7736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</p:spTree>
    <p:extLst>
      <p:ext uri="{BB962C8B-B14F-4D97-AF65-F5344CB8AC3E}">
        <p14:creationId xmlns:p14="http://schemas.microsoft.com/office/powerpoint/2010/main" val="353895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C222-C4A1-A0F4-F6D7-44B471B2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FBF3-2A68-4069-AC9C-F3C8B4A8B4A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bubble sort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6C144-ECBD-E863-2181-1B03F4C70D80}"/>
              </a:ext>
            </a:extLst>
          </p:cNvPr>
          <p:cNvSpPr txBox="1"/>
          <p:nvPr/>
        </p:nvSpPr>
        <p:spPr>
          <a:xfrm>
            <a:off x="359998" y="1260000"/>
            <a:ext cx="72000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There are many different sorting algorithms, each with different space and time complexity, and different use cases.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simplest is the bubble sort.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b="1" dirty="0">
              <a:hlinkClick r:id="rId3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1600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https://sortvisualizer.com/bubblesort/</a:t>
            </a:r>
            <a:endParaRPr lang="en-A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You keep scanning the entire list from left to right, each time swapping a pair of adjacent numbers if they are not in order.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Now you see why it’s called bubble sort?</a:t>
            </a:r>
          </a:p>
        </p:txBody>
      </p:sp>
    </p:spTree>
    <p:extLst>
      <p:ext uri="{BB962C8B-B14F-4D97-AF65-F5344CB8AC3E}">
        <p14:creationId xmlns:p14="http://schemas.microsoft.com/office/powerpoint/2010/main" val="3936255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3D98-B438-9310-1441-8B240502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8E86-9E51-475A-61EE-D1207FBDCB2D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</a:t>
            </a:r>
            <a:r>
              <a:rPr lang="en-AU" dirty="0"/>
              <a:t>Bubble Sort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27B7F-0E28-6F7D-6F3B-D7EFAAC4BDFE}"/>
              </a:ext>
            </a:extLst>
          </p:cNvPr>
          <p:cNvSpPr txBox="1"/>
          <p:nvPr/>
        </p:nvSpPr>
        <p:spPr>
          <a:xfrm>
            <a:off x="359998" y="1260000"/>
            <a:ext cx="720000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Plan (sort in ascending order):</a:t>
            </a:r>
          </a:p>
          <a:p>
            <a:pPr marL="457200" indent="-457200" fontAlgn="base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AU" dirty="0"/>
              <a:t>Prepare the input list</a:t>
            </a:r>
          </a:p>
          <a:p>
            <a:pPr marL="342900" indent="-342900" fontAlgn="base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AU" dirty="0"/>
              <a:t>Loop </a:t>
            </a:r>
            <a:r>
              <a:rPr lang="en-AU" dirty="0" err="1"/>
              <a:t>i</a:t>
            </a:r>
            <a:r>
              <a:rPr lang="en-AU" dirty="0"/>
              <a:t> from 1</a:t>
            </a:r>
            <a:r>
              <a:rPr lang="en-AU" baseline="30000" dirty="0"/>
              <a:t>st</a:t>
            </a:r>
            <a:r>
              <a:rPr lang="en-AU" dirty="0"/>
              <a:t> to last: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Loop j from 1</a:t>
            </a:r>
            <a:r>
              <a:rPr lang="en-AU" baseline="30000" dirty="0"/>
              <a:t>st</a:t>
            </a:r>
            <a:r>
              <a:rPr lang="en-AU" dirty="0"/>
              <a:t> to last: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	if list[j] &lt; list[j-1]: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		swap list[j] with list[j-1]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AU" dirty="0"/>
              <a:t>Output list</a:t>
            </a:r>
          </a:p>
        </p:txBody>
      </p:sp>
    </p:spTree>
    <p:extLst>
      <p:ext uri="{BB962C8B-B14F-4D97-AF65-F5344CB8AC3E}">
        <p14:creationId xmlns:p14="http://schemas.microsoft.com/office/powerpoint/2010/main" val="2970994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B7D9A-8C29-85A7-BAF7-5F413221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A22DC07-949B-13E5-AD72-66B1068D28F6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bubble sort</a:t>
            </a:r>
            <a:endParaRPr lang="en-AU" dirty="0"/>
          </a:p>
        </p:txBody>
      </p:sp>
      <p:pic>
        <p:nvPicPr>
          <p:cNvPr id="12" name="Picture 11" descr="Bubble Sort in Data Structure: Algorithm, Steps, and Examples">
            <a:extLst>
              <a:ext uri="{FF2B5EF4-FFF2-40B4-BE49-F238E27FC236}">
                <a16:creationId xmlns:a16="http://schemas.microsoft.com/office/drawing/2014/main" id="{375CD3BC-2752-34F6-0E2D-C7AEF621E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63"/>
          <a:stretch>
            <a:fillRect/>
          </a:stretch>
        </p:blipFill>
        <p:spPr>
          <a:xfrm>
            <a:off x="359999" y="1080001"/>
            <a:ext cx="7619667" cy="480084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14C707D-9EDC-7117-3198-155B64FE320D}"/>
              </a:ext>
            </a:extLst>
          </p:cNvPr>
          <p:cNvSpPr txBox="1">
            <a:spLocks/>
          </p:cNvSpPr>
          <p:nvPr/>
        </p:nvSpPr>
        <p:spPr>
          <a:xfrm rot="16200000">
            <a:off x="4634824" y="2745838"/>
            <a:ext cx="5550018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buNone/>
            </a:pPr>
            <a:r>
              <a:rPr lang="en-US" altLang="zh-CN" sz="4400" b="0" i="0" dirty="0">
                <a:effectLst/>
                <a:latin typeface="Inter"/>
              </a:rPr>
              <a:t>Code</a:t>
            </a:r>
            <a:r>
              <a:rPr lang="zh-CN" altLang="en-US" sz="4400" b="0" i="0" dirty="0">
                <a:effectLst/>
                <a:latin typeface="Inter"/>
              </a:rPr>
              <a:t> </a:t>
            </a:r>
            <a:r>
              <a:rPr lang="en-US" altLang="zh-CN" sz="4400" b="0" i="0" dirty="0">
                <a:effectLst/>
                <a:latin typeface="Inter"/>
              </a:rPr>
              <a:t>explained</a:t>
            </a:r>
          </a:p>
        </p:txBody>
      </p:sp>
    </p:spTree>
    <p:extLst>
      <p:ext uri="{BB962C8B-B14F-4D97-AF65-F5344CB8AC3E}">
        <p14:creationId xmlns:p14="http://schemas.microsoft.com/office/powerpoint/2010/main" val="1599270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FF219E-5C32-2E48-35B2-74541B871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481A-D2CF-1FBC-304F-48CFCC322951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23 </a:t>
            </a:r>
            <a:r>
              <a:rPr lang="en-AU" dirty="0"/>
              <a:t>The Vigenère Cipher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9E2F2-98C1-23BB-75A2-D79A864FA3D5}"/>
              </a:ext>
            </a:extLst>
          </p:cNvPr>
          <p:cNvSpPr txBox="1"/>
          <p:nvPr/>
        </p:nvSpPr>
        <p:spPr>
          <a:xfrm>
            <a:off x="359998" y="1260000"/>
            <a:ext cx="72000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There are many different sorting algorithms, each with different space and time complexity, and different use cases.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simplest is the bubble sort.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b="1" dirty="0">
              <a:hlinkClick r:id="rId3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1600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https://sortvisualizer.com/bubblesort/</a:t>
            </a:r>
            <a:endParaRPr lang="en-A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You keep scanning the entire list from left to right, each time swapping a pair of adjacent numbers if they are not in order.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Now you see why it’s called bubble sort?</a:t>
            </a:r>
          </a:p>
        </p:txBody>
      </p:sp>
    </p:spTree>
    <p:extLst>
      <p:ext uri="{BB962C8B-B14F-4D97-AF65-F5344CB8AC3E}">
        <p14:creationId xmlns:p14="http://schemas.microsoft.com/office/powerpoint/2010/main" val="2128731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9272CF-0146-B58E-B420-7B1DF47A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DD8F5-5BBF-619A-1951-B27B82ABCE7C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24 </a:t>
            </a:r>
            <a:r>
              <a:rPr lang="en-AU" dirty="0"/>
              <a:t>Bubble Sort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2C227-07DF-CCDF-45FE-20671B559007}"/>
              </a:ext>
            </a:extLst>
          </p:cNvPr>
          <p:cNvSpPr txBox="1"/>
          <p:nvPr/>
        </p:nvSpPr>
        <p:spPr>
          <a:xfrm>
            <a:off x="359998" y="1260000"/>
            <a:ext cx="720000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Plan (sort in ascending order):</a:t>
            </a:r>
          </a:p>
          <a:p>
            <a:pPr marL="457200" indent="-457200" fontAlgn="base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AU" dirty="0"/>
              <a:t>Prepare the input list</a:t>
            </a:r>
          </a:p>
          <a:p>
            <a:pPr marL="342900" indent="-342900" fontAlgn="base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AU" dirty="0"/>
              <a:t>Loop </a:t>
            </a:r>
            <a:r>
              <a:rPr lang="en-AU" dirty="0" err="1"/>
              <a:t>i</a:t>
            </a:r>
            <a:r>
              <a:rPr lang="en-AU" dirty="0"/>
              <a:t> from 1</a:t>
            </a:r>
            <a:r>
              <a:rPr lang="en-AU" baseline="30000" dirty="0"/>
              <a:t>st</a:t>
            </a:r>
            <a:r>
              <a:rPr lang="en-AU" dirty="0"/>
              <a:t> to last: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Loop j from i+1 to last: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	if list[j] &lt; list[j-1]:</a:t>
            </a:r>
          </a:p>
          <a:p>
            <a:pPr lvl="1" fontAlgn="base">
              <a:spcBef>
                <a:spcPts val="300"/>
              </a:spcBef>
              <a:spcAft>
                <a:spcPts val="300"/>
              </a:spcAft>
            </a:pPr>
            <a:r>
              <a:rPr lang="en-AU" dirty="0"/>
              <a:t>		swap list[j] with list[j-1]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AU" dirty="0"/>
              <a:t>Output list</a:t>
            </a:r>
          </a:p>
        </p:txBody>
      </p:sp>
    </p:spTree>
    <p:extLst>
      <p:ext uri="{BB962C8B-B14F-4D97-AF65-F5344CB8AC3E}">
        <p14:creationId xmlns:p14="http://schemas.microsoft.com/office/powerpoint/2010/main" val="487840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1C38-28F2-BF17-F57D-326F5CEE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0BA418-E5DB-59E6-2B9E-2A4A427BED59}"/>
              </a:ext>
            </a:extLst>
          </p:cNvPr>
          <p:cNvSpPr txBox="1"/>
          <p:nvPr/>
        </p:nvSpPr>
        <p:spPr>
          <a:xfrm>
            <a:off x="359998" y="1260000"/>
            <a:ext cx="7920000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dirty="0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https://en.wikipedia.org/wiki/Conway%27s_Game_of_Life</a:t>
            </a:r>
            <a:endParaRPr lang="en-A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It’s a zero-player game, meaning that its evolution is determined by its initial state, requiring no further input. You create an initial configuration and observe how it evolves.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universe of the Game of Life is an infinite two-dimensional orthogonal grid of square cells, each of which is in one of two possible states, alive or dead, or “populated” or “unpopulated”. Every cell interacts with its eight neighbours.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At each step in time, the following transitions occur: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Any live cell with fewer than two live neighbours </a:t>
            </a:r>
            <a:r>
              <a:rPr lang="en-AU" dirty="0">
                <a:solidFill>
                  <a:srgbClr val="FF0000"/>
                </a:solidFill>
              </a:rPr>
              <a:t>dies</a:t>
            </a:r>
            <a:r>
              <a:rPr lang="en-AU" dirty="0"/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Any live cell with two or three live neighbours </a:t>
            </a:r>
            <a:r>
              <a:rPr lang="en-AU" dirty="0">
                <a:solidFill>
                  <a:srgbClr val="FF0000"/>
                </a:solidFill>
              </a:rPr>
              <a:t>lives</a:t>
            </a:r>
            <a:r>
              <a:rPr lang="en-AU" dirty="0"/>
              <a:t> on to the next generation.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Any live cell with more than three live neighbours </a:t>
            </a:r>
            <a:r>
              <a:rPr lang="en-AU" dirty="0">
                <a:solidFill>
                  <a:srgbClr val="FF0000"/>
                </a:solidFill>
              </a:rPr>
              <a:t>dies</a:t>
            </a:r>
            <a:r>
              <a:rPr lang="en-AU" dirty="0"/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Any dead cell with exactly three live neighbours </a:t>
            </a:r>
            <a:r>
              <a:rPr lang="en-AU" dirty="0">
                <a:solidFill>
                  <a:srgbClr val="FF0000"/>
                </a:solidFill>
              </a:rPr>
              <a:t>becomes a live cell</a:t>
            </a:r>
            <a:r>
              <a:rPr lang="en-AU" dirty="0"/>
              <a:t>.</a:t>
            </a:r>
            <a:endParaRPr lang="en-AU" sz="2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BF614CF-4093-2D09-90F0-F9314A074C5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</p:spTree>
    <p:extLst>
      <p:ext uri="{BB962C8B-B14F-4D97-AF65-F5344CB8AC3E}">
        <p14:creationId xmlns:p14="http://schemas.microsoft.com/office/powerpoint/2010/main" val="352341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8E76-A358-34C1-67F6-A4579E82A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F86D1-BB4B-8C5E-68BA-28E648137CE6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6D7E1-5A8B-D86F-CF5B-6CE8BD4F48A8}"/>
              </a:ext>
            </a:extLst>
          </p:cNvPr>
          <p:cNvSpPr txBox="1"/>
          <p:nvPr/>
        </p:nvSpPr>
        <p:spPr>
          <a:xfrm>
            <a:off x="359998" y="1260000"/>
            <a:ext cx="7200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initial pattern constitutes the </a:t>
            </a:r>
            <a:r>
              <a:rPr lang="en-AU" sz="2000" b="1" i="1" dirty="0"/>
              <a:t>seed</a:t>
            </a:r>
            <a:r>
              <a:rPr lang="en-AU" sz="2000" dirty="0"/>
              <a:t> of the system. The first generation is created by applying the above rules simultaneously to every cell in the seed — births and deaths occur simultaneously.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 rules continue to be applied repeatedly to create further generations.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There are different </a:t>
            </a:r>
            <a:r>
              <a:rPr lang="en-AU" sz="2000" b="1" i="1" dirty="0"/>
              <a:t>seeds</a:t>
            </a:r>
            <a:r>
              <a:rPr lang="en-AU" sz="2000" dirty="0"/>
              <a:t> we can try.  Or just random 15x15.</a:t>
            </a:r>
          </a:p>
        </p:txBody>
      </p:sp>
      <p:pic>
        <p:nvPicPr>
          <p:cNvPr id="3" name="Picture 2" descr="Glider">
            <a:extLst>
              <a:ext uri="{FF2B5EF4-FFF2-40B4-BE49-F238E27FC236}">
                <a16:creationId xmlns:a16="http://schemas.microsoft.com/office/drawing/2014/main" id="{AFD2BDD6-9FB3-AAF5-517F-3B745A92D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52" y="4223144"/>
            <a:ext cx="863599" cy="863599"/>
          </a:xfrm>
          <a:prstGeom prst="rect">
            <a:avLst/>
          </a:prstGeom>
        </p:spPr>
      </p:pic>
      <p:pic>
        <p:nvPicPr>
          <p:cNvPr id="6" name="Picture 5" descr="Toad">
            <a:extLst>
              <a:ext uri="{FF2B5EF4-FFF2-40B4-BE49-F238E27FC236}">
                <a16:creationId xmlns:a16="http://schemas.microsoft.com/office/drawing/2014/main" id="{947F7076-8ED7-3EE9-B1B0-2D4BCAC84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603" y="4223144"/>
            <a:ext cx="863599" cy="863599"/>
          </a:xfrm>
          <a:prstGeom prst="rect">
            <a:avLst/>
          </a:prstGeom>
        </p:spPr>
      </p:pic>
      <p:pic>
        <p:nvPicPr>
          <p:cNvPr id="8" name="Picture 7" descr="Beacon">
            <a:extLst>
              <a:ext uri="{FF2B5EF4-FFF2-40B4-BE49-F238E27FC236}">
                <a16:creationId xmlns:a16="http://schemas.microsoft.com/office/drawing/2014/main" id="{CEEA390E-DB65-98EC-98F2-A991BE98D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3854" y="4219333"/>
            <a:ext cx="871220" cy="871220"/>
          </a:xfrm>
          <a:prstGeom prst="rect">
            <a:avLst/>
          </a:prstGeom>
        </p:spPr>
      </p:pic>
      <p:pic>
        <p:nvPicPr>
          <p:cNvPr id="9" name="Picture 8" descr="Pulsar">
            <a:extLst>
              <a:ext uri="{FF2B5EF4-FFF2-40B4-BE49-F238E27FC236}">
                <a16:creationId xmlns:a16="http://schemas.microsoft.com/office/drawing/2014/main" id="{FDA0206C-3483-949C-6B86-F07CF0868C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3726" y="4219333"/>
            <a:ext cx="2418080" cy="2418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454953-2F9C-B826-A25A-989F43573B50}"/>
              </a:ext>
            </a:extLst>
          </p:cNvPr>
          <p:cNvSpPr txBox="1"/>
          <p:nvPr/>
        </p:nvSpPr>
        <p:spPr>
          <a:xfrm>
            <a:off x="436801" y="3888039"/>
            <a:ext cx="1028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100" dirty="0">
                <a:latin typeface="Consolas" panose="020B0609020204030204" pitchFamily="49" charset="0"/>
                <a:cs typeface="Consolas" panose="020B0609020204030204" pitchFamily="49" charset="0"/>
              </a:rPr>
              <a:t>The Glider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82687-5B5F-3B2D-379F-CD587F0181D9}"/>
              </a:ext>
            </a:extLst>
          </p:cNvPr>
          <p:cNvSpPr txBox="1"/>
          <p:nvPr/>
        </p:nvSpPr>
        <p:spPr>
          <a:xfrm>
            <a:off x="1679052" y="3888039"/>
            <a:ext cx="102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AU" dirty="0"/>
              <a:t>The Toad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5996C-C9EF-956C-FEB9-302392243508}"/>
              </a:ext>
            </a:extLst>
          </p:cNvPr>
          <p:cNvSpPr txBox="1"/>
          <p:nvPr/>
        </p:nvSpPr>
        <p:spPr>
          <a:xfrm>
            <a:off x="2921056" y="3886134"/>
            <a:ext cx="1028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AU" dirty="0"/>
              <a:t>The Beacon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C5D2CC-AAED-6F73-6AF7-F081CE4440D7}"/>
              </a:ext>
            </a:extLst>
          </p:cNvPr>
          <p:cNvSpPr txBox="1"/>
          <p:nvPr/>
        </p:nvSpPr>
        <p:spPr>
          <a:xfrm>
            <a:off x="4948416" y="3891143"/>
            <a:ext cx="1028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AU" dirty="0"/>
              <a:t>The Pulsar</a:t>
            </a:r>
          </a:p>
        </p:txBody>
      </p:sp>
    </p:spTree>
    <p:extLst>
      <p:ext uri="{BB962C8B-B14F-4D97-AF65-F5344CB8AC3E}">
        <p14:creationId xmlns:p14="http://schemas.microsoft.com/office/powerpoint/2010/main" val="245628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4DF3-C5FC-909A-0A8C-554EB26F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0194-C5E0-3820-5345-7B21DB84C447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B4D13-C7B7-4128-F262-DC971F595E70}"/>
              </a:ext>
            </a:extLst>
          </p:cNvPr>
          <p:cNvSpPr txBox="1"/>
          <p:nvPr/>
        </p:nvSpPr>
        <p:spPr>
          <a:xfrm>
            <a:off x="359998" y="1260000"/>
            <a:ext cx="7200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Plan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dirty="0"/>
              <a:t>Prepare the data structures for patters, example: Glider</a:t>
            </a:r>
            <a:endParaRPr lang="en-AU" dirty="0"/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AutoNum type="arabicPeriod"/>
            </a:pP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5A3B3-C190-C4E9-DEBA-EF2748E37322}"/>
              </a:ext>
            </a:extLst>
          </p:cNvPr>
          <p:cNvSpPr txBox="1"/>
          <p:nvPr/>
        </p:nvSpPr>
        <p:spPr>
          <a:xfrm>
            <a:off x="720000" y="2282773"/>
            <a:ext cx="6480000" cy="2754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def glider():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grid = []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([0,1,0,0,0,0,0,0,0,0])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([0,0,1,0,0,0,0,0,0,0])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([1,1,1,0,0,0,0,0,0,0])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([0,0,0,0,0,0,0,0,0,0])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([0,0,0,0,0,0,0,0,0,0])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([0,0,0,0,0,0,0,0,0,0])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([0,0,0,0,0,0,0,0,0,0])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([0,0,0,0,0,0,0,0,0,0])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([0,0,0,0,0,0,0,0,0,0])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([0,0,0,0,0,0,0,0,0,0])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return grid</a:t>
            </a:r>
          </a:p>
        </p:txBody>
      </p:sp>
    </p:spTree>
    <p:extLst>
      <p:ext uri="{BB962C8B-B14F-4D97-AF65-F5344CB8AC3E}">
        <p14:creationId xmlns:p14="http://schemas.microsoft.com/office/powerpoint/2010/main" val="2576504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386B-1B45-E7EB-0377-666561C7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CC8F716-8026-E590-FE66-F3E085D51F2D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2AAE58-8EAC-6B3E-CDA6-576B95300A7A}"/>
              </a:ext>
            </a:extLst>
          </p:cNvPr>
          <p:cNvSpPr txBox="1"/>
          <p:nvPr/>
        </p:nvSpPr>
        <p:spPr>
          <a:xfrm>
            <a:off x="359998" y="1260000"/>
            <a:ext cx="7200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Plan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dirty="0"/>
              <a:t>Loop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Draw current grid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Update next grid using the rules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Swap current grid and next grid</a:t>
            </a:r>
          </a:p>
        </p:txBody>
      </p:sp>
    </p:spTree>
    <p:extLst>
      <p:ext uri="{BB962C8B-B14F-4D97-AF65-F5344CB8AC3E}">
        <p14:creationId xmlns:p14="http://schemas.microsoft.com/office/powerpoint/2010/main" val="652297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41B3-4BA4-38EA-3846-F4BE6C98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0B94-BB92-E844-94F2-C0F1EBF37A94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833A6C-92A0-0087-BD0E-DE01192CD34E}"/>
              </a:ext>
            </a:extLst>
          </p:cNvPr>
          <p:cNvSpPr txBox="1"/>
          <p:nvPr/>
        </p:nvSpPr>
        <p:spPr>
          <a:xfrm>
            <a:off x="359998" y="1260000"/>
            <a:ext cx="7200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Plan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/>
              <a:t>How to draw grid?</a:t>
            </a:r>
          </a:p>
          <a:p>
            <a:pPr marL="800100" lvl="1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/>
              <a:t>First draw all the grid lines,</a:t>
            </a:r>
          </a:p>
          <a:p>
            <a:pPr marL="800100" lvl="1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/>
              <a:t>The loop through all rows the</a:t>
            </a:r>
            <a:r>
              <a:rPr lang="en-US" altLang="zh-CN" sz="2000" dirty="0"/>
              <a:t>n</a:t>
            </a:r>
            <a:r>
              <a:rPr lang="en-AU" sz="2000" dirty="0"/>
              <a:t> all column</a:t>
            </a:r>
          </a:p>
          <a:p>
            <a:pPr marL="800100" lvl="1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/>
              <a:t>if life != false, draw a box</a:t>
            </a:r>
          </a:p>
        </p:txBody>
      </p:sp>
    </p:spTree>
    <p:extLst>
      <p:ext uri="{BB962C8B-B14F-4D97-AF65-F5344CB8AC3E}">
        <p14:creationId xmlns:p14="http://schemas.microsoft.com/office/powerpoint/2010/main" val="596783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E199-827A-2281-97D1-B998ED81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340D-6A79-04B5-73F6-5FB1AA53A477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70BE11-C61E-14CC-B028-9056F5E3AA03}"/>
              </a:ext>
            </a:extLst>
          </p:cNvPr>
          <p:cNvSpPr txBox="1"/>
          <p:nvPr/>
        </p:nvSpPr>
        <p:spPr>
          <a:xfrm>
            <a:off x="720000" y="1620000"/>
            <a:ext cx="6480000" cy="4832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#Draw the grid on screen 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 is the width of a cell on the grid)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def </a:t>
            </a:r>
            <a:r>
              <a:rPr lang="en-AU" altLang="zh-CN" sz="1100" dirty="0" err="1">
                <a:latin typeface="JetBrains Mono" panose="020B0509020102050004" pitchFamily="49" charset="77"/>
              </a:rPr>
              <a:t>drawGrid</a:t>
            </a:r>
            <a:r>
              <a:rPr lang="en-AU" altLang="zh-CN" sz="1100" dirty="0">
                <a:latin typeface="JetBrains Mono" panose="020B0509020102050004" pitchFamily="49" charset="77"/>
              </a:rPr>
              <a:t>(grid,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):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global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#Clear the screen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myPen.clear</a:t>
            </a:r>
            <a:r>
              <a:rPr lang="en-AU" altLang="zh-CN" sz="1100" dirty="0">
                <a:latin typeface="JetBrains Mono" panose="020B0509020102050004" pitchFamily="49" charset="77"/>
              </a:rPr>
              <a:t>()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for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</a:t>
            </a:r>
            <a:r>
              <a:rPr lang="en-AU" altLang="zh-CN" sz="1100" dirty="0">
                <a:latin typeface="JetBrains Mono" panose="020B0509020102050004" pitchFamily="49" charset="77"/>
              </a:rPr>
              <a:t> in range(0,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myPen.penup</a:t>
            </a:r>
            <a:r>
              <a:rPr lang="en-AU" altLang="zh-CN" sz="1100" dirty="0">
                <a:latin typeface="JetBrains Mono" panose="020B0509020102050004" pitchFamily="49" charset="77"/>
              </a:rPr>
              <a:t>()  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myPen.goto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topLeft_x</a:t>
            </a:r>
            <a:r>
              <a:rPr lang="en-AU" altLang="zh-CN" sz="1100" dirty="0">
                <a:latin typeface="JetBrains Mono" panose="020B0509020102050004" pitchFamily="49" charset="77"/>
              </a:rPr>
              <a:t>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topLeft_y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-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 err="1">
                <a:latin typeface="JetBrains Mono" panose="020B0509020102050004" pitchFamily="49" charset="77"/>
              </a:rPr>
              <a:t>i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*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  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myPen.pendown</a:t>
            </a:r>
            <a:r>
              <a:rPr lang="en-AU" altLang="zh-CN" sz="1100" dirty="0">
                <a:latin typeface="JetBrains Mono" panose="020B0509020102050004" pitchFamily="49" charset="77"/>
              </a:rPr>
              <a:t>()  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myPen.goto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topLeft_x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*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topLeft_y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–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i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*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for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</a:t>
            </a:r>
            <a:r>
              <a:rPr lang="en-AU" altLang="zh-CN" sz="1100" dirty="0">
                <a:latin typeface="JetBrains Mono" panose="020B0509020102050004" pitchFamily="49" charset="77"/>
              </a:rPr>
              <a:t> in range(0,gridSize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1):  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myPen.penup</a:t>
            </a:r>
            <a:r>
              <a:rPr lang="en-AU" altLang="zh-CN" sz="1100" dirty="0">
                <a:latin typeface="JetBrains Mono" panose="020B0509020102050004" pitchFamily="49" charset="77"/>
              </a:rPr>
              <a:t>()  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myPen.goto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topLeft_x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 err="1">
                <a:latin typeface="JetBrains Mono" panose="020B0509020102050004" pitchFamily="49" charset="77"/>
              </a:rPr>
              <a:t>i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*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topLeft_y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myPen.pendown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myPen.goto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topLeft_x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i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*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topLeft_y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–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*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for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</a:t>
            </a:r>
            <a:r>
              <a:rPr lang="en-AU" altLang="zh-CN" sz="1100" dirty="0">
                <a:latin typeface="JetBrains Mono" panose="020B0509020102050004" pitchFamily="49" charset="77"/>
              </a:rPr>
              <a:t> in range(0,gridSize):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myPen.penup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myPen.goto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topLeft_x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 err="1">
                <a:latin typeface="JetBrains Mono" panose="020B0509020102050004" pitchFamily="49" charset="77"/>
              </a:rPr>
              <a:t>i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*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topLeft_y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myPen.write</a:t>
            </a:r>
            <a:r>
              <a:rPr lang="en-AU" altLang="zh-CN" sz="1100" dirty="0">
                <a:latin typeface="JetBrains Mono" panose="020B0509020102050004" pitchFamily="49" charset="77"/>
              </a:rPr>
              <a:t>(chr(65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</a:t>
            </a:r>
            <a:r>
              <a:rPr lang="en-AU" altLang="zh-CN" sz="1100" dirty="0">
                <a:latin typeface="JetBrains Mono" panose="020B0509020102050004" pitchFamily="49" charset="77"/>
              </a:rPr>
              <a:t>))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for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</a:t>
            </a:r>
            <a:r>
              <a:rPr lang="en-AU" altLang="zh-CN" sz="1100" dirty="0">
                <a:latin typeface="JetBrains Mono" panose="020B0509020102050004" pitchFamily="49" charset="77"/>
              </a:rPr>
              <a:t> in range(1,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myPen.penup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myPen.goto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topLeft_x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-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15,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topLeft_y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–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i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*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myPen.write</a:t>
            </a:r>
            <a:r>
              <a:rPr lang="en-AU" altLang="zh-CN" sz="1100" dirty="0">
                <a:latin typeface="JetBrains Mono" panose="020B0509020102050004" pitchFamily="49" charset="77"/>
              </a:rPr>
              <a:t>(str(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</a:t>
            </a:r>
            <a:r>
              <a:rPr lang="en-AU" altLang="zh-CN" sz="1100" dirty="0">
                <a:latin typeface="JetBrains Mono" panose="020B0509020102050004" pitchFamily="49" charset="77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401819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94156-D709-CE5D-92AC-47533AAE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B8430F1-10E0-2D74-8A24-366F60DDD0A1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6D275B-6730-8F18-29F3-E655041DCB4E}"/>
              </a:ext>
            </a:extLst>
          </p:cNvPr>
          <p:cNvSpPr txBox="1"/>
          <p:nvPr/>
        </p:nvSpPr>
        <p:spPr>
          <a:xfrm>
            <a:off x="720000" y="1620000"/>
            <a:ext cx="6480000" cy="37933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def </a:t>
            </a:r>
            <a:r>
              <a:rPr lang="en-AU" altLang="zh-CN" sz="1100" dirty="0" err="1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drawGrid</a:t>
            </a:r>
            <a:r>
              <a:rPr lang="en-AU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grid,intDim</a:t>
            </a:r>
            <a:r>
              <a:rPr lang="en-AU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):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    …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myPen.setheading</a:t>
            </a:r>
            <a:r>
              <a:rPr lang="en-AU" altLang="zh-CN" sz="1100" dirty="0">
                <a:latin typeface="JetBrains Mono" panose="020B0509020102050004" pitchFamily="49" charset="77"/>
              </a:rPr>
              <a:t>(0)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myPen.goto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topLeft_x</a:t>
            </a:r>
            <a:r>
              <a:rPr lang="en-AU" altLang="zh-CN" sz="1100" dirty="0">
                <a:latin typeface="JetBrains Mono" panose="020B0509020102050004" pitchFamily="49" charset="77"/>
              </a:rPr>
              <a:t>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topLeft_y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-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for row in range 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for col in range 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    if grid[row][col]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&gt;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0: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        box(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myPen.penup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myPen.forward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myPen.pendown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myPen.setheading</a:t>
            </a:r>
            <a:r>
              <a:rPr lang="en-AU" altLang="zh-CN" sz="1100" dirty="0">
                <a:latin typeface="JetBrains Mono" panose="020B0509020102050004" pitchFamily="49" charset="77"/>
              </a:rPr>
              <a:t>(270)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myPen.penup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myPen.forward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myPen.setheading</a:t>
            </a:r>
            <a:r>
              <a:rPr lang="en-AU" altLang="zh-CN" sz="1100" dirty="0">
                <a:latin typeface="JetBrains Mono" panose="020B0509020102050004" pitchFamily="49" charset="77"/>
              </a:rPr>
              <a:t>(180)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myPen.forward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*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myPen.setheading</a:t>
            </a:r>
            <a:r>
              <a:rPr lang="en-AU" altLang="zh-CN" sz="1100" dirty="0">
                <a:latin typeface="JetBrains Mono" panose="020B0509020102050004" pitchFamily="49" charset="77"/>
              </a:rPr>
              <a:t>(0)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myPen.pendown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96589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B2EC0-7073-4120-AA52-1B4ACF34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8264-8255-D9FC-EA7D-4A7F5F269700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F7722-D05D-6DD5-3425-0F623A160AE7}"/>
              </a:ext>
            </a:extLst>
          </p:cNvPr>
          <p:cNvSpPr txBox="1"/>
          <p:nvPr/>
        </p:nvSpPr>
        <p:spPr>
          <a:xfrm>
            <a:off x="359998" y="1260000"/>
            <a:ext cx="7200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Plan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/>
              <a:t>How to update next grid?</a:t>
            </a:r>
          </a:p>
          <a:p>
            <a:pPr marL="800100" lvl="1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/>
              <a:t>Loop for each row and each column</a:t>
            </a:r>
          </a:p>
          <a:p>
            <a:pPr marL="800100" lvl="1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/>
              <a:t>Calculate number of neighbours for current cell (how?)</a:t>
            </a:r>
          </a:p>
          <a:p>
            <a:pPr marL="800100" lvl="1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/>
              <a:t>Update next grid based on number</a:t>
            </a:r>
          </a:p>
        </p:txBody>
      </p:sp>
    </p:spTree>
    <p:extLst>
      <p:ext uri="{BB962C8B-B14F-4D97-AF65-F5344CB8AC3E}">
        <p14:creationId xmlns:p14="http://schemas.microsoft.com/office/powerpoint/2010/main" val="2486388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D527-5ECD-47E3-C6D5-E87C20ED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CE7F-F938-CEF3-E7C4-1FB55A20C712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9E6F7-F719-7D8D-B283-882FDDD6E04B}"/>
              </a:ext>
            </a:extLst>
          </p:cNvPr>
          <p:cNvSpPr txBox="1"/>
          <p:nvPr/>
        </p:nvSpPr>
        <p:spPr>
          <a:xfrm>
            <a:off x="720000" y="1620000"/>
            <a:ext cx="6480000" cy="44165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def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checkCell</a:t>
            </a:r>
            <a:r>
              <a:rPr lang="en-AU" altLang="zh-CN" sz="1100" dirty="0">
                <a:latin typeface="JetBrains Mono" panose="020B0509020102050004" pitchFamily="49" charset="77"/>
              </a:rPr>
              <a:t>(row,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col,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grid):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 global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#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We will count neighbours except when at the edge of the grid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minRow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0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US" altLang="zh-CN" sz="1100" dirty="0" err="1">
                <a:latin typeface="JetBrains Mono" panose="020B0509020102050004" pitchFamily="49" charset="77"/>
              </a:rPr>
              <a:t>i</a:t>
            </a:r>
            <a:r>
              <a:rPr lang="en-AU" altLang="zh-CN" sz="1100" dirty="0">
                <a:latin typeface="JetBrains Mono" panose="020B0509020102050004" pitchFamily="49" charset="77"/>
              </a:rPr>
              <a:t>f row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&gt;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minRow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row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-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maxRow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-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if row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&lt;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-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2: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maxRow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row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minCol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0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if col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&gt;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minCol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col-1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maxCol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-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if col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&lt;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-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2: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maxCol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col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#Count the number of neighbours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neighbours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0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-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grid[row][col]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for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nrow</a:t>
            </a:r>
            <a:r>
              <a:rPr lang="en-AU" altLang="zh-CN" sz="1100" dirty="0">
                <a:latin typeface="JetBrains Mono" panose="020B0509020102050004" pitchFamily="49" charset="77"/>
              </a:rPr>
              <a:t> in range(</a:t>
            </a:r>
            <a:r>
              <a:rPr lang="en-AU" altLang="zh-CN" sz="1100" dirty="0" err="1">
                <a:latin typeface="JetBrains Mono" panose="020B0509020102050004" pitchFamily="49" charset="77"/>
              </a:rPr>
              <a:t>minRow</a:t>
            </a:r>
            <a:r>
              <a:rPr lang="en-AU" altLang="zh-CN" sz="1100" dirty="0">
                <a:latin typeface="JetBrains Mono" panose="020B0509020102050004" pitchFamily="49" charset="77"/>
              </a:rPr>
              <a:t>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maxRow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>
                <a:latin typeface="JetBrains Mono" panose="020B0509020102050004" pitchFamily="49" charset="77"/>
              </a:rPr>
              <a:t>for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ncol</a:t>
            </a:r>
            <a:r>
              <a:rPr lang="en-AU" altLang="zh-CN" sz="1100" dirty="0">
                <a:latin typeface="JetBrains Mono" panose="020B0509020102050004" pitchFamily="49" charset="77"/>
              </a:rPr>
              <a:t> in range(</a:t>
            </a:r>
            <a:r>
              <a:rPr lang="en-AU" altLang="zh-CN" sz="1100" dirty="0" err="1">
                <a:latin typeface="JetBrains Mono" panose="020B0509020102050004" pitchFamily="49" charset="77"/>
              </a:rPr>
              <a:t>minCol</a:t>
            </a:r>
            <a:r>
              <a:rPr lang="en-AU" altLang="zh-CN" sz="1100" dirty="0">
                <a:latin typeface="JetBrains Mono" panose="020B0509020102050004" pitchFamily="49" charset="77"/>
              </a:rPr>
              <a:t>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maxCol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</a:t>
            </a:r>
            <a:r>
              <a:rPr lang="zh-CN" altLang="en-US" sz="1100" dirty="0">
                <a:latin typeface="JetBrains Mono" panose="020B0509020102050004" pitchFamily="49" charset="77"/>
              </a:rPr>
              <a:t>      </a:t>
            </a:r>
            <a:r>
              <a:rPr lang="en-AU" altLang="zh-CN" sz="1100" dirty="0">
                <a:latin typeface="JetBrains Mono" panose="020B0509020102050004" pitchFamily="49" charset="77"/>
              </a:rPr>
              <a:t>neighbours += grid[</a:t>
            </a:r>
            <a:r>
              <a:rPr lang="en-AU" altLang="zh-CN" sz="1100" dirty="0" err="1">
                <a:latin typeface="JetBrains Mono" panose="020B0509020102050004" pitchFamily="49" charset="77"/>
              </a:rPr>
              <a:t>nrow</a:t>
            </a:r>
            <a:r>
              <a:rPr lang="en-AU" altLang="zh-CN" sz="1100" dirty="0">
                <a:latin typeface="JetBrains Mono" panose="020B0509020102050004" pitchFamily="49" charset="77"/>
              </a:rPr>
              <a:t>][</a:t>
            </a:r>
            <a:r>
              <a:rPr lang="en-AU" altLang="zh-CN" sz="1100" dirty="0" err="1">
                <a:latin typeface="JetBrains Mono" panose="020B0509020102050004" pitchFamily="49" charset="77"/>
              </a:rPr>
              <a:t>ncol</a:t>
            </a:r>
            <a:r>
              <a:rPr lang="en-AU" altLang="zh-CN" sz="1100" dirty="0">
                <a:latin typeface="JetBrains Mono" panose="020B0509020102050004" pitchFamily="49" charset="7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09364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0EBD1-5567-EAE8-C297-6B912FDE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ECE81C3-24F0-D57A-4AE7-DBBE369CB631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0F0206-777B-ED45-2BFC-C43A9F87DA6B}"/>
              </a:ext>
            </a:extLst>
          </p:cNvPr>
          <p:cNvSpPr txBox="1"/>
          <p:nvPr/>
        </p:nvSpPr>
        <p:spPr>
          <a:xfrm>
            <a:off x="720000" y="1620000"/>
            <a:ext cx="6480000" cy="42627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def </a:t>
            </a:r>
            <a:r>
              <a:rPr lang="en-AU" altLang="zh-CN" sz="1100" dirty="0" err="1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checkCell</a:t>
            </a:r>
            <a:r>
              <a:rPr lang="en-AU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row,col,grid</a:t>
            </a:r>
            <a:r>
              <a:rPr lang="en-AU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300"/>
              </a:spcBef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    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…</a:t>
            </a:r>
            <a:endParaRPr lang="en-AU" altLang="zh-CN" sz="1100" dirty="0">
              <a:solidFill>
                <a:schemeClr val="bg1">
                  <a:lumMod val="50000"/>
                </a:schemeClr>
              </a:solidFill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>
                <a:latin typeface="JetBrains Mono" panose="020B0509020102050004" pitchFamily="49" charset="77"/>
              </a:rPr>
              <a:t>#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Apply the four key rules of Conway's Game of Life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#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1.Any live cell with fewer than two live neighbours dies, as if caused by underpopulation.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if grid[row][col]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 and neighbours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&lt;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2: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>
                <a:latin typeface="JetBrains Mono" panose="020B0509020102050004" pitchFamily="49" charset="77"/>
              </a:rPr>
              <a:t>return 0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#2.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Any live cell with two or three live neighbours lives on to the next generation.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elif</a:t>
            </a:r>
            <a:r>
              <a:rPr lang="en-AU" altLang="zh-CN" sz="1100" dirty="0">
                <a:latin typeface="JetBrains Mono" panose="020B0509020102050004" pitchFamily="49" charset="77"/>
              </a:rPr>
              <a:t> grid[row][col]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 and (neighbours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2 or neighbours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3):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>
                <a:latin typeface="JetBrains Mono" panose="020B0509020102050004" pitchFamily="49" charset="77"/>
              </a:rPr>
              <a:t>return 1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#3.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Any live cell with more than three live neighbours dies, as if by overpopulation.  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elif</a:t>
            </a:r>
            <a:r>
              <a:rPr lang="en-AU" altLang="zh-CN" sz="1100" dirty="0">
                <a:latin typeface="JetBrains Mono" panose="020B0509020102050004" pitchFamily="49" charset="77"/>
              </a:rPr>
              <a:t> grid[row][col]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 and neighbours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&gt;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3: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>
                <a:latin typeface="JetBrains Mono" panose="020B0509020102050004" pitchFamily="49" charset="77"/>
              </a:rPr>
              <a:t>return 0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#4.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Any dead cell with exactly three live neighbours becomes a live cell, as if by reproduction.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elif</a:t>
            </a:r>
            <a:r>
              <a:rPr lang="en-AU" altLang="zh-CN" sz="1100" dirty="0">
                <a:latin typeface="JetBrains Mono" panose="020B0509020102050004" pitchFamily="49" charset="77"/>
              </a:rPr>
              <a:t> grid[row][col]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0 and neighbours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3: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>
                <a:latin typeface="JetBrains Mono" panose="020B0509020102050004" pitchFamily="49" charset="77"/>
              </a:rPr>
              <a:t>return 1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else: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>
                <a:latin typeface="JetBrains Mono" panose="020B0509020102050004" pitchFamily="49" charset="77"/>
              </a:rPr>
              <a:t>return 0</a:t>
            </a:r>
          </a:p>
        </p:txBody>
      </p:sp>
    </p:spTree>
    <p:extLst>
      <p:ext uri="{BB962C8B-B14F-4D97-AF65-F5344CB8AC3E}">
        <p14:creationId xmlns:p14="http://schemas.microsoft.com/office/powerpoint/2010/main" val="4134475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4E72E-AB03-0EA2-F96A-41C2661C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8B89-9095-92AE-0E64-2A110ABA1A5A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1B0DA-87A8-0CE0-A691-E394FD404D9E}"/>
              </a:ext>
            </a:extLst>
          </p:cNvPr>
          <p:cNvSpPr txBox="1"/>
          <p:nvPr/>
        </p:nvSpPr>
        <p:spPr>
          <a:xfrm>
            <a:off x="720000" y="2200174"/>
            <a:ext cx="6480000" cy="25468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####################### MAIN PROGRAM STARTS HERE ######################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print("##########################")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print("Select a Starting Pattern:")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print("  2: Glider")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choice = input("Your Choice (1-5)?")</a:t>
            </a:r>
          </a:p>
          <a:p>
            <a:pPr lvl="0">
              <a:spcBef>
                <a:spcPts val="30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if choice==”</a:t>
            </a:r>
            <a:r>
              <a:rPr lang="en-US" altLang="zh-CN" sz="1100" dirty="0">
                <a:latin typeface="JetBrains Mono" panose="020B0509020102050004" pitchFamily="49" charset="77"/>
              </a:rPr>
              <a:t>2</a:t>
            </a:r>
            <a:r>
              <a:rPr lang="en-AU" altLang="zh-CN" sz="1100" dirty="0">
                <a:latin typeface="JetBrains Mono" panose="020B0509020102050004" pitchFamily="49" charset="77"/>
              </a:rPr>
              <a:t>":</a:t>
            </a:r>
          </a:p>
          <a:p>
            <a:pPr lvl="0">
              <a:spcBef>
                <a:spcPts val="300"/>
              </a:spcBef>
              <a:defRPr/>
            </a:pP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 = 10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glider()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else:</a:t>
            </a:r>
          </a:p>
          <a:p>
            <a:pPr lvl="0">
              <a:spcBef>
                <a:spcPts val="300"/>
              </a:spcBef>
              <a:defRPr/>
            </a:pP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  print("Invalid Choice!")</a:t>
            </a:r>
          </a:p>
          <a:p>
            <a:pPr lvl="0">
              <a:spcBef>
                <a:spcPts val="300"/>
              </a:spcBef>
              <a:defRPr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…</a:t>
            </a:r>
            <a:endParaRPr lang="en-AU" altLang="zh-CN" sz="1100" dirty="0">
              <a:solidFill>
                <a:schemeClr val="bg1">
                  <a:lumMod val="50000"/>
                </a:schemeClr>
              </a:solidFill>
              <a:latin typeface="JetBrains Mono" panose="020B0509020102050004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9B8E3-B5B0-130F-C2ED-91C6A87947DD}"/>
              </a:ext>
            </a:extLst>
          </p:cNvPr>
          <p:cNvSpPr txBox="1"/>
          <p:nvPr/>
        </p:nvSpPr>
        <p:spPr>
          <a:xfrm>
            <a:off x="359998" y="1260000"/>
            <a:ext cx="720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Main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program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logic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Complete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program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choices</a:t>
            </a:r>
            <a:r>
              <a:rPr lang="zh-CN" altLang="en-US" dirty="0"/>
              <a:t> </a:t>
            </a:r>
            <a:r>
              <a:rPr lang="en-US" altLang="zh-CN" dirty="0"/>
              <a:t>later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722770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3EA61-9C9F-CD27-2B84-091B10EE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A19E-EDDA-31D1-0AC3-B143F81CE750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45F1C8-6CFC-B020-F1DE-90A0E33F09A4}"/>
              </a:ext>
            </a:extLst>
          </p:cNvPr>
          <p:cNvSpPr txBox="1"/>
          <p:nvPr/>
        </p:nvSpPr>
        <p:spPr>
          <a:xfrm>
            <a:off x="720000" y="1620000"/>
            <a:ext cx="6480000" cy="44165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…</a:t>
            </a:r>
            <a:endParaRPr lang="en-AU" altLang="zh-CN" sz="1100" dirty="0">
              <a:solidFill>
                <a:schemeClr val="bg1">
                  <a:lumMod val="50000"/>
                </a:schemeClr>
              </a:solidFill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Initialise the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r>
              <a:rPr lang="en-AU" altLang="zh-CN" sz="1100" dirty="0">
                <a:latin typeface="JetBrains Mono" panose="020B0509020102050004" pitchFamily="49" charset="77"/>
              </a:rPr>
              <a:t> = []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for row in range(0,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([])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for col in range(0,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r>
              <a:rPr lang="en-AU" altLang="zh-CN" sz="1100" dirty="0">
                <a:latin typeface="JetBrains Mono" panose="020B0509020102050004" pitchFamily="49" charset="77"/>
              </a:rPr>
              <a:t>[row].append(0)</a:t>
            </a:r>
          </a:p>
          <a:p>
            <a:pPr lvl="0">
              <a:spcBef>
                <a:spcPts val="30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#Start animating the grid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while True: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drawGrid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r>
              <a:rPr lang="en-AU" altLang="zh-CN" sz="1100" dirty="0">
                <a:latin typeface="JetBrains Mono" panose="020B0509020102050004" pitchFamily="49" charset="77"/>
              </a:rPr>
              <a:t>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25) #25 is the width of each square on the grid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myPen.getscreen</a:t>
            </a:r>
            <a:r>
              <a:rPr lang="en-AU" altLang="zh-CN" sz="1100" dirty="0">
                <a:latin typeface="JetBrains Mono" panose="020B0509020102050004" pitchFamily="49" charset="77"/>
              </a:rPr>
              <a:t>().update()	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time.sleep</a:t>
            </a:r>
            <a:r>
              <a:rPr lang="en-AU" altLang="zh-CN" sz="1100" dirty="0">
                <a:latin typeface="JetBrains Mono" panose="020B0509020102050004" pitchFamily="49" charset="77"/>
              </a:rPr>
              <a:t>(0.5)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#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Generate Next Grid using the four key rules of Conway's Game of Life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for row in range(0,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for col in range(0,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r>
              <a:rPr lang="en-AU" altLang="zh-CN" sz="1100" dirty="0">
                <a:latin typeface="JetBrains Mono" panose="020B0509020102050004" pitchFamily="49" charset="77"/>
              </a:rPr>
              <a:t>[row][col]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checkCell</a:t>
            </a:r>
            <a:r>
              <a:rPr lang="en-AU" altLang="zh-CN" sz="1100" dirty="0">
                <a:latin typeface="JetBrains Mono" panose="020B0509020102050004" pitchFamily="49" charset="77"/>
              </a:rPr>
              <a:t>(row,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col,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r>
              <a:rPr lang="en-AU" altLang="zh-CN" sz="1100" dirty="0">
                <a:latin typeface="JetBrains Mono" panose="020B0509020102050004" pitchFamily="49" charset="77"/>
              </a:rPr>
              <a:t>) 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#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Swap grids (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r>
              <a:rPr lang="en-AU" altLang="zh-CN" sz="1100" dirty="0">
                <a:latin typeface="JetBrains Mono" panose="020B0509020102050004" pitchFamily="49" charset="77"/>
              </a:rPr>
              <a:t> becomes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tmpgrid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tmpgrid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46160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7D13A-56D5-CFBA-2786-31E8D3DA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9634410-021A-6EF2-B564-0554A4219030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61698-E1DD-337C-176C-267BD4771F1C}"/>
              </a:ext>
            </a:extLst>
          </p:cNvPr>
          <p:cNvSpPr txBox="1"/>
          <p:nvPr/>
        </p:nvSpPr>
        <p:spPr>
          <a:xfrm>
            <a:off x="720000" y="1620000"/>
            <a:ext cx="6480000" cy="29623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#Conway's Game of Life 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import turtle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import time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from random import </a:t>
            </a:r>
            <a:r>
              <a:rPr lang="en-AU" altLang="zh-CN" sz="1100" dirty="0" err="1">
                <a:latin typeface="JetBrains Mono" panose="020B0509020102050004" pitchFamily="49" charset="77"/>
              </a:rPr>
              <a:t>randint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 = 15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myPen</a:t>
            </a:r>
            <a:r>
              <a:rPr lang="en-AU" altLang="zh-CN" sz="1100" dirty="0">
                <a:latin typeface="JetBrains Mono" panose="020B0509020102050004" pitchFamily="49" charset="77"/>
              </a:rPr>
              <a:t> =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turtle.Turtle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300"/>
              </a:spcBef>
              <a:defRPr/>
            </a:pPr>
            <a:r>
              <a:rPr lang="en-US" altLang="zh-CN" sz="1100" dirty="0">
                <a:latin typeface="JetBrains Mono" panose="020B0509020102050004" pitchFamily="49" charset="77"/>
              </a:rPr>
              <a:t>turtle</a:t>
            </a:r>
            <a:r>
              <a:rPr lang="en-AU" altLang="zh-CN" sz="1100" dirty="0">
                <a:latin typeface="JetBrains Mono" panose="020B0509020102050004" pitchFamily="49" charset="77"/>
              </a:rPr>
              <a:t>.tracer(0)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myPen.speed</a:t>
            </a:r>
            <a:r>
              <a:rPr lang="en-AU" altLang="zh-CN" sz="1100" dirty="0">
                <a:latin typeface="JetBrains Mono" panose="020B0509020102050004" pitchFamily="49" charset="77"/>
              </a:rPr>
              <a:t>(0)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myPen.color</a:t>
            </a:r>
            <a:r>
              <a:rPr lang="en-AU" altLang="zh-CN" sz="1100" dirty="0">
                <a:latin typeface="JetBrains Mono" panose="020B0509020102050004" pitchFamily="49" charset="77"/>
              </a:rPr>
              <a:t>("#000000")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topLeft_x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-180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topLeft_y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180</a:t>
            </a:r>
          </a:p>
          <a:p>
            <a:pPr lvl="0">
              <a:spcBef>
                <a:spcPts val="30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300"/>
              </a:spcBef>
              <a:defRPr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…</a:t>
            </a:r>
            <a:endParaRPr lang="en-AU" altLang="zh-CN" sz="1100" dirty="0">
              <a:solidFill>
                <a:schemeClr val="bg1">
                  <a:lumMod val="50000"/>
                </a:schemeClr>
              </a:solidFill>
              <a:latin typeface="JetBrains Mono" panose="020B0509020102050004" pitchFamily="49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AB24D-C08F-C24D-A965-0085BE165D9D}"/>
              </a:ext>
            </a:extLst>
          </p:cNvPr>
          <p:cNvSpPr txBox="1"/>
          <p:nvPr/>
        </p:nvSpPr>
        <p:spPr>
          <a:xfrm>
            <a:off x="359998" y="1260000"/>
            <a:ext cx="72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Complete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main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program: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041808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8F0D-EB35-7995-66F2-1A4A4DF6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4787-8067-4802-ACF6-3C0EC8486D51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2DACF-5659-75F1-1FA6-039C7A52A67C}"/>
              </a:ext>
            </a:extLst>
          </p:cNvPr>
          <p:cNvSpPr txBox="1"/>
          <p:nvPr/>
        </p:nvSpPr>
        <p:spPr>
          <a:xfrm>
            <a:off x="720000" y="1771757"/>
            <a:ext cx="6480000" cy="3547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This function draws a box by drawing each side of the square and using the fill function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def box(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myPen.begin_fill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# 0 deg.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myPen.forward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myPen.left</a:t>
            </a:r>
            <a:r>
              <a:rPr lang="en-AU" altLang="zh-CN" sz="1100" dirty="0">
                <a:latin typeface="JetBrains Mono" panose="020B0509020102050004" pitchFamily="49" charset="77"/>
              </a:rPr>
              <a:t>(90)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# 90 deg.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myPen.forward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myPen.left</a:t>
            </a:r>
            <a:r>
              <a:rPr lang="en-AU" altLang="zh-CN" sz="1100" dirty="0">
                <a:latin typeface="JetBrains Mono" panose="020B0509020102050004" pitchFamily="49" charset="77"/>
              </a:rPr>
              <a:t>(90)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# 180 deg.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myPen.forward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myPen.left</a:t>
            </a:r>
            <a:r>
              <a:rPr lang="en-AU" altLang="zh-CN" sz="1100" dirty="0">
                <a:latin typeface="JetBrains Mono" panose="020B0509020102050004" pitchFamily="49" charset="77"/>
              </a:rPr>
              <a:t>(90)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# 270 deg.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myPen.forward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intDim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myPen.end_fill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30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myPen.setheading</a:t>
            </a:r>
            <a:r>
              <a:rPr lang="en-AU" altLang="zh-CN" sz="1100" dirty="0">
                <a:latin typeface="JetBrains Mono" panose="020B0509020102050004" pitchFamily="49" charset="77"/>
              </a:rPr>
              <a:t>(0)</a:t>
            </a:r>
            <a:endParaRPr lang="en-AU" altLang="zh-CN" sz="1100" dirty="0">
              <a:solidFill>
                <a:schemeClr val="bg1">
                  <a:lumMod val="50000"/>
                </a:schemeClr>
              </a:solidFill>
              <a:latin typeface="JetBrains Mono" panose="020B0509020102050004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E9395-24CD-E966-7655-B46118F3862D}"/>
              </a:ext>
            </a:extLst>
          </p:cNvPr>
          <p:cNvSpPr txBox="1"/>
          <p:nvPr/>
        </p:nvSpPr>
        <p:spPr>
          <a:xfrm>
            <a:off x="359998" y="1260000"/>
            <a:ext cx="720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Draw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box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(called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by</a:t>
            </a:r>
            <a:r>
              <a:rPr lang="zh-CN" altLang="en-US" sz="2000" b="1" dirty="0"/>
              <a:t> </a:t>
            </a:r>
            <a:r>
              <a:rPr lang="en-US" altLang="zh-CN" sz="2000" b="1" dirty="0" err="1"/>
              <a:t>drawGrid</a:t>
            </a:r>
            <a:r>
              <a:rPr lang="en-US" altLang="zh-CN" sz="2000" b="1" dirty="0"/>
              <a:t>())</a:t>
            </a:r>
            <a:endParaRPr lang="en-US" altLang="zh-CN" dirty="0"/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504135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34CF1D-AC1C-2DBC-4FC3-A7F2047C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0168-0B31-6C6A-47D3-EC8AE700C0F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25</a:t>
            </a:r>
            <a:r>
              <a:rPr lang="zh-CN" altLang="en-US" dirty="0"/>
              <a:t> </a:t>
            </a:r>
            <a:r>
              <a:rPr lang="en-US" altLang="zh-CN" dirty="0" err="1"/>
              <a:t>conway’s</a:t>
            </a:r>
            <a:r>
              <a:rPr lang="en-US" altLang="zh-CN" dirty="0"/>
              <a:t> game of life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4CF5B-2A05-BB4B-0A68-1A1ABC62487F}"/>
              </a:ext>
            </a:extLst>
          </p:cNvPr>
          <p:cNvSpPr txBox="1"/>
          <p:nvPr/>
        </p:nvSpPr>
        <p:spPr>
          <a:xfrm>
            <a:off x="720000" y="1620000"/>
            <a:ext cx="6480000" cy="49295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JetBrains Mono" panose="020B0509020102050004" pitchFamily="49" charset="77"/>
              </a:rPr>
              <a:t>…</a:t>
            </a:r>
            <a:endParaRPr lang="en-AU" altLang="zh-CN" sz="1100" dirty="0">
              <a:solidFill>
                <a:schemeClr val="bg1">
                  <a:lumMod val="50000"/>
                </a:schemeClr>
              </a:solidFill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Initialise the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r>
              <a:rPr lang="en-AU" altLang="zh-CN" sz="1100" dirty="0">
                <a:latin typeface="JetBrains Mono" panose="020B0509020102050004" pitchFamily="49" charset="77"/>
              </a:rPr>
              <a:t> = []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for row in range(0,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nextgrid.append</a:t>
            </a:r>
            <a:r>
              <a:rPr lang="en-AU" altLang="zh-CN" sz="1100" dirty="0">
                <a:latin typeface="JetBrains Mono" panose="020B0509020102050004" pitchFamily="49" charset="77"/>
              </a:rPr>
              <a:t>([])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for col in range(0,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r>
              <a:rPr lang="en-AU" altLang="zh-CN" sz="1100" dirty="0">
                <a:latin typeface="JetBrains Mono" panose="020B0509020102050004" pitchFamily="49" charset="77"/>
              </a:rPr>
              <a:t>[row].append(0)</a:t>
            </a:r>
          </a:p>
          <a:p>
            <a:pPr lvl="0">
              <a:spcBef>
                <a:spcPts val="45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#Start animating the grid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while True: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drawGrid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r>
              <a:rPr lang="en-AU" altLang="zh-CN" sz="1100" dirty="0">
                <a:latin typeface="JetBrains Mono" panose="020B0509020102050004" pitchFamily="49" charset="77"/>
              </a:rPr>
              <a:t>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25) #25 is the width of each square on the grid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myPen.getscreen</a:t>
            </a:r>
            <a:r>
              <a:rPr lang="en-AU" altLang="zh-CN" sz="1100" dirty="0">
                <a:latin typeface="JetBrains Mono" panose="020B0509020102050004" pitchFamily="49" charset="77"/>
              </a:rPr>
              <a:t>().update()	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time.sleep</a:t>
            </a:r>
            <a:r>
              <a:rPr lang="en-AU" altLang="zh-CN" sz="1100" dirty="0">
                <a:latin typeface="JetBrains Mono" panose="020B0509020102050004" pitchFamily="49" charset="77"/>
              </a:rPr>
              <a:t>(0.5)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#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Generate Next Grid using the four key rules of Conway's Game of Life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for row in range(0,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for col in range(0,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gridSize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r>
              <a:rPr lang="en-AU" altLang="zh-CN" sz="1100" dirty="0">
                <a:latin typeface="JetBrains Mono" panose="020B0509020102050004" pitchFamily="49" charset="77"/>
              </a:rPr>
              <a:t>[row][col]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checkCell</a:t>
            </a:r>
            <a:r>
              <a:rPr lang="en-AU" altLang="zh-CN" sz="1100" dirty="0">
                <a:latin typeface="JetBrains Mono" panose="020B0509020102050004" pitchFamily="49" charset="77"/>
              </a:rPr>
              <a:t>(row,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col,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r>
              <a:rPr lang="en-AU" altLang="zh-CN" sz="1100" dirty="0">
                <a:latin typeface="JetBrains Mono" panose="020B0509020102050004" pitchFamily="49" charset="77"/>
              </a:rPr>
              <a:t>)  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>
                <a:latin typeface="JetBrains Mono" panose="020B0509020102050004" pitchFamily="49" charset="77"/>
              </a:rPr>
              <a:t>#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Swap grids (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r>
              <a:rPr lang="en-AU" altLang="zh-CN" sz="1100" dirty="0">
                <a:latin typeface="JetBrains Mono" panose="020B0509020102050004" pitchFamily="49" charset="77"/>
              </a:rPr>
              <a:t> becomes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tmpgrid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currentgrid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</a:t>
            </a:r>
            <a:r>
              <a:rPr lang="zh-CN" altLang="en-US" sz="1100" dirty="0">
                <a:latin typeface="JetBrains Mono" panose="020B0509020102050004" pitchFamily="49" charset="77"/>
              </a:rPr>
              <a:t>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nextgrid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tmpgrid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026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BCB2D-03E9-458B-3E1D-9CDAFD36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981F767-7392-6CDE-2AE3-1654904CA680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26 Naming New Species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4EE5F-9F1E-C461-E358-75F639B537B6}"/>
              </a:ext>
            </a:extLst>
          </p:cNvPr>
          <p:cNvSpPr txBox="1"/>
          <p:nvPr/>
        </p:nvSpPr>
        <p:spPr>
          <a:xfrm>
            <a:off x="359998" y="1260000"/>
            <a:ext cx="720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After months of adventure on the mysterious island of </a:t>
            </a:r>
            <a:r>
              <a:rPr lang="en-GB" sz="2000" dirty="0" err="1"/>
              <a:t>Xylogora</a:t>
            </a:r>
            <a:r>
              <a:rPr lang="en-GB" sz="2000" dirty="0"/>
              <a:t>, you finally returned home. Your backpack is stuffed with notes, sketches, and a collection of breathtaking photos of creatures never seen before. </a:t>
            </a:r>
            <a:endParaRPr lang="en-AU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7B5438-4AF8-0E5E-B626-42135BE0D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0" y="2316646"/>
            <a:ext cx="3524250" cy="39158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E6B7DA-9E88-928B-6A79-74BDF2FE1509}"/>
              </a:ext>
            </a:extLst>
          </p:cNvPr>
          <p:cNvSpPr txBox="1"/>
          <p:nvPr/>
        </p:nvSpPr>
        <p:spPr>
          <a:xfrm>
            <a:off x="359997" y="2593500"/>
            <a:ext cx="5516927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But you have a problem: Every great discovery needs a name, and you have dozens of new species waiting to be named and documented.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You decide to create a naming algorithm using string-handling techniques. The plan is simple yet ingenious: take the names of existing animals, rearrange their letters, or combine parts of their names to create unique ones. For instance, the “</a:t>
            </a:r>
            <a:r>
              <a:rPr lang="en-GB" sz="2000" dirty="0" err="1"/>
              <a:t>Wolphin</a:t>
            </a:r>
            <a:r>
              <a:rPr lang="en-GB" sz="2000" dirty="0"/>
              <a:t>” might come from “Wolf” and “Dolphin”.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56379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D46F7-4B86-2B88-B4F9-94ED67CD2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29D9-4681-5420-9D4A-7CC5D61765B9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26 Naming New Species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53664-474E-CD0B-9221-45F28F664F09}"/>
              </a:ext>
            </a:extLst>
          </p:cNvPr>
          <p:cNvSpPr txBox="1"/>
          <p:nvPr/>
        </p:nvSpPr>
        <p:spPr>
          <a:xfrm>
            <a:off x="359998" y="1260000"/>
            <a:ext cx="7200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sz="2000" b="1" dirty="0"/>
              <a:t>String Handling Techniques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To create the algorithm, you will need to use the following string handling techniques: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LEFT</a:t>
            </a:r>
            <a:r>
              <a:rPr lang="en-GB" dirty="0"/>
              <a:t>: to extract characters at the beginning of a string,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RIGHT</a:t>
            </a:r>
            <a:r>
              <a:rPr lang="en-GB" dirty="0"/>
              <a:t>: to extract characters at the end of a string,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SUBSTR</a:t>
            </a:r>
            <a:r>
              <a:rPr lang="en-GB" dirty="0"/>
              <a:t> or </a:t>
            </a:r>
            <a:r>
              <a:rPr lang="en-GB" b="1" dirty="0"/>
              <a:t>MID</a:t>
            </a:r>
            <a:r>
              <a:rPr lang="en-GB" dirty="0"/>
              <a:t>: to extract a set number of characters at a given position in a string,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LENGTH</a:t>
            </a:r>
            <a:r>
              <a:rPr lang="en-GB" dirty="0"/>
              <a:t>: to find out the number of characters in a string,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String Concatenation</a:t>
            </a:r>
            <a:r>
              <a:rPr lang="en-GB" dirty="0"/>
              <a:t>: to join two or more strings together.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0595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BCD1F-C24E-07D4-D9B3-46E66709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9EA6F-E6BB-0A44-D81C-7B0F837ECC5F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26 Naming New Species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614EE-7C1F-F08C-1811-EA1A9EB71B03}"/>
              </a:ext>
            </a:extLst>
          </p:cNvPr>
          <p:cNvSpPr txBox="1"/>
          <p:nvPr/>
        </p:nvSpPr>
        <p:spPr>
          <a:xfrm>
            <a:off x="359998" y="1260000"/>
            <a:ext cx="7200000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sz="2000" b="1" dirty="0"/>
              <a:t>Your challenge: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Create these Python functions: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Take </a:t>
            </a:r>
            <a:r>
              <a:rPr lang="en-GB" sz="1600" dirty="0">
                <a:highlight>
                  <a:srgbClr val="C0C0C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left()</a:t>
            </a:r>
            <a:r>
              <a:rPr lang="en-GB" sz="2000" dirty="0"/>
              <a:t> for an example: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Is this good enough?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What happens if string is empty?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What happens if number is zero or negative?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What happens there are not enough characters in string?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What happens…?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F0CDB9-6FFB-8C2B-8AE5-559B73A3EBFC}"/>
              </a:ext>
            </a:extLst>
          </p:cNvPr>
          <p:cNvSpPr txBox="1"/>
          <p:nvPr/>
        </p:nvSpPr>
        <p:spPr>
          <a:xfrm>
            <a:off x="719998" y="2233801"/>
            <a:ext cx="6480000" cy="11951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left(string,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numberofcharacters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right(string,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numberofcharacters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substr</a:t>
            </a:r>
            <a:r>
              <a:rPr lang="en-AU" altLang="zh-CN" sz="1100" dirty="0">
                <a:latin typeface="JetBrains Mono" panose="020B0509020102050004" pitchFamily="49" charset="77"/>
              </a:rPr>
              <a:t>(string, start,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numberofcharacters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length(string)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concat</a:t>
            </a:r>
            <a:r>
              <a:rPr lang="en-AU" altLang="zh-CN" sz="1100" dirty="0">
                <a:latin typeface="JetBrains Mono" panose="020B0509020102050004" pitchFamily="49" charset="77"/>
              </a:rPr>
              <a:t>(string1, string2)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BBBA8-DD85-2222-CB77-8EB1C93DD61E}"/>
              </a:ext>
            </a:extLst>
          </p:cNvPr>
          <p:cNvSpPr txBox="1"/>
          <p:nvPr/>
        </p:nvSpPr>
        <p:spPr>
          <a:xfrm>
            <a:off x="719998" y="3941333"/>
            <a:ext cx="648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def left(string,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numberofcharacters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return string[:</a:t>
            </a:r>
            <a:r>
              <a:rPr lang="en-AU" altLang="zh-CN" sz="1100" dirty="0" err="1">
                <a:latin typeface="JetBrains Mono" panose="020B0509020102050004" pitchFamily="49" charset="77"/>
              </a:rPr>
              <a:t>numberofcharacters</a:t>
            </a:r>
            <a:r>
              <a:rPr lang="en-AU" altLang="zh-CN" sz="1100" dirty="0">
                <a:latin typeface="JetBrains Mono" panose="020B0509020102050004" pitchFamily="49" charset="7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7064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DF357-F274-1F87-69B6-0FDE590D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F3A8ADE-6F73-48E0-F9CE-CE95343A40C5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27</a:t>
            </a:r>
            <a:r>
              <a:rPr lang="zh-CN" altLang="en-US" dirty="0"/>
              <a:t> </a:t>
            </a:r>
            <a:r>
              <a:rPr lang="en-US" altLang="zh-CN" dirty="0" err="1"/>
              <a:t>colourful</a:t>
            </a:r>
            <a:r>
              <a:rPr lang="zh-CN" altLang="en-US" dirty="0"/>
              <a:t> </a:t>
            </a:r>
            <a:r>
              <a:rPr lang="en-US" altLang="zh-CN" dirty="0"/>
              <a:t>texts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B61A26-F631-5DB4-EB05-0E563219C61B}"/>
              </a:ext>
            </a:extLst>
          </p:cNvPr>
          <p:cNvSpPr txBox="1"/>
          <p:nvPr/>
        </p:nvSpPr>
        <p:spPr>
          <a:xfrm>
            <a:off x="359998" y="1260000"/>
            <a:ext cx="720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Ever</a:t>
            </a:r>
            <a:r>
              <a:rPr lang="zh-CN" altLang="en-US" sz="2000" dirty="0"/>
              <a:t> </a:t>
            </a:r>
            <a:r>
              <a:rPr lang="en-US" altLang="zh-CN" sz="2000" dirty="0"/>
              <a:t>got</a:t>
            </a:r>
            <a:r>
              <a:rPr lang="zh-CN" altLang="en-US" sz="2000" dirty="0"/>
              <a:t> </a:t>
            </a:r>
            <a:r>
              <a:rPr lang="en-US" altLang="zh-CN" sz="2000" dirty="0"/>
              <a:t>tired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dull</a:t>
            </a:r>
            <a:r>
              <a:rPr lang="zh-CN" altLang="en-US" sz="2000" dirty="0"/>
              <a:t> </a:t>
            </a:r>
            <a:r>
              <a:rPr lang="en-US" altLang="zh-CN" sz="2000" dirty="0"/>
              <a:t>output</a:t>
            </a:r>
            <a:r>
              <a:rPr lang="zh-CN" altLang="en-US" sz="2000" dirty="0"/>
              <a:t> </a:t>
            </a:r>
            <a:r>
              <a:rPr lang="en-US" altLang="zh-CN" sz="2000" dirty="0"/>
              <a:t>screen?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What</a:t>
            </a:r>
            <a:r>
              <a:rPr lang="zh-CN" altLang="en-US" sz="2000" dirty="0"/>
              <a:t> </a:t>
            </a:r>
            <a:r>
              <a:rPr lang="en-US" altLang="zh-CN" sz="2000" dirty="0"/>
              <a:t>about</a:t>
            </a:r>
            <a:r>
              <a:rPr lang="zh-CN" altLang="en-US" sz="2000" dirty="0"/>
              <a:t> </a:t>
            </a:r>
            <a:r>
              <a:rPr lang="en-US" altLang="zh-CN" sz="2000" dirty="0"/>
              <a:t>this:</a:t>
            </a:r>
            <a:endParaRPr lang="en-AU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36E855-1BD4-95AF-246F-ECDF5B78B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7" y="2121774"/>
            <a:ext cx="61722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1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ED71-4121-E042-58A2-D58FCB2E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EFC7-4F43-2EB2-6FEB-932016D9491D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27 </a:t>
            </a:r>
            <a:r>
              <a:rPr lang="en-US" altLang="zh-CN" dirty="0" err="1"/>
              <a:t>Colourful</a:t>
            </a:r>
            <a:r>
              <a:rPr lang="zh-CN" altLang="en-US" dirty="0"/>
              <a:t> </a:t>
            </a:r>
            <a:r>
              <a:rPr lang="en-US" altLang="zh-CN" dirty="0"/>
              <a:t>texts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0AC49-3727-817B-C540-6A37BF7BC4D9}"/>
              </a:ext>
            </a:extLst>
          </p:cNvPr>
          <p:cNvSpPr txBox="1"/>
          <p:nvPr/>
        </p:nvSpPr>
        <p:spPr>
          <a:xfrm>
            <a:off x="359998" y="1260000"/>
            <a:ext cx="7200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First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install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 err="1"/>
              <a:t>colorama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package: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Then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import</a:t>
            </a:r>
            <a:r>
              <a:rPr lang="zh-CN" altLang="en-US" sz="2000" b="1" dirty="0"/>
              <a:t> </a:t>
            </a:r>
            <a:r>
              <a:rPr lang="en-US" altLang="zh-CN" sz="2000" b="1" dirty="0" err="1"/>
              <a:t>init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Fore,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Back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and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Style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35358-7A65-B6E1-0A04-F3E3B761CDCD}"/>
              </a:ext>
            </a:extLst>
          </p:cNvPr>
          <p:cNvSpPr txBox="1"/>
          <p:nvPr/>
        </p:nvSpPr>
        <p:spPr>
          <a:xfrm>
            <a:off x="719998" y="1682380"/>
            <a:ext cx="7200000" cy="261610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solidFill>
                  <a:schemeClr val="bg1"/>
                </a:solidFill>
                <a:latin typeface="JetBrains Mono" panose="020B0509020102050004" pitchFamily="49" charset="77"/>
              </a:rPr>
              <a:t>$ pip install </a:t>
            </a:r>
            <a:r>
              <a:rPr lang="en-AU" altLang="zh-CN" sz="1100" dirty="0" err="1">
                <a:solidFill>
                  <a:schemeClr val="bg1"/>
                </a:solidFill>
                <a:latin typeface="JetBrains Mono" panose="020B0509020102050004" pitchFamily="49" charset="77"/>
              </a:rPr>
              <a:t>colorama</a:t>
            </a:r>
            <a:endParaRPr lang="en-AU" altLang="zh-CN" sz="1100" dirty="0">
              <a:solidFill>
                <a:schemeClr val="bg1"/>
              </a:solidFill>
              <a:latin typeface="JetBrains Mono" panose="020B0509020102050004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2DF1A-A6D1-C993-B088-73BE946DA648}"/>
              </a:ext>
            </a:extLst>
          </p:cNvPr>
          <p:cNvSpPr txBox="1"/>
          <p:nvPr/>
        </p:nvSpPr>
        <p:spPr>
          <a:xfrm>
            <a:off x="719998" y="2587455"/>
            <a:ext cx="7200000" cy="2700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from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colorama</a:t>
            </a:r>
            <a:r>
              <a:rPr lang="en-AU" altLang="zh-CN" sz="1100" dirty="0">
                <a:latin typeface="JetBrains Mono" panose="020B0509020102050004" pitchFamily="49" charset="77"/>
              </a:rPr>
              <a:t> import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init</a:t>
            </a:r>
            <a:r>
              <a:rPr lang="en-AU" altLang="zh-CN" sz="1100" dirty="0">
                <a:latin typeface="JetBrains Mono" panose="020B0509020102050004" pitchFamily="49" charset="77"/>
              </a:rPr>
              <a:t>, Fore, Back, Style</a:t>
            </a:r>
          </a:p>
          <a:p>
            <a:pPr lvl="0">
              <a:spcBef>
                <a:spcPts val="45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essential for Windows environment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init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all available foreground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 err="1">
                <a:latin typeface="JetBrains Mono" panose="020B0509020102050004" pitchFamily="49" charset="77"/>
              </a:rPr>
              <a:t>rs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FORES = [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Fore.BLACK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Fore.RED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Fore.GREEN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Fore.YELLOW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Fore.BLUE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Fore.MAGENTA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Fore.CYAN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Fore.WHITE</a:t>
            </a:r>
            <a:r>
              <a:rPr lang="en-AU" altLang="zh-CN" sz="1100" dirty="0">
                <a:latin typeface="JetBrains Mono" panose="020B0509020102050004" pitchFamily="49" charset="77"/>
              </a:rPr>
              <a:t>]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all available background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 err="1">
                <a:latin typeface="JetBrains Mono" panose="020B0509020102050004" pitchFamily="49" charset="77"/>
              </a:rPr>
              <a:t>rs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BACKS = [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Back.BLACK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Back.RED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Back.GREEN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Back.YELLOW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Back.BLUE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Back.MAGENTA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Back.CYAN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Back.WHITE</a:t>
            </a:r>
            <a:r>
              <a:rPr lang="en-AU" altLang="zh-CN" sz="1100" dirty="0">
                <a:latin typeface="JetBrains Mono" panose="020B0509020102050004" pitchFamily="49" charset="77"/>
              </a:rPr>
              <a:t>]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brightness values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BRIGHTNESS = [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Style.DIM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Style.NORMAL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Style.BRIGHT</a:t>
            </a:r>
            <a:r>
              <a:rPr lang="en-AU" altLang="zh-CN" sz="1100" dirty="0">
                <a:latin typeface="JetBrains Mono" panose="020B0509020102050004" pitchFamily="49" charset="7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9938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0FA4-8258-3E94-CACC-EAF6C570A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181E7-4A7E-5901-881F-4AD897601923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27</a:t>
            </a:r>
            <a:r>
              <a:rPr lang="zh-CN" altLang="en-US" dirty="0"/>
              <a:t> </a:t>
            </a:r>
            <a:r>
              <a:rPr lang="en-US" altLang="zh-CN" dirty="0" err="1"/>
              <a:t>Colour</a:t>
            </a:r>
            <a:r>
              <a:rPr lang="zh-CN" altLang="en-US" dirty="0"/>
              <a:t> </a:t>
            </a:r>
            <a:r>
              <a:rPr lang="en-US" altLang="zh-CN" dirty="0"/>
              <a:t>texts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09E83-59DD-BE38-8DC1-1EDEFE6949C6}"/>
              </a:ext>
            </a:extLst>
          </p:cNvPr>
          <p:cNvSpPr txBox="1"/>
          <p:nvPr/>
        </p:nvSpPr>
        <p:spPr>
          <a:xfrm>
            <a:off x="359998" y="1260000"/>
            <a:ext cx="7200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Put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colours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styles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front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contents</a:t>
            </a:r>
            <a:r>
              <a:rPr lang="zh-CN" altLang="en-US" sz="2000" dirty="0"/>
              <a:t> </a:t>
            </a:r>
            <a:r>
              <a:rPr lang="en-US" altLang="zh-CN" sz="2000" dirty="0"/>
              <a:t>you</a:t>
            </a:r>
            <a:r>
              <a:rPr lang="zh-CN" altLang="en-US" sz="2000" dirty="0"/>
              <a:t> </a:t>
            </a:r>
            <a:r>
              <a:rPr lang="en-US" altLang="zh-CN" sz="2000" dirty="0"/>
              <a:t>want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print:</a:t>
            </a: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Let’s</a:t>
            </a:r>
            <a:r>
              <a:rPr lang="zh-CN" altLang="en-US" sz="2000" dirty="0"/>
              <a:t> </a:t>
            </a:r>
            <a:r>
              <a:rPr lang="en-US" altLang="zh-CN" sz="2000" dirty="0"/>
              <a:t>make</a:t>
            </a:r>
            <a:r>
              <a:rPr lang="zh-CN" altLang="en-US" sz="2000" dirty="0"/>
              <a:t> </a:t>
            </a:r>
            <a:r>
              <a:rPr lang="en-US" altLang="zh-CN" sz="2000" dirty="0"/>
              <a:t>it</a:t>
            </a:r>
            <a:r>
              <a:rPr lang="zh-CN" altLang="en-US" sz="2000" dirty="0"/>
              <a:t> </a:t>
            </a:r>
            <a:r>
              <a:rPr lang="en-US" altLang="zh-CN" sz="2000" dirty="0"/>
              <a:t>reusable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other</a:t>
            </a:r>
            <a:r>
              <a:rPr lang="zh-CN" altLang="en-US" sz="2000" dirty="0"/>
              <a:t> </a:t>
            </a:r>
            <a:r>
              <a:rPr lang="en-US" altLang="zh-CN" sz="2000" dirty="0"/>
              <a:t>contents:</a:t>
            </a: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C649E-629E-4108-DF7F-5B839F38235E}"/>
              </a:ext>
            </a:extLst>
          </p:cNvPr>
          <p:cNvSpPr txBox="1"/>
          <p:nvPr/>
        </p:nvSpPr>
        <p:spPr>
          <a:xfrm>
            <a:off x="719998" y="2027772"/>
            <a:ext cx="7200000" cy="9618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US" altLang="zh-CN" sz="1100" dirty="0">
                <a:latin typeface="JetBrains Mono" panose="020B0509020102050004" pitchFamily="49" charset="77"/>
              </a:rPr>
              <a:t>brightness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 err="1">
                <a:latin typeface="JetBrains Mono" panose="020B0509020102050004" pitchFamily="49" charset="77"/>
              </a:rPr>
              <a:t>Style.DIM</a:t>
            </a:r>
            <a:endParaRPr lang="en-US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US" altLang="zh-CN" sz="1100" dirty="0" err="1">
                <a:latin typeface="JetBrains Mono" panose="020B0509020102050004" pitchFamily="49" charset="77"/>
              </a:rPr>
              <a:t>colour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 err="1">
                <a:latin typeface="JetBrains Mono" panose="020B0509020102050004" pitchFamily="49" charset="77"/>
              </a:rPr>
              <a:t>Fore.WHITE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 err="1">
                <a:latin typeface="JetBrains Mono" panose="020B0509020102050004" pitchFamily="49" charset="77"/>
              </a:rPr>
              <a:t>Back.BLUE</a:t>
            </a:r>
            <a:endParaRPr lang="en-US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print(f"{brightness}{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>
                <a:latin typeface="JetBrains Mono" panose="020B0509020102050004" pitchFamily="49" charset="77"/>
              </a:rPr>
              <a:t>r}</a:t>
            </a:r>
            <a:r>
              <a:rPr lang="en-US" altLang="zh-CN" sz="1100" dirty="0">
                <a:latin typeface="JetBrains Mono" panose="020B0509020102050004" pitchFamily="49" charset="77"/>
              </a:rPr>
              <a:t>Hello,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world</a:t>
            </a:r>
            <a:r>
              <a:rPr lang="en-AU" altLang="zh-CN" sz="1100" dirty="0">
                <a:latin typeface="JetBrains Mono" panose="020B0509020102050004" pitchFamily="49" charset="77"/>
              </a:rPr>
              <a:t>{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Style.RESET_ALL</a:t>
            </a:r>
            <a:r>
              <a:rPr lang="en-AU" altLang="zh-CN" sz="1100" dirty="0">
                <a:latin typeface="JetBrains Mono" panose="020B0509020102050004" pitchFamily="49" charset="77"/>
              </a:rPr>
              <a:t>}")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A4627-560F-E868-9ADA-A24E711D2B15}"/>
              </a:ext>
            </a:extLst>
          </p:cNvPr>
          <p:cNvSpPr txBox="1"/>
          <p:nvPr/>
        </p:nvSpPr>
        <p:spPr>
          <a:xfrm>
            <a:off x="719998" y="3923087"/>
            <a:ext cx="7200000" cy="9618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def </a:t>
            </a:r>
            <a:r>
              <a:rPr lang="en-AU" altLang="zh-CN" sz="1100" dirty="0" err="1">
                <a:latin typeface="JetBrains Mono" panose="020B0509020102050004" pitchFamily="49" charset="77"/>
              </a:rPr>
              <a:t>print_with_colo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>
                <a:latin typeface="JetBrains Mono" panose="020B0509020102050004" pitchFamily="49" charset="77"/>
              </a:rPr>
              <a:t>r(s,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>
                <a:latin typeface="JetBrains Mono" panose="020B0509020102050004" pitchFamily="49" charset="77"/>
              </a:rPr>
              <a:t>r=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Fore.WHITE</a:t>
            </a:r>
            <a:r>
              <a:rPr lang="en-AU" altLang="zh-CN" sz="1100" dirty="0">
                <a:latin typeface="JetBrains Mono" panose="020B0509020102050004" pitchFamily="49" charset="77"/>
              </a:rPr>
              <a:t>, brightness=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Style.NORMAL</a:t>
            </a:r>
            <a:r>
              <a:rPr lang="en-AU" altLang="zh-CN" sz="1100" dirty="0">
                <a:latin typeface="JetBrains Mono" panose="020B0509020102050004" pitchFamily="49" charset="77"/>
              </a:rPr>
              <a:t>, **</a:t>
            </a:r>
            <a:r>
              <a:rPr lang="en-AU" altLang="zh-CN" sz="1100" dirty="0" err="1">
                <a:latin typeface="JetBrains Mono" panose="020B0509020102050004" pitchFamily="49" charset="77"/>
              </a:rPr>
              <a:t>kwargs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"""Utility function wrapping the regular `print()` function 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but with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 err="1">
                <a:latin typeface="JetBrains Mono" panose="020B0509020102050004" pitchFamily="49" charset="77"/>
              </a:rPr>
              <a:t>rs</a:t>
            </a:r>
            <a:r>
              <a:rPr lang="en-AU" altLang="zh-CN" sz="1100" dirty="0">
                <a:latin typeface="JetBrains Mono" panose="020B0509020102050004" pitchFamily="49" charset="77"/>
              </a:rPr>
              <a:t> and brightness"""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print(f"{brightness}{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>
                <a:latin typeface="JetBrains Mono" panose="020B0509020102050004" pitchFamily="49" charset="77"/>
              </a:rPr>
              <a:t>r}{s}{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Style.RESET_ALL</a:t>
            </a:r>
            <a:r>
              <a:rPr lang="en-AU" altLang="zh-CN" sz="1100" dirty="0">
                <a:latin typeface="JetBrains Mono" panose="020B0509020102050004" pitchFamily="49" charset="77"/>
              </a:rPr>
              <a:t>}", **</a:t>
            </a:r>
            <a:r>
              <a:rPr lang="en-AU" altLang="zh-CN" sz="1100" dirty="0" err="1">
                <a:latin typeface="JetBrains Mono" panose="020B0509020102050004" pitchFamily="49" charset="77"/>
              </a:rPr>
              <a:t>kwargs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476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737C9-0FB8-9A5A-616F-C48581E1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D742A10-557F-FEB7-E7C1-19658E8A483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27</a:t>
            </a:r>
            <a:r>
              <a:rPr lang="zh-CN" altLang="en-US" dirty="0"/>
              <a:t> </a:t>
            </a:r>
            <a:r>
              <a:rPr lang="en-US" altLang="zh-CN" dirty="0" err="1"/>
              <a:t>colourful</a:t>
            </a:r>
            <a:r>
              <a:rPr lang="zh-CN" altLang="en-US" dirty="0"/>
              <a:t> </a:t>
            </a:r>
            <a:r>
              <a:rPr lang="en-US" altLang="zh-CN" dirty="0"/>
              <a:t>texts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0845B6-6B65-264F-1498-4B649B443C38}"/>
              </a:ext>
            </a:extLst>
          </p:cNvPr>
          <p:cNvSpPr txBox="1"/>
          <p:nvPr/>
        </p:nvSpPr>
        <p:spPr>
          <a:xfrm>
            <a:off x="359998" y="1260000"/>
            <a:ext cx="7200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Now</a:t>
            </a:r>
            <a:r>
              <a:rPr lang="zh-CN" altLang="en-US" sz="2000" dirty="0"/>
              <a:t> </a:t>
            </a:r>
            <a:r>
              <a:rPr lang="en-US" altLang="zh-CN" sz="2000" dirty="0"/>
              <a:t>let’s</a:t>
            </a:r>
            <a:r>
              <a:rPr lang="zh-CN" altLang="en-US" sz="2000" dirty="0"/>
              <a:t> </a:t>
            </a:r>
            <a:r>
              <a:rPr lang="en-US" altLang="zh-CN" sz="2000" dirty="0"/>
              <a:t>play: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backgrounds: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52F37-A37A-A5B7-23F4-5ECCFD53155B}"/>
              </a:ext>
            </a:extLst>
          </p:cNvPr>
          <p:cNvSpPr txBox="1"/>
          <p:nvPr/>
        </p:nvSpPr>
        <p:spPr>
          <a:xfrm>
            <a:off x="719998" y="1708802"/>
            <a:ext cx="7200000" cy="9618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printing all available foreground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 err="1">
                <a:latin typeface="JetBrains Mono" panose="020B0509020102050004" pitchFamily="49" charset="77"/>
              </a:rPr>
              <a:t>rs</a:t>
            </a:r>
            <a:r>
              <a:rPr lang="en-AU" altLang="zh-CN" sz="1100" dirty="0">
                <a:latin typeface="JetBrains Mono" panose="020B0509020102050004" pitchFamily="49" charset="77"/>
              </a:rPr>
              <a:t> with different brightness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for fore in FORES: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for brightness in BRIGHTNESS: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print_with_colo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>
                <a:latin typeface="JetBrains Mono" panose="020B0509020102050004" pitchFamily="49" charset="77"/>
              </a:rPr>
              <a:t>r("Hello world!",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>
                <a:latin typeface="JetBrains Mono" panose="020B0509020102050004" pitchFamily="49" charset="77"/>
              </a:rPr>
              <a:t>r=fore, brightness=brightness)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63FBC-E6A4-BCCE-93CA-7DAD48239C81}"/>
              </a:ext>
            </a:extLst>
          </p:cNvPr>
          <p:cNvSpPr txBox="1"/>
          <p:nvPr/>
        </p:nvSpPr>
        <p:spPr>
          <a:xfrm>
            <a:off x="719998" y="3535500"/>
            <a:ext cx="7200000" cy="1597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printing all available foreground and background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 err="1">
                <a:latin typeface="JetBrains Mono" panose="020B0509020102050004" pitchFamily="49" charset="77"/>
              </a:rPr>
              <a:t>rs</a:t>
            </a:r>
            <a:r>
              <a:rPr lang="en-AU" altLang="zh-CN" sz="1100" dirty="0">
                <a:latin typeface="JetBrains Mono" panose="020B0509020102050004" pitchFamily="49" charset="77"/>
              </a:rPr>
              <a:t> with different brightness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for fore in FORES: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for back in BACKS: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for brightness in BRIGHTNESS: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     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print_with_colo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>
                <a:latin typeface="JetBrains Mono" panose="020B0509020102050004" pitchFamily="49" charset="77"/>
              </a:rPr>
              <a:t>r("A",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>
                <a:latin typeface="JetBrains Mono" panose="020B0509020102050004" pitchFamily="49" charset="77"/>
              </a:rPr>
              <a:t>r=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back+fore</a:t>
            </a:r>
            <a:r>
              <a:rPr lang="en-AU" altLang="zh-CN" sz="1100" dirty="0">
                <a:latin typeface="JetBrains Mono" panose="020B0509020102050004" pitchFamily="49" charset="77"/>
              </a:rPr>
              <a:t>, brightness=brightness, end=' ')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print()</a:t>
            </a:r>
          </a:p>
        </p:txBody>
      </p:sp>
    </p:spTree>
    <p:extLst>
      <p:ext uri="{BB962C8B-B14F-4D97-AF65-F5344CB8AC3E}">
        <p14:creationId xmlns:p14="http://schemas.microsoft.com/office/powerpoint/2010/main" val="256279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542E63-BA1E-C5D2-1FFF-1581A11CA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DEC4-B1B2-FA44-6157-15170E3CD9C7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27 </a:t>
            </a:r>
            <a:r>
              <a:rPr lang="en-US" altLang="zh-CN" dirty="0" err="1"/>
              <a:t>Colourful</a:t>
            </a:r>
            <a:r>
              <a:rPr lang="zh-CN" altLang="en-US" dirty="0"/>
              <a:t> </a:t>
            </a:r>
            <a:r>
              <a:rPr lang="en-US" altLang="zh-CN" dirty="0"/>
              <a:t>texts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50D3F3-41E6-7939-8A58-1DB231BE0E19}"/>
              </a:ext>
            </a:extLst>
          </p:cNvPr>
          <p:cNvSpPr txBox="1"/>
          <p:nvPr/>
        </p:nvSpPr>
        <p:spPr>
          <a:xfrm>
            <a:off x="359998" y="1260000"/>
            <a:ext cx="7200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Now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let’s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play: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Then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import</a:t>
            </a:r>
            <a:r>
              <a:rPr lang="zh-CN" altLang="en-US" sz="2000" b="1" dirty="0"/>
              <a:t> </a:t>
            </a:r>
            <a:r>
              <a:rPr lang="en-US" altLang="zh-CN" sz="2000" b="1" dirty="0" err="1"/>
              <a:t>init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Fore,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Back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and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Style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08D4B-F65A-CBED-771A-B37C08FE500B}"/>
              </a:ext>
            </a:extLst>
          </p:cNvPr>
          <p:cNvSpPr txBox="1"/>
          <p:nvPr/>
        </p:nvSpPr>
        <p:spPr>
          <a:xfrm>
            <a:off x="719998" y="1682380"/>
            <a:ext cx="6480000" cy="261610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solidFill>
                  <a:schemeClr val="bg1"/>
                </a:solidFill>
                <a:latin typeface="JetBrains Mono" panose="020B0509020102050004" pitchFamily="49" charset="77"/>
              </a:rPr>
              <a:t>$ pip install </a:t>
            </a:r>
            <a:r>
              <a:rPr lang="en-AU" altLang="zh-CN" sz="1100" dirty="0" err="1">
                <a:solidFill>
                  <a:schemeClr val="bg1"/>
                </a:solidFill>
                <a:latin typeface="JetBrains Mono" panose="020B0509020102050004" pitchFamily="49" charset="77"/>
              </a:rPr>
              <a:t>colorama</a:t>
            </a:r>
            <a:endParaRPr lang="en-AU" altLang="zh-CN" sz="1100" dirty="0">
              <a:solidFill>
                <a:schemeClr val="bg1"/>
              </a:solidFill>
              <a:latin typeface="JetBrains Mono" panose="020B0509020102050004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FE24B-BB2E-052D-2A94-F19806C2353E}"/>
              </a:ext>
            </a:extLst>
          </p:cNvPr>
          <p:cNvSpPr txBox="1"/>
          <p:nvPr/>
        </p:nvSpPr>
        <p:spPr>
          <a:xfrm>
            <a:off x="719998" y="2587455"/>
            <a:ext cx="6480000" cy="27007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from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colorama</a:t>
            </a:r>
            <a:r>
              <a:rPr lang="en-AU" altLang="zh-CN" sz="1100" dirty="0">
                <a:latin typeface="JetBrains Mono" panose="020B0509020102050004" pitchFamily="49" charset="77"/>
              </a:rPr>
              <a:t> import </a:t>
            </a:r>
            <a:r>
              <a:rPr lang="en-AU" altLang="zh-CN" sz="1100" dirty="0" err="1">
                <a:latin typeface="JetBrains Mono" panose="020B0509020102050004" pitchFamily="49" charset="77"/>
              </a:rPr>
              <a:t>init</a:t>
            </a:r>
            <a:r>
              <a:rPr lang="en-AU" altLang="zh-CN" sz="1100" dirty="0">
                <a:latin typeface="JetBrains Mono" panose="020B0509020102050004" pitchFamily="49" charset="77"/>
              </a:rPr>
              <a:t>, Fore, Back, Style</a:t>
            </a:r>
          </a:p>
          <a:p>
            <a:pPr lvl="0">
              <a:spcBef>
                <a:spcPts val="45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essential for Windows environment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init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all available foreground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 err="1">
                <a:latin typeface="JetBrains Mono" panose="020B0509020102050004" pitchFamily="49" charset="77"/>
              </a:rPr>
              <a:t>rs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FORES = [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Fore.BLACK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Fore.RED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Fore.GREEN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Fore.YELLOW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Fore.BLUE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Fore.MAGENTA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Fore.CYAN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Fore.WHITE</a:t>
            </a:r>
            <a:r>
              <a:rPr lang="en-AU" altLang="zh-CN" sz="1100" dirty="0">
                <a:latin typeface="JetBrains Mono" panose="020B0509020102050004" pitchFamily="49" charset="77"/>
              </a:rPr>
              <a:t>]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all available background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 err="1">
                <a:latin typeface="JetBrains Mono" panose="020B0509020102050004" pitchFamily="49" charset="77"/>
              </a:rPr>
              <a:t>rs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BACKS = [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Back.BLACK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Back.RED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Back.GREEN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Back.YELLOW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Back.BLUE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Back.MAGENTA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Back.CYAN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Back.WHITE</a:t>
            </a:r>
            <a:r>
              <a:rPr lang="en-AU" altLang="zh-CN" sz="1100" dirty="0">
                <a:latin typeface="JetBrains Mono" panose="020B0509020102050004" pitchFamily="49" charset="77"/>
              </a:rPr>
              <a:t>]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# brightness values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BRIGHTNESS = [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Style.DIM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Style.NORMAL</a:t>
            </a:r>
            <a:r>
              <a:rPr lang="en-AU" altLang="zh-CN" sz="1100" dirty="0">
                <a:latin typeface="JetBrains Mono" panose="020B0509020102050004" pitchFamily="49" charset="77"/>
              </a:rPr>
              <a:t>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Style.BRIGHT</a:t>
            </a:r>
            <a:r>
              <a:rPr lang="en-AU" altLang="zh-CN" sz="1100" dirty="0">
                <a:latin typeface="JetBrains Mono" panose="020B0509020102050004" pitchFamily="49" charset="7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7193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4BE7C5-93F4-2F3D-8AA0-5D8668B1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E465-2C79-EC58-647F-7BD30C8147F9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27</a:t>
            </a:r>
            <a:r>
              <a:rPr lang="zh-CN" altLang="en-US" dirty="0"/>
              <a:t> </a:t>
            </a:r>
            <a:r>
              <a:rPr lang="en-US" altLang="zh-CN" dirty="0" err="1"/>
              <a:t>Colour</a:t>
            </a:r>
            <a:r>
              <a:rPr lang="zh-CN" altLang="en-US" dirty="0"/>
              <a:t> </a:t>
            </a:r>
            <a:r>
              <a:rPr lang="en-US" altLang="zh-CN" dirty="0"/>
              <a:t>texts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9703CD-7690-ED6E-B986-BFA597A58998}"/>
              </a:ext>
            </a:extLst>
          </p:cNvPr>
          <p:cNvSpPr txBox="1"/>
          <p:nvPr/>
        </p:nvSpPr>
        <p:spPr>
          <a:xfrm>
            <a:off x="359998" y="1260000"/>
            <a:ext cx="7200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Put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colors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styles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front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contents</a:t>
            </a:r>
            <a:r>
              <a:rPr lang="zh-CN" altLang="en-US" sz="2000" dirty="0"/>
              <a:t> </a:t>
            </a:r>
            <a:r>
              <a:rPr lang="en-US" altLang="zh-CN" sz="2000" dirty="0"/>
              <a:t>you</a:t>
            </a:r>
            <a:r>
              <a:rPr lang="zh-CN" altLang="en-US" sz="2000" dirty="0"/>
              <a:t> </a:t>
            </a:r>
            <a:r>
              <a:rPr lang="en-US" altLang="zh-CN" sz="2000" dirty="0"/>
              <a:t>want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print:</a:t>
            </a: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Let’s</a:t>
            </a:r>
            <a:r>
              <a:rPr lang="zh-CN" altLang="en-US" sz="2000" dirty="0"/>
              <a:t> </a:t>
            </a:r>
            <a:r>
              <a:rPr lang="en-US" altLang="zh-CN" sz="2000" dirty="0"/>
              <a:t>make</a:t>
            </a:r>
            <a:r>
              <a:rPr lang="zh-CN" altLang="en-US" sz="2000" dirty="0"/>
              <a:t> </a:t>
            </a:r>
            <a:r>
              <a:rPr lang="en-US" altLang="zh-CN" sz="2000" dirty="0"/>
              <a:t>it</a:t>
            </a:r>
            <a:r>
              <a:rPr lang="zh-CN" altLang="en-US" sz="2000" dirty="0"/>
              <a:t> </a:t>
            </a:r>
            <a:r>
              <a:rPr lang="en-US" altLang="zh-CN" sz="2000" dirty="0"/>
              <a:t>reusable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other</a:t>
            </a:r>
            <a:r>
              <a:rPr lang="zh-CN" altLang="en-US" sz="2000" dirty="0"/>
              <a:t> </a:t>
            </a:r>
            <a:r>
              <a:rPr lang="en-US" altLang="zh-CN" sz="2000" dirty="0"/>
              <a:t>contents:</a:t>
            </a:r>
            <a:endParaRPr lang="en-GB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AE60B8-4ED4-4557-E8BD-B3F2C241FD90}"/>
              </a:ext>
            </a:extLst>
          </p:cNvPr>
          <p:cNvSpPr txBox="1"/>
          <p:nvPr/>
        </p:nvSpPr>
        <p:spPr>
          <a:xfrm>
            <a:off x="719998" y="2027772"/>
            <a:ext cx="6480000" cy="9618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US" altLang="zh-CN" sz="1100" dirty="0">
                <a:latin typeface="JetBrains Mono" panose="020B0509020102050004" pitchFamily="49" charset="77"/>
              </a:rPr>
              <a:t>brightness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 err="1">
                <a:latin typeface="JetBrains Mono" panose="020B0509020102050004" pitchFamily="49" charset="77"/>
              </a:rPr>
              <a:t>Styles.DIM</a:t>
            </a:r>
            <a:endParaRPr lang="en-US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US" altLang="zh-CN" sz="1100" dirty="0" err="1">
                <a:latin typeface="JetBrains Mono" panose="020B0509020102050004" pitchFamily="49" charset="77"/>
              </a:rPr>
              <a:t>colour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=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 err="1">
                <a:latin typeface="JetBrains Mono" panose="020B0509020102050004" pitchFamily="49" charset="77"/>
              </a:rPr>
              <a:t>Fore.WHITE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+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 err="1">
                <a:latin typeface="JetBrains Mono" panose="020B0509020102050004" pitchFamily="49" charset="77"/>
              </a:rPr>
              <a:t>Back.BLUE</a:t>
            </a:r>
            <a:endParaRPr lang="en-US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print(f"{brightness}{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100" dirty="0">
                <a:latin typeface="JetBrains Mono" panose="020B0509020102050004" pitchFamily="49" charset="77"/>
              </a:rPr>
              <a:t>u</a:t>
            </a:r>
            <a:r>
              <a:rPr lang="en-AU" altLang="zh-CN" sz="1100" dirty="0">
                <a:latin typeface="JetBrains Mono" panose="020B0509020102050004" pitchFamily="49" charset="77"/>
              </a:rPr>
              <a:t>r}</a:t>
            </a:r>
            <a:r>
              <a:rPr lang="en-US" altLang="zh-CN" sz="1100" dirty="0">
                <a:latin typeface="JetBrains Mono" panose="020B0509020102050004" pitchFamily="49" charset="77"/>
              </a:rPr>
              <a:t>Hello,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world</a:t>
            </a:r>
            <a:r>
              <a:rPr lang="en-AU" altLang="zh-CN" sz="1100" dirty="0">
                <a:latin typeface="JetBrains Mono" panose="020B0509020102050004" pitchFamily="49" charset="77"/>
              </a:rPr>
              <a:t>{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Style.RESET_ALL</a:t>
            </a:r>
            <a:r>
              <a:rPr lang="en-AU" altLang="zh-CN" sz="1100" dirty="0">
                <a:latin typeface="JetBrains Mono" panose="020B0509020102050004" pitchFamily="49" charset="77"/>
              </a:rPr>
              <a:t>}")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66A61-0C6A-4D96-099E-546ABEC6CF0B}"/>
              </a:ext>
            </a:extLst>
          </p:cNvPr>
          <p:cNvSpPr txBox="1"/>
          <p:nvPr/>
        </p:nvSpPr>
        <p:spPr>
          <a:xfrm>
            <a:off x="719998" y="3838449"/>
            <a:ext cx="6480000" cy="11310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def </a:t>
            </a:r>
            <a:r>
              <a:rPr lang="en-AU" altLang="zh-CN" sz="1100" dirty="0" err="1">
                <a:latin typeface="JetBrains Mono" panose="020B0509020102050004" pitchFamily="49" charset="77"/>
              </a:rPr>
              <a:t>print_with_color</a:t>
            </a:r>
            <a:r>
              <a:rPr lang="en-AU" altLang="zh-CN" sz="1100" dirty="0">
                <a:latin typeface="JetBrains Mono" panose="020B0509020102050004" pitchFamily="49" charset="77"/>
              </a:rPr>
              <a:t>(s,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color</a:t>
            </a:r>
            <a:r>
              <a:rPr lang="en-AU" altLang="zh-CN" sz="1100" dirty="0">
                <a:latin typeface="JetBrains Mono" panose="020B0509020102050004" pitchFamily="49" charset="77"/>
              </a:rPr>
              <a:t>=</a:t>
            </a:r>
            <a:r>
              <a:rPr lang="en-AU" altLang="zh-CN" sz="1100" dirty="0" err="1">
                <a:latin typeface="JetBrains Mono" panose="020B0509020102050004" pitchFamily="49" charset="77"/>
              </a:rPr>
              <a:t>Fore.WHITE</a:t>
            </a:r>
            <a:r>
              <a:rPr lang="en-AU" altLang="zh-CN" sz="1100" dirty="0">
                <a:latin typeface="JetBrains Mono" panose="020B0509020102050004" pitchFamily="49" charset="77"/>
              </a:rPr>
              <a:t>, brightness=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Style.NORMAL</a:t>
            </a:r>
            <a:r>
              <a:rPr lang="en-AU" altLang="zh-CN" sz="1100" dirty="0">
                <a:latin typeface="JetBrains Mono" panose="020B0509020102050004" pitchFamily="49" charset="77"/>
              </a:rPr>
              <a:t>, **</a:t>
            </a:r>
            <a:r>
              <a:rPr lang="en-AU" altLang="zh-CN" sz="1100" dirty="0" err="1">
                <a:latin typeface="JetBrains Mono" panose="020B0509020102050004" pitchFamily="49" charset="77"/>
              </a:rPr>
              <a:t>kwargs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"""Utility function wrapping the regular `print()` function 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but with 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colors</a:t>
            </a:r>
            <a:r>
              <a:rPr lang="en-AU" altLang="zh-CN" sz="1100" dirty="0">
                <a:latin typeface="JetBrains Mono" panose="020B0509020102050004" pitchFamily="49" charset="77"/>
              </a:rPr>
              <a:t> and brightness"""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 print(f"{brightness}{</a:t>
            </a:r>
            <a:r>
              <a:rPr lang="en-AU" altLang="zh-CN" sz="1100" dirty="0" err="1">
                <a:latin typeface="JetBrains Mono" panose="020B0509020102050004" pitchFamily="49" charset="77"/>
              </a:rPr>
              <a:t>color</a:t>
            </a:r>
            <a:r>
              <a:rPr lang="en-AU" altLang="zh-CN" sz="1100" dirty="0">
                <a:latin typeface="JetBrains Mono" panose="020B0509020102050004" pitchFamily="49" charset="77"/>
              </a:rPr>
              <a:t>}{s}{</a:t>
            </a:r>
            <a:r>
              <a:rPr lang="en-AU" altLang="zh-CN" sz="1100" dirty="0" err="1">
                <a:latin typeface="JetBrains Mono" panose="020B0509020102050004" pitchFamily="49" charset="77"/>
              </a:rPr>
              <a:t>Style.RESET_ALL</a:t>
            </a:r>
            <a:r>
              <a:rPr lang="en-AU" altLang="zh-CN" sz="1100" dirty="0">
                <a:latin typeface="JetBrains Mono" panose="020B0509020102050004" pitchFamily="49" charset="77"/>
              </a:rPr>
              <a:t>}", **</a:t>
            </a:r>
            <a:r>
              <a:rPr lang="en-AU" altLang="zh-CN" sz="1100" dirty="0" err="1">
                <a:latin typeface="JetBrains Mono" panose="020B0509020102050004" pitchFamily="49" charset="77"/>
              </a:rPr>
              <a:t>kwargs</a:t>
            </a:r>
            <a:r>
              <a:rPr lang="en-AU" altLang="zh-CN" sz="1100" dirty="0">
                <a:latin typeface="JetBrains Mono" panose="020B0509020102050004" pitchFamily="49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28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4E39-B239-2231-7C3B-E45282B0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96784C-5A51-B963-1342-CDD58AA59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138" y="2594591"/>
            <a:ext cx="2857500" cy="28575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B57188F-9AD4-3D09-9A63-DE73D5EDBF8A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28</a:t>
            </a:r>
            <a:r>
              <a:rPr lang="zh-CN" altLang="en-US" dirty="0"/>
              <a:t> </a:t>
            </a:r>
            <a:r>
              <a:rPr lang="en-US" altLang="zh-CN" dirty="0"/>
              <a:t>Circular</a:t>
            </a:r>
            <a:r>
              <a:rPr lang="zh-CN" altLang="en-US" dirty="0"/>
              <a:t> </a:t>
            </a:r>
            <a:r>
              <a:rPr lang="en-US" altLang="zh-CN" dirty="0"/>
              <a:t>maze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766447-5CC8-4932-E585-8C9BFA3BBB64}"/>
              </a:ext>
            </a:extLst>
          </p:cNvPr>
          <p:cNvSpPr txBox="1"/>
          <p:nvPr/>
        </p:nvSpPr>
        <p:spPr>
          <a:xfrm>
            <a:off x="359998" y="1260000"/>
            <a:ext cx="72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Let’s</a:t>
            </a:r>
            <a:r>
              <a:rPr lang="zh-CN" altLang="en-US" sz="2000" dirty="0"/>
              <a:t> </a:t>
            </a:r>
            <a:r>
              <a:rPr lang="en-US" altLang="zh-CN" sz="2000" dirty="0"/>
              <a:t>solve</a:t>
            </a:r>
            <a:r>
              <a:rPr lang="zh-CN" altLang="en-US" sz="2000" dirty="0"/>
              <a:t> </a:t>
            </a:r>
            <a:r>
              <a:rPr lang="en-US" altLang="zh-CN" sz="2000" dirty="0"/>
              <a:t>this</a:t>
            </a:r>
            <a:r>
              <a:rPr lang="zh-CN" altLang="en-US" sz="2000" dirty="0"/>
              <a:t> </a:t>
            </a:r>
            <a:r>
              <a:rPr lang="en-US" altLang="zh-CN" sz="2000" dirty="0"/>
              <a:t>maze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screen:</a:t>
            </a:r>
          </a:p>
        </p:txBody>
      </p:sp>
      <p:pic>
        <p:nvPicPr>
          <p:cNvPr id="6" name="Screen Recording 2026-08-07 at 11.42.49 pm.mov">
            <a:hlinkClick r:id="" action="ppaction://media"/>
            <a:extLst>
              <a:ext uri="{FF2B5EF4-FFF2-40B4-BE49-F238E27FC236}">
                <a16:creationId xmlns:a16="http://schemas.microsoft.com/office/drawing/2014/main" id="{8859DC02-5422-B331-468E-17974716C23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17747" y="1666457"/>
            <a:ext cx="5624715" cy="444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5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8AAF-C358-C4BF-E97D-75B955EE6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54E1-2351-6436-7EE9-FA1A0A59BCD2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28</a:t>
            </a:r>
            <a:r>
              <a:rPr lang="zh-CN" altLang="en-US" dirty="0"/>
              <a:t> </a:t>
            </a:r>
            <a:r>
              <a:rPr lang="en-US" altLang="zh-CN" dirty="0"/>
              <a:t>Circular</a:t>
            </a:r>
            <a:r>
              <a:rPr lang="zh-CN" altLang="en-US" dirty="0"/>
              <a:t> </a:t>
            </a:r>
            <a:r>
              <a:rPr lang="en-US" altLang="zh-CN" dirty="0"/>
              <a:t>maze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D158D-621E-63ED-37B6-A0AC0074E974}"/>
              </a:ext>
            </a:extLst>
          </p:cNvPr>
          <p:cNvSpPr txBox="1"/>
          <p:nvPr/>
        </p:nvSpPr>
        <p:spPr>
          <a:xfrm>
            <a:off x="359998" y="1260000"/>
            <a:ext cx="720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altLang="zh-CN" sz="2000" b="1" dirty="0"/>
              <a:t>Apparent</a:t>
            </a:r>
            <a:r>
              <a:rPr lang="en-US" altLang="zh-CN" sz="2000" b="1" dirty="0" err="1"/>
              <a:t>ly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need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to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draw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arc</a:t>
            </a:r>
          </a:p>
          <a:p>
            <a:pPr fontAlgn="base"/>
            <a:r>
              <a:rPr lang="en-US" altLang="zh-CN" dirty="0"/>
              <a:t>Create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AU" dirty="0"/>
              <a:t> function called </a:t>
            </a:r>
            <a:r>
              <a:rPr lang="en-AU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drawArc</a:t>
            </a:r>
            <a:r>
              <a:rPr lang="en-AU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() </a:t>
            </a:r>
            <a:r>
              <a:rPr lang="en-AU" dirty="0"/>
              <a:t>that takes three parameters: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The </a:t>
            </a:r>
            <a:r>
              <a:rPr lang="en-AU" b="1" dirty="0"/>
              <a:t>radius</a:t>
            </a:r>
            <a:r>
              <a:rPr lang="en-AU" dirty="0"/>
              <a:t> of the arc (in pixels)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The </a:t>
            </a:r>
            <a:r>
              <a:rPr lang="en-AU" b="1" dirty="0"/>
              <a:t>starting angle </a:t>
            </a:r>
            <a:r>
              <a:rPr lang="en-AU" dirty="0"/>
              <a:t>of the arc (in degrees)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AU" dirty="0"/>
              <a:t>The </a:t>
            </a:r>
            <a:r>
              <a:rPr lang="en-AU" b="1" dirty="0"/>
              <a:t>angle</a:t>
            </a:r>
            <a:r>
              <a:rPr lang="en-AU" dirty="0"/>
              <a:t> of the arc (in degrees)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E633D-DE4E-EF07-D83B-A26F8CA49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8" y="2958523"/>
            <a:ext cx="5257800" cy="357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5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7271E-08B1-CCA7-8485-54155463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1FEE-5373-0275-A5D1-5B8496255113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28</a:t>
            </a:r>
            <a:r>
              <a:rPr lang="zh-CN" altLang="en-US" dirty="0"/>
              <a:t> </a:t>
            </a:r>
            <a:r>
              <a:rPr lang="en-US" altLang="zh-CN" dirty="0"/>
              <a:t>Circular</a:t>
            </a:r>
            <a:r>
              <a:rPr lang="zh-CN" altLang="en-US" dirty="0"/>
              <a:t> </a:t>
            </a:r>
            <a:r>
              <a:rPr lang="en-US" altLang="zh-CN" dirty="0"/>
              <a:t>Maze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414CAD-A1EA-F181-16AC-E19E240C27DF}"/>
              </a:ext>
            </a:extLst>
          </p:cNvPr>
          <p:cNvSpPr txBox="1"/>
          <p:nvPr/>
        </p:nvSpPr>
        <p:spPr>
          <a:xfrm>
            <a:off x="359998" y="1260000"/>
            <a:ext cx="72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other</a:t>
            </a:r>
            <a:r>
              <a:rPr lang="zh-CN" altLang="en-US" sz="2000" dirty="0"/>
              <a:t> </a:t>
            </a:r>
            <a:r>
              <a:rPr lang="en-US" altLang="zh-CN" sz="2000" dirty="0"/>
              <a:t>kinds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arcs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47D2A8-673D-AAA1-C0C9-3C6344B73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8" y="1838960"/>
            <a:ext cx="4673600" cy="3180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5F676A-0FDB-0125-DBCB-3505B3F91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478" y="3286978"/>
            <a:ext cx="4673600" cy="318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0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AED58-BE02-769E-EAF9-A4112F394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C5C01DF-E92F-2F72-394F-F7D2FF1231A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28</a:t>
            </a:r>
            <a:r>
              <a:rPr lang="zh-CN" altLang="en-US" dirty="0"/>
              <a:t> </a:t>
            </a:r>
            <a:r>
              <a:rPr lang="en-US" altLang="zh-CN" dirty="0"/>
              <a:t>Circular</a:t>
            </a:r>
            <a:r>
              <a:rPr lang="zh-CN" altLang="en-US" dirty="0"/>
              <a:t> </a:t>
            </a:r>
            <a:r>
              <a:rPr lang="en-US" altLang="zh-CN" dirty="0"/>
              <a:t>maze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E941C-1789-B7AA-A0E5-0E6688EBA088}"/>
              </a:ext>
            </a:extLst>
          </p:cNvPr>
          <p:cNvSpPr txBox="1"/>
          <p:nvPr/>
        </p:nvSpPr>
        <p:spPr>
          <a:xfrm>
            <a:off x="359998" y="1260000"/>
            <a:ext cx="7200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Use</a:t>
            </a:r>
            <a:r>
              <a:rPr lang="zh-CN" altLang="en-US" sz="2000" dirty="0"/>
              <a:t> </a:t>
            </a:r>
            <a:r>
              <a:rPr lang="en-US" altLang="zh-CN" sz="2000" dirty="0"/>
              <a:t>Python</a:t>
            </a:r>
            <a:r>
              <a:rPr lang="zh-CN" altLang="en-US" sz="2000" dirty="0"/>
              <a:t> </a:t>
            </a:r>
            <a:r>
              <a:rPr lang="en-US" altLang="zh-CN" sz="2000" dirty="0"/>
              <a:t>Turtle</a:t>
            </a:r>
            <a:r>
              <a:rPr lang="zh-CN" altLang="en-US" sz="2000" dirty="0"/>
              <a:t> </a:t>
            </a:r>
            <a:r>
              <a:rPr lang="en-US" altLang="zh-CN" sz="1600" dirty="0">
                <a:latin typeface="JetBrains Mono" panose="020B0509020102050004" pitchFamily="49" charset="77"/>
              </a:rPr>
              <a:t>circle(radius,</a:t>
            </a:r>
            <a:r>
              <a:rPr lang="zh-CN" altLang="en-US" sz="1600" dirty="0">
                <a:latin typeface="JetBrains Mono" panose="020B0509020102050004" pitchFamily="49" charset="77"/>
              </a:rPr>
              <a:t> </a:t>
            </a:r>
            <a:r>
              <a:rPr lang="en-US" altLang="zh-CN" sz="1600" dirty="0">
                <a:latin typeface="JetBrains Mono" panose="020B0509020102050004" pitchFamily="49" charset="77"/>
              </a:rPr>
              <a:t>extent)</a:t>
            </a:r>
            <a:r>
              <a:rPr lang="zh-CN" altLang="en-US" sz="1600" dirty="0">
                <a:latin typeface="JetBrains Mono" panose="020B0509020102050004" pitchFamily="49" charset="77"/>
              </a:rPr>
              <a:t> </a:t>
            </a:r>
            <a:r>
              <a:rPr lang="en-US" altLang="zh-CN" sz="2000" dirty="0"/>
              <a:t>function.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latin typeface="JetBrains Mono" panose="020B0509020102050004" pitchFamily="49" charset="77"/>
                <a:hlinkClick r:id="rId2"/>
              </a:rPr>
              <a:t>https://docs.python.org/3/library/turtle.html#module-turtle</a:t>
            </a:r>
            <a:endParaRPr lang="en-US" altLang="zh-CN" sz="1200" dirty="0">
              <a:latin typeface="JetBrains Mono" panose="020B0509020102050004" pitchFamily="49" charset="77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357B58-58B9-D34E-F866-5548B490E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8" y="2012591"/>
            <a:ext cx="6549957" cy="461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6280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83472-FA27-1B6D-1899-00FBFA75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5D2D-7632-328E-C87E-6C8DE4417DEA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28</a:t>
            </a:r>
            <a:r>
              <a:rPr lang="zh-CN" altLang="en-US" dirty="0"/>
              <a:t> </a:t>
            </a:r>
            <a:r>
              <a:rPr lang="en-US" altLang="zh-CN" dirty="0"/>
              <a:t>Circular</a:t>
            </a:r>
            <a:r>
              <a:rPr lang="zh-CN" altLang="en-US" dirty="0"/>
              <a:t> </a:t>
            </a:r>
            <a:r>
              <a:rPr lang="en-US" altLang="zh-CN" dirty="0"/>
              <a:t>maze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D39C0-AD1B-D54F-5C81-AF92D255BB3B}"/>
              </a:ext>
            </a:extLst>
          </p:cNvPr>
          <p:cNvSpPr txBox="1"/>
          <p:nvPr/>
        </p:nvSpPr>
        <p:spPr>
          <a:xfrm>
            <a:off x="719998" y="1620000"/>
            <a:ext cx="7200000" cy="2828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US" altLang="zh-CN" sz="1100" dirty="0">
                <a:latin typeface="JetBrains Mono" panose="020B0509020102050004" pitchFamily="49" charset="77"/>
              </a:rPr>
              <a:t>import</a:t>
            </a:r>
            <a:r>
              <a:rPr lang="zh-CN" altLang="en-US" sz="1100" dirty="0">
                <a:latin typeface="JetBrains Mono" panose="020B0509020102050004" pitchFamily="49" charset="77"/>
              </a:rPr>
              <a:t> </a:t>
            </a:r>
            <a:r>
              <a:rPr lang="en-US" altLang="zh-CN" sz="1100" dirty="0">
                <a:latin typeface="JetBrains Mono" panose="020B0509020102050004" pitchFamily="49" charset="77"/>
              </a:rPr>
              <a:t>turtle</a:t>
            </a: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def </a:t>
            </a:r>
            <a:r>
              <a:rPr lang="en-AU" altLang="zh-CN" sz="1100" dirty="0" err="1">
                <a:latin typeface="JetBrains Mono" panose="020B0509020102050004" pitchFamily="49" charset="77"/>
              </a:rPr>
              <a:t>drawArc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radius,startingAngle,angle</a:t>
            </a:r>
            <a:r>
              <a:rPr lang="en-AU" altLang="zh-CN" sz="1100" dirty="0">
                <a:latin typeface="JetBrains Mono" panose="020B0509020102050004" pitchFamily="49" charset="77"/>
              </a:rPr>
              <a:t>):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myPen.setheading</a:t>
            </a:r>
            <a:r>
              <a:rPr lang="en-AU" altLang="zh-CN" sz="1100" dirty="0">
                <a:latin typeface="JetBrains Mono" panose="020B0509020102050004" pitchFamily="49" charset="77"/>
              </a:rPr>
              <a:t>(startingAngle+90)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   </a:t>
            </a:r>
            <a:r>
              <a:rPr lang="en-AU" altLang="zh-CN" sz="1100" dirty="0" err="1">
                <a:latin typeface="JetBrains Mono" panose="020B0509020102050004" pitchFamily="49" charset="77"/>
              </a:rPr>
              <a:t>myPen.circle</a:t>
            </a:r>
            <a:r>
              <a:rPr lang="en-AU" altLang="zh-CN" sz="1100" dirty="0">
                <a:latin typeface="JetBrains Mono" panose="020B0509020102050004" pitchFamily="49" charset="77"/>
              </a:rPr>
              <a:t>(</a:t>
            </a:r>
            <a:r>
              <a:rPr lang="en-AU" altLang="zh-CN" sz="1100" dirty="0" err="1">
                <a:latin typeface="JetBrains Mono" panose="020B0509020102050004" pitchFamily="49" charset="77"/>
              </a:rPr>
              <a:t>radius,angle</a:t>
            </a:r>
            <a:r>
              <a:rPr lang="en-AU" altLang="zh-CN" sz="1100" dirty="0">
                <a:latin typeface="JetBrains Mono" panose="020B0509020102050004" pitchFamily="49" charset="77"/>
              </a:rPr>
              <a:t>) </a:t>
            </a:r>
          </a:p>
          <a:p>
            <a:pPr lvl="0">
              <a:spcBef>
                <a:spcPts val="450"/>
              </a:spcBef>
              <a:defRPr/>
            </a:pPr>
            <a:endParaRPr lang="en-AU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myPen</a:t>
            </a:r>
            <a:r>
              <a:rPr lang="en-AU" altLang="zh-CN" sz="1100" dirty="0">
                <a:latin typeface="JetBrains Mono" panose="020B0509020102050004" pitchFamily="49" charset="77"/>
              </a:rPr>
              <a:t> =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turtle.Turtle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myPen.speed</a:t>
            </a:r>
            <a:r>
              <a:rPr lang="en-AU" altLang="zh-CN" sz="1100" dirty="0">
                <a:latin typeface="JetBrains Mono" panose="020B0509020102050004" pitchFamily="49" charset="77"/>
              </a:rPr>
              <a:t>(100)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>
                <a:latin typeface="JetBrains Mono" panose="020B0509020102050004" pitchFamily="49" charset="77"/>
              </a:rPr>
              <a:t>screen = </a:t>
            </a:r>
            <a:r>
              <a:rPr lang="en-AU" altLang="zh-CN" sz="1100" dirty="0" err="1">
                <a:latin typeface="JetBrains Mono" panose="020B0509020102050004" pitchFamily="49" charset="77"/>
              </a:rPr>
              <a:t>turtle.Screen</a:t>
            </a:r>
            <a:r>
              <a:rPr lang="en-AU" altLang="zh-CN" sz="1100" dirty="0">
                <a:latin typeface="JetBrains Mono" panose="020B0509020102050004" pitchFamily="49" charset="77"/>
              </a:rPr>
              <a:t>()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screen.setup</a:t>
            </a:r>
            <a:r>
              <a:rPr lang="en-AU" altLang="zh-CN" sz="1100" dirty="0">
                <a:latin typeface="JetBrains Mono" panose="020B0509020102050004" pitchFamily="49" charset="77"/>
              </a:rPr>
              <a:t>(400, 400)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myPen.forward</a:t>
            </a:r>
            <a:r>
              <a:rPr lang="en-AU" altLang="zh-CN" sz="1100" dirty="0">
                <a:latin typeface="JetBrains Mono" panose="020B0509020102050004" pitchFamily="49" charset="77"/>
              </a:rPr>
              <a:t>(25)</a:t>
            </a:r>
          </a:p>
          <a:p>
            <a:pPr lvl="0">
              <a:spcBef>
                <a:spcPts val="450"/>
              </a:spcBef>
              <a:defRPr/>
            </a:pPr>
            <a:r>
              <a:rPr lang="en-AU" altLang="zh-CN" sz="1100" dirty="0" err="1">
                <a:latin typeface="JetBrains Mono" panose="020B0509020102050004" pitchFamily="49" charset="77"/>
              </a:rPr>
              <a:t>drawArc</a:t>
            </a:r>
            <a:r>
              <a:rPr lang="en-AU" altLang="zh-CN" sz="1100" dirty="0">
                <a:latin typeface="JetBrains Mono" panose="020B0509020102050004" pitchFamily="49" charset="77"/>
              </a:rPr>
              <a:t>(165,175,-160)</a:t>
            </a:r>
          </a:p>
        </p:txBody>
      </p:sp>
    </p:spTree>
    <p:extLst>
      <p:ext uri="{BB962C8B-B14F-4D97-AF65-F5344CB8AC3E}">
        <p14:creationId xmlns:p14="http://schemas.microsoft.com/office/powerpoint/2010/main" val="150670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463D-E829-1D23-4EA1-CF853867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86A0-9706-510C-F937-698D06063719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28</a:t>
            </a:r>
            <a:r>
              <a:rPr lang="zh-CN" altLang="en-US" dirty="0"/>
              <a:t> </a:t>
            </a:r>
            <a:r>
              <a:rPr lang="en-US" altLang="zh-CN" dirty="0"/>
              <a:t>Circular</a:t>
            </a:r>
            <a:r>
              <a:rPr lang="zh-CN" altLang="en-US" dirty="0"/>
              <a:t> </a:t>
            </a:r>
            <a:r>
              <a:rPr lang="en-US" altLang="zh-CN" dirty="0"/>
              <a:t>Maze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73212-AB96-221D-5ADC-B7AFB2CE21D6}"/>
              </a:ext>
            </a:extLst>
          </p:cNvPr>
          <p:cNvSpPr txBox="1"/>
          <p:nvPr/>
        </p:nvSpPr>
        <p:spPr>
          <a:xfrm>
            <a:off x="359998" y="1260000"/>
            <a:ext cx="72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Then</a:t>
            </a:r>
            <a:r>
              <a:rPr lang="zh-CN" altLang="en-US" sz="2000" dirty="0"/>
              <a:t> </a:t>
            </a:r>
            <a:r>
              <a:rPr lang="en-US" altLang="zh-CN" sz="2000" dirty="0"/>
              <a:t>go</a:t>
            </a:r>
            <a:r>
              <a:rPr lang="zh-CN" altLang="en-US" sz="2000" dirty="0"/>
              <a:t> </a:t>
            </a:r>
            <a:r>
              <a:rPr lang="en-US" altLang="zh-CN" sz="2000" dirty="0"/>
              <a:t>ahead,</a:t>
            </a:r>
            <a:r>
              <a:rPr lang="zh-CN" altLang="en-US" sz="2000" dirty="0"/>
              <a:t> </a:t>
            </a:r>
            <a:r>
              <a:rPr lang="en-US" altLang="zh-CN" sz="2000" dirty="0"/>
              <a:t>keep</a:t>
            </a:r>
            <a:r>
              <a:rPr lang="zh-CN" altLang="en-US" sz="2000" dirty="0"/>
              <a:t> </a:t>
            </a:r>
            <a:r>
              <a:rPr lang="en-US" altLang="zh-CN" sz="2000" dirty="0"/>
              <a:t>trying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all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angles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forward</a:t>
            </a:r>
            <a:r>
              <a:rPr lang="zh-CN" altLang="en-US" sz="2000" dirty="0"/>
              <a:t> </a:t>
            </a:r>
            <a:r>
              <a:rPr lang="en-US" altLang="zh-CN" sz="2000" dirty="0"/>
              <a:t>steps</a:t>
            </a:r>
            <a:r>
              <a:rPr lang="zh-CN" altLang="en-US" sz="2000" dirty="0"/>
              <a:t> 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solve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maze.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0131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319D-A3B4-356D-B68D-DBD644E7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89A0AEC-E1BC-4FD4-79D1-AF4174926459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29</a:t>
            </a:r>
            <a:r>
              <a:rPr lang="zh-CN" altLang="en-US" dirty="0"/>
              <a:t> </a:t>
            </a:r>
            <a:r>
              <a:rPr lang="en-US" altLang="zh-CN" dirty="0"/>
              <a:t>Art</a:t>
            </a:r>
            <a:r>
              <a:rPr lang="zh-CN" altLang="en-US" dirty="0"/>
              <a:t> </a:t>
            </a:r>
            <a:r>
              <a:rPr lang="en-US" altLang="zh-CN" dirty="0"/>
              <a:t>Class</a:t>
            </a:r>
            <a:r>
              <a:rPr lang="zh-CN" altLang="en-US" dirty="0"/>
              <a:t> </a:t>
            </a:r>
            <a:r>
              <a:rPr lang="en-US" altLang="zh-CN" dirty="0"/>
              <a:t>II</a:t>
            </a:r>
            <a:r>
              <a:rPr lang="zh-CN" altLang="en-US" dirty="0"/>
              <a:t> </a:t>
            </a:r>
            <a:r>
              <a:rPr lang="en-US" altLang="zh-CN" dirty="0"/>
              <a:t>(2021</a:t>
            </a:r>
            <a:r>
              <a:rPr lang="zh-CN" altLang="en-US" dirty="0"/>
              <a:t> </a:t>
            </a:r>
            <a:r>
              <a:rPr lang="en-US" altLang="zh-CN" dirty="0"/>
              <a:t>AIO</a:t>
            </a:r>
            <a:r>
              <a:rPr lang="zh-CN" altLang="en-US" dirty="0"/>
              <a:t> </a:t>
            </a:r>
            <a:r>
              <a:rPr lang="en-US" altLang="zh-CN" dirty="0"/>
              <a:t>P2)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20F37-BB37-7CBA-DCC9-0086BC99CDAA}"/>
              </a:ext>
            </a:extLst>
          </p:cNvPr>
          <p:cNvSpPr txBox="1"/>
          <p:nvPr/>
        </p:nvSpPr>
        <p:spPr>
          <a:xfrm>
            <a:off x="359998" y="1620000"/>
            <a:ext cx="7200000" cy="473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You and your classmates were being a little too rowdy during art class this morning and have made</a:t>
            </a:r>
            <a:r>
              <a:rPr lang="zh-CN" altLang="en-US" sz="2000" dirty="0"/>
              <a:t> </a:t>
            </a:r>
            <a:r>
              <a:rPr lang="en-US" altLang="zh-CN" sz="2000" dirty="0"/>
              <a:t>a bit of a mess.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There’s a large, usually blank wall at the back of the classroom. Unfortunately, the class</a:t>
            </a:r>
            <a:r>
              <a:rPr lang="zh-CN" altLang="en-US" sz="2000" dirty="0"/>
              <a:t> </a:t>
            </a:r>
            <a:r>
              <a:rPr lang="en-US" altLang="zh-CN" sz="2000" dirty="0"/>
              <a:t>(mostly you, honestly) have made N holes in the wall. The </a:t>
            </a:r>
            <a:r>
              <a:rPr lang="en-US" altLang="zh-CN" sz="2000" i="1" dirty="0" err="1"/>
              <a:t>i-th</a:t>
            </a:r>
            <a:r>
              <a:rPr lang="en-US" altLang="zh-CN" sz="2000" i="1" dirty="0"/>
              <a:t> </a:t>
            </a:r>
            <a:r>
              <a:rPr lang="en-US" altLang="zh-CN" sz="2000" dirty="0"/>
              <a:t>hole is located </a:t>
            </a:r>
            <a:r>
              <a:rPr lang="en-US" altLang="zh-CN" sz="2000" i="1" dirty="0"/>
              <a:t>x</a:t>
            </a:r>
            <a:r>
              <a:rPr lang="en-US" altLang="zh-CN" sz="2000" i="1" baseline="-25000" dirty="0"/>
              <a:t>i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centimetres</a:t>
            </a:r>
            <a:r>
              <a:rPr lang="en-US" altLang="zh-CN" sz="2000" dirty="0"/>
              <a:t> from</a:t>
            </a:r>
            <a:r>
              <a:rPr lang="zh-CN" altLang="en-US" sz="2000" dirty="0"/>
              <a:t> </a:t>
            </a:r>
            <a:r>
              <a:rPr lang="en-US" altLang="zh-CN" sz="2000" dirty="0"/>
              <a:t>the left edge of the wall, and </a:t>
            </a:r>
            <a:r>
              <a:rPr lang="en-US" altLang="zh-CN" sz="2000" i="1" dirty="0" err="1"/>
              <a:t>y</a:t>
            </a:r>
            <a:r>
              <a:rPr lang="en-US" altLang="zh-CN" sz="2000" i="1" baseline="-25000" dirty="0" err="1"/>
              <a:t>i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centimetres</a:t>
            </a:r>
            <a:r>
              <a:rPr lang="en-US" altLang="zh-CN" sz="2000" dirty="0"/>
              <a:t> from the bottom edge of the wall.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You and your class have decided to create a single large poster to put on the wall to cover the</a:t>
            </a:r>
            <a:r>
              <a:rPr lang="zh-CN" altLang="en-US" sz="2000" dirty="0"/>
              <a:t> </a:t>
            </a:r>
            <a:r>
              <a:rPr lang="en-US" altLang="zh-CN" sz="2000" dirty="0"/>
              <a:t>holes.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To be as inconspicuous as possible, your poster should be: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• rectangular in shape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• hung so its sides are parallel to the edges of the wall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• large enough to cover all of the holes</a:t>
            </a:r>
          </a:p>
        </p:txBody>
      </p:sp>
    </p:spTree>
    <p:extLst>
      <p:ext uri="{BB962C8B-B14F-4D97-AF65-F5344CB8AC3E}">
        <p14:creationId xmlns:p14="http://schemas.microsoft.com/office/powerpoint/2010/main" val="22008610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82E5E-4D17-4F3C-718C-9D2A0832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F1E7-5F97-4912-1A46-A502351C1350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29</a:t>
            </a:r>
            <a:r>
              <a:rPr lang="zh-CN" altLang="en-US" dirty="0"/>
              <a:t> </a:t>
            </a:r>
            <a:r>
              <a:rPr lang="en-US" altLang="zh-CN" dirty="0"/>
              <a:t>Art</a:t>
            </a:r>
            <a:r>
              <a:rPr lang="zh-CN" altLang="en-US" dirty="0"/>
              <a:t> </a:t>
            </a:r>
            <a:r>
              <a:rPr lang="en-US" altLang="zh-CN" dirty="0"/>
              <a:t>Class</a:t>
            </a:r>
            <a:r>
              <a:rPr lang="zh-CN" altLang="en-US" dirty="0"/>
              <a:t> </a:t>
            </a:r>
            <a:r>
              <a:rPr lang="en-US" altLang="zh-CN" dirty="0"/>
              <a:t>II</a:t>
            </a:r>
            <a:r>
              <a:rPr lang="zh-CN" altLang="en-US" dirty="0"/>
              <a:t> </a:t>
            </a:r>
            <a:r>
              <a:rPr lang="en-US" altLang="zh-CN" dirty="0"/>
              <a:t>(2021</a:t>
            </a:r>
            <a:r>
              <a:rPr lang="zh-CN" altLang="en-US" dirty="0"/>
              <a:t> </a:t>
            </a:r>
            <a:r>
              <a:rPr lang="en-US" altLang="zh-CN" dirty="0"/>
              <a:t>AIO</a:t>
            </a:r>
            <a:r>
              <a:rPr lang="zh-CN" altLang="en-US" dirty="0"/>
              <a:t> </a:t>
            </a:r>
            <a:r>
              <a:rPr lang="en-US" altLang="zh-CN" dirty="0"/>
              <a:t>P2)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70B1AE-7F90-DE64-A1AC-09AFE2BD161A}"/>
              </a:ext>
            </a:extLst>
          </p:cNvPr>
          <p:cNvSpPr txBox="1"/>
          <p:nvPr/>
        </p:nvSpPr>
        <p:spPr>
          <a:xfrm>
            <a:off x="359997" y="1620000"/>
            <a:ext cx="7200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Note that a hole on the very edge of the poster will still be hidden (seems like your teacher</a:t>
            </a:r>
            <a:r>
              <a:rPr lang="zh-CN" altLang="en-US" sz="2000" dirty="0"/>
              <a:t> </a:t>
            </a:r>
            <a:r>
              <a:rPr lang="en-US" altLang="zh-CN" sz="2000" dirty="0"/>
              <a:t>forgot their glasses today).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You don’t have a lot of time before the teacher returns, so you’ve decided to write a program</a:t>
            </a:r>
            <a:r>
              <a:rPr lang="zh-CN" altLang="en-US" sz="2000" dirty="0"/>
              <a:t> </a:t>
            </a:r>
            <a:r>
              <a:rPr lang="en-US" altLang="zh-CN" sz="2000" dirty="0"/>
              <a:t>that will tell you the area of the smallest poster that will cover all the holes.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9EF80-69EC-3738-047C-3DE015EE682C}"/>
              </a:ext>
            </a:extLst>
          </p:cNvPr>
          <p:cNvSpPr txBox="1"/>
          <p:nvPr/>
        </p:nvSpPr>
        <p:spPr>
          <a:xfrm>
            <a:off x="359998" y="3405104"/>
            <a:ext cx="7200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Input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• The first line of input contains the single integer </a:t>
            </a:r>
            <a:r>
              <a:rPr lang="en-US" altLang="zh-CN" i="1" dirty="0"/>
              <a:t>N</a:t>
            </a:r>
            <a:r>
              <a:rPr lang="en-US" altLang="zh-CN" dirty="0"/>
              <a:t>.</a:t>
            </a:r>
          </a:p>
          <a:p>
            <a:pPr fontAlgn="base">
              <a:spcBef>
                <a:spcPts val="300"/>
              </a:spcBef>
              <a:spcAft>
                <a:spcPts val="300"/>
              </a:spcAft>
            </a:pPr>
            <a:r>
              <a:rPr lang="en-US" altLang="zh-CN" dirty="0"/>
              <a:t>• The next N lines describe the location of the holes. The </a:t>
            </a:r>
            <a:r>
              <a:rPr lang="en-US" altLang="zh-CN" i="1" dirty="0" err="1"/>
              <a:t>i-th</a:t>
            </a:r>
            <a:r>
              <a:rPr lang="en-US" altLang="zh-CN" dirty="0"/>
              <a:t> line contains the two integers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and 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Output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Your program should output a single integer, the area (in square </a:t>
            </a:r>
            <a:r>
              <a:rPr lang="en-US" altLang="zh-CN" dirty="0" err="1"/>
              <a:t>centimetres</a:t>
            </a:r>
            <a:r>
              <a:rPr lang="en-US" altLang="zh-CN" dirty="0"/>
              <a:t>) of the smallest poster</a:t>
            </a:r>
            <a:r>
              <a:rPr lang="zh-CN" altLang="en-US" dirty="0"/>
              <a:t> </a:t>
            </a:r>
            <a:r>
              <a:rPr lang="en-US" altLang="zh-CN" dirty="0"/>
              <a:t>that will cover all the holes.</a:t>
            </a:r>
          </a:p>
        </p:txBody>
      </p:sp>
    </p:spTree>
    <p:extLst>
      <p:ext uri="{BB962C8B-B14F-4D97-AF65-F5344CB8AC3E}">
        <p14:creationId xmlns:p14="http://schemas.microsoft.com/office/powerpoint/2010/main" val="18666418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F4FAE-A2B0-128B-A1A9-1ECAE9E21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CB98-A809-B280-F6B1-60ABC5089770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29</a:t>
            </a:r>
            <a:r>
              <a:rPr lang="zh-CN" altLang="en-US" dirty="0"/>
              <a:t> </a:t>
            </a:r>
            <a:r>
              <a:rPr lang="en-US" altLang="zh-CN" dirty="0"/>
              <a:t>Art</a:t>
            </a:r>
            <a:r>
              <a:rPr lang="zh-CN" altLang="en-US" dirty="0"/>
              <a:t> </a:t>
            </a:r>
            <a:r>
              <a:rPr lang="en-US" altLang="zh-CN" dirty="0"/>
              <a:t>Class</a:t>
            </a:r>
            <a:r>
              <a:rPr lang="zh-CN" altLang="en-US" dirty="0"/>
              <a:t> </a:t>
            </a:r>
            <a:r>
              <a:rPr lang="en-US" altLang="zh-CN" dirty="0"/>
              <a:t>II</a:t>
            </a:r>
            <a:r>
              <a:rPr lang="zh-CN" altLang="en-US" dirty="0"/>
              <a:t> </a:t>
            </a:r>
            <a:r>
              <a:rPr lang="en-US" altLang="zh-CN" dirty="0"/>
              <a:t>(2021</a:t>
            </a:r>
            <a:r>
              <a:rPr lang="zh-CN" altLang="en-US" dirty="0"/>
              <a:t> </a:t>
            </a:r>
            <a:r>
              <a:rPr lang="en-US" altLang="zh-CN" dirty="0"/>
              <a:t>AIO</a:t>
            </a:r>
            <a:r>
              <a:rPr lang="zh-CN" altLang="en-US" dirty="0"/>
              <a:t> </a:t>
            </a:r>
            <a:r>
              <a:rPr lang="en-US" altLang="zh-CN" dirty="0"/>
              <a:t>P2)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DA184-E030-B371-724A-595582F202B6}"/>
              </a:ext>
            </a:extLst>
          </p:cNvPr>
          <p:cNvSpPr txBox="1"/>
          <p:nvPr/>
        </p:nvSpPr>
        <p:spPr>
          <a:xfrm>
            <a:off x="359998" y="1260000"/>
            <a:ext cx="7920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altLang="zh-CN" sz="1600" b="1" dirty="0">
                <a:latin typeface="JetBrains Mono" panose="020B0509020102050004" pitchFamily="49" charset="77"/>
              </a:rPr>
              <a:t>Sample Input 1	</a:t>
            </a:r>
            <a:r>
              <a:rPr lang="en-US" altLang="zh-CN" sz="1600" dirty="0">
                <a:latin typeface="JetBrains Mono" panose="020B0509020102050004" pitchFamily="49" charset="77"/>
              </a:rPr>
              <a:t>	</a:t>
            </a:r>
            <a:r>
              <a:rPr lang="en-US" altLang="zh-CN" sz="1600" b="1" dirty="0">
                <a:latin typeface="JetBrains Mono" panose="020B0509020102050004" pitchFamily="49" charset="77"/>
              </a:rPr>
              <a:t>Sample Input 2	</a:t>
            </a:r>
            <a:r>
              <a:rPr lang="en-US" altLang="zh-CN" sz="1600" dirty="0">
                <a:latin typeface="JetBrains Mono" panose="020B0509020102050004" pitchFamily="49" charset="77"/>
              </a:rPr>
              <a:t>	</a:t>
            </a:r>
            <a:r>
              <a:rPr lang="en-US" altLang="zh-CN" sz="1600" b="1" dirty="0">
                <a:latin typeface="JetBrains Mono" panose="020B0509020102050004" pitchFamily="49" charset="77"/>
              </a:rPr>
              <a:t>Sample Input 3</a:t>
            </a:r>
          </a:p>
          <a:p>
            <a:pPr fontAlgn="base"/>
            <a:r>
              <a:rPr lang="en-US" altLang="zh-CN" sz="1600" dirty="0">
                <a:latin typeface="JetBrains Mono" panose="020B0509020102050004" pitchFamily="49" charset="77"/>
              </a:rPr>
              <a:t>5			4			2</a:t>
            </a:r>
          </a:p>
          <a:p>
            <a:pPr fontAlgn="base"/>
            <a:r>
              <a:rPr lang="en-US" altLang="zh-CN" sz="1600" dirty="0">
                <a:latin typeface="JetBrains Mono" panose="020B0509020102050004" pitchFamily="49" charset="77"/>
              </a:rPr>
              <a:t>2 3			4 4			2 1</a:t>
            </a:r>
          </a:p>
          <a:p>
            <a:pPr fontAlgn="base"/>
            <a:r>
              <a:rPr lang="en-US" altLang="zh-CN" sz="1600" dirty="0">
                <a:latin typeface="JetBrains Mono" panose="020B0509020102050004" pitchFamily="49" charset="77"/>
              </a:rPr>
              <a:t>3 1			3 3			3 1</a:t>
            </a:r>
          </a:p>
          <a:p>
            <a:pPr fontAlgn="base"/>
            <a:r>
              <a:rPr lang="en-US" altLang="zh-CN" sz="1600" dirty="0">
                <a:latin typeface="JetBrains Mono" panose="020B0509020102050004" pitchFamily="49" charset="77"/>
              </a:rPr>
              <a:t>4 2			5 5</a:t>
            </a:r>
          </a:p>
          <a:p>
            <a:pPr fontAlgn="base"/>
            <a:r>
              <a:rPr lang="en-US" altLang="zh-CN" sz="1600" dirty="0">
                <a:latin typeface="JetBrains Mono" panose="020B0509020102050004" pitchFamily="49" charset="77"/>
              </a:rPr>
              <a:t>6 1			1 1</a:t>
            </a:r>
          </a:p>
          <a:p>
            <a:pPr fontAlgn="base"/>
            <a:endParaRPr lang="en-US" altLang="zh-CN" sz="1600" dirty="0">
              <a:latin typeface="JetBrains Mono" panose="020B0509020102050004" pitchFamily="49" charset="77"/>
            </a:endParaRPr>
          </a:p>
          <a:p>
            <a:pPr fontAlgn="base"/>
            <a:r>
              <a:rPr lang="en-US" altLang="zh-CN" sz="1600" b="1" dirty="0">
                <a:latin typeface="JetBrains Mono" panose="020B0509020102050004" pitchFamily="49" charset="77"/>
              </a:rPr>
              <a:t>Sample Output 1	Sample Output 2	Sample Output 3</a:t>
            </a:r>
          </a:p>
          <a:p>
            <a:pPr fontAlgn="base"/>
            <a:r>
              <a:rPr lang="en-US" altLang="zh-CN" sz="1600" dirty="0">
                <a:latin typeface="JetBrains Mono" panose="020B0509020102050004" pitchFamily="49" charset="77"/>
              </a:rPr>
              <a:t>12			16			0</a:t>
            </a:r>
          </a:p>
        </p:txBody>
      </p:sp>
    </p:spTree>
    <p:extLst>
      <p:ext uri="{BB962C8B-B14F-4D97-AF65-F5344CB8AC3E}">
        <p14:creationId xmlns:p14="http://schemas.microsoft.com/office/powerpoint/2010/main" val="34677610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7CACA-39C7-80F4-942E-926C9B8D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3FB1C0E-0D04-2C80-6FD0-B2B6C93895DE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altLang="zh-CN" dirty="0"/>
              <a:t>30 handling files and folders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940A1-1B42-2A10-98FF-9840AEB25442}"/>
              </a:ext>
            </a:extLst>
          </p:cNvPr>
          <p:cNvSpPr txBox="1"/>
          <p:nvPr/>
        </p:nvSpPr>
        <p:spPr>
          <a:xfrm>
            <a:off x="359998" y="1620000"/>
            <a:ext cx="7200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altLang="zh-CN" sz="2000" b="1" dirty="0"/>
              <a:t>Printing the Current Working Directory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b="1" dirty="0"/>
              <a:t>Creating Directories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If you run this again, it will raise a </a:t>
            </a:r>
            <a:r>
              <a:rPr lang="en-GB" dirty="0" err="1"/>
              <a:t>FileExistsError</a:t>
            </a:r>
            <a:r>
              <a:rPr lang="en-GB" dirty="0"/>
              <a:t>, that's because the folder already exists.  We can run </a:t>
            </a:r>
            <a:r>
              <a:rPr lang="en-GB" dirty="0" err="1"/>
              <a:t>os.mkdir</a:t>
            </a:r>
            <a:r>
              <a:rPr lang="en-GB" dirty="0"/>
              <a:t>() only if the folder doesn't exist: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dirty="0" err="1"/>
              <a:t>os.path.isdir</a:t>
            </a:r>
            <a:r>
              <a:rPr lang="en-GB" dirty="0"/>
              <a:t>() function returns True if the pathname we passed refers to an existing directory.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4CD0E-C120-54F3-98DE-EED1AD324F3B}"/>
              </a:ext>
            </a:extLst>
          </p:cNvPr>
          <p:cNvSpPr txBox="1"/>
          <p:nvPr/>
        </p:nvSpPr>
        <p:spPr>
          <a:xfrm>
            <a:off x="719998" y="2058289"/>
            <a:ext cx="7200000" cy="9618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import </a:t>
            </a:r>
            <a:r>
              <a:rPr lang="en-GB" altLang="zh-CN" sz="1100" dirty="0" err="1">
                <a:latin typeface="JetBrains Mono" panose="020B0509020102050004" pitchFamily="49" charset="77"/>
              </a:rPr>
              <a:t>os</a:t>
            </a:r>
            <a:endParaRPr lang="en-GB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endParaRPr lang="en-GB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print the current directory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print("The current directory:", </a:t>
            </a:r>
            <a:r>
              <a:rPr lang="en-GB" altLang="zh-CN" sz="1100" dirty="0" err="1">
                <a:latin typeface="JetBrains Mono" panose="020B0509020102050004" pitchFamily="49" charset="77"/>
              </a:rPr>
              <a:t>os.getcwd</a:t>
            </a:r>
            <a:r>
              <a:rPr lang="en-GB" altLang="zh-CN" sz="1100" dirty="0">
                <a:latin typeface="JetBrains Mono" panose="020B0509020102050004" pitchFamily="49" charset="77"/>
              </a:rPr>
              <a:t>())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00A6C-B934-BE9A-4BC6-ED614B72A2EF}"/>
              </a:ext>
            </a:extLst>
          </p:cNvPr>
          <p:cNvSpPr txBox="1"/>
          <p:nvPr/>
        </p:nvSpPr>
        <p:spPr>
          <a:xfrm>
            <a:off x="719998" y="3453736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make an empty directory (folder)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os.mkdir</a:t>
            </a:r>
            <a:r>
              <a:rPr lang="en-GB" altLang="zh-CN" sz="1100" dirty="0">
                <a:latin typeface="JetBrains Mono" panose="020B0509020102050004" pitchFamily="49" charset="77"/>
              </a:rPr>
              <a:t>("folder")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922FE-DBDB-FCAB-2400-FA7DA90F72CF}"/>
              </a:ext>
            </a:extLst>
          </p:cNvPr>
          <p:cNvSpPr txBox="1"/>
          <p:nvPr/>
        </p:nvSpPr>
        <p:spPr>
          <a:xfrm>
            <a:off x="719998" y="5092957"/>
            <a:ext cx="7200000" cy="7284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running </a:t>
            </a:r>
            <a:r>
              <a:rPr lang="en-GB" altLang="zh-CN" sz="1100" dirty="0" err="1">
                <a:latin typeface="JetBrains Mono" panose="020B0509020102050004" pitchFamily="49" charset="77"/>
              </a:rPr>
              <a:t>mkdir</a:t>
            </a:r>
            <a:r>
              <a:rPr lang="en-GB" altLang="zh-CN" sz="1100" dirty="0">
                <a:latin typeface="JetBrains Mono" panose="020B0509020102050004" pitchFamily="49" charset="77"/>
              </a:rPr>
              <a:t> again with the same name raises </a:t>
            </a:r>
            <a:r>
              <a:rPr lang="en-GB" altLang="zh-CN" sz="1100" dirty="0" err="1">
                <a:latin typeface="JetBrains Mono" panose="020B0509020102050004" pitchFamily="49" charset="77"/>
              </a:rPr>
              <a:t>FileExistsError</a:t>
            </a:r>
            <a:r>
              <a:rPr lang="en-GB" altLang="zh-CN" sz="1100" dirty="0">
                <a:latin typeface="JetBrains Mono" panose="020B0509020102050004" pitchFamily="49" charset="77"/>
              </a:rPr>
              <a:t>, run this instead: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if not </a:t>
            </a:r>
            <a:r>
              <a:rPr lang="en-GB" altLang="zh-CN" sz="1100" dirty="0" err="1">
                <a:latin typeface="JetBrains Mono" panose="020B0509020102050004" pitchFamily="49" charset="77"/>
              </a:rPr>
              <a:t>os.path.isdir</a:t>
            </a:r>
            <a:r>
              <a:rPr lang="en-GB" altLang="zh-CN" sz="1100" dirty="0">
                <a:latin typeface="JetBrains Mono" panose="020B0509020102050004" pitchFamily="49" charset="77"/>
              </a:rPr>
              <a:t>("folder"):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     </a:t>
            </a:r>
            <a:r>
              <a:rPr lang="en-GB" altLang="zh-CN" sz="1100" dirty="0" err="1">
                <a:latin typeface="JetBrains Mono" panose="020B0509020102050004" pitchFamily="49" charset="77"/>
              </a:rPr>
              <a:t>os.mkdir</a:t>
            </a:r>
            <a:r>
              <a:rPr lang="en-GB" altLang="zh-CN" sz="1100" dirty="0">
                <a:latin typeface="JetBrains Mono" panose="020B0509020102050004" pitchFamily="49" charset="77"/>
              </a:rPr>
              <a:t>("folder")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2990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702F2-FA19-C1AB-F1F3-ED34742E1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5061-83D9-B534-E6CC-C868C718AE9B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altLang="zh-CN" dirty="0"/>
              <a:t>30 handling files and folders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24FFF-2993-1F46-C6BF-CEA4AE41AB58}"/>
              </a:ext>
            </a:extLst>
          </p:cNvPr>
          <p:cNvSpPr txBox="1"/>
          <p:nvPr/>
        </p:nvSpPr>
        <p:spPr>
          <a:xfrm>
            <a:off x="359997" y="1620000"/>
            <a:ext cx="7200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Changing Directories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Then let’s print the working directory again: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152D60-253A-F86A-F581-6FDA0DA642CE}"/>
              </a:ext>
            </a:extLst>
          </p:cNvPr>
          <p:cNvSpPr txBox="1"/>
          <p:nvPr/>
        </p:nvSpPr>
        <p:spPr>
          <a:xfrm>
            <a:off x="719998" y="2053561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changing the current directory to 'folder'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os.chdir</a:t>
            </a:r>
            <a:r>
              <a:rPr lang="en-GB" altLang="zh-CN" sz="1100" dirty="0">
                <a:latin typeface="JetBrains Mono" panose="020B0509020102050004" pitchFamily="49" charset="77"/>
              </a:rPr>
              <a:t>("folder")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EB31BD-E045-5BBA-D57E-5E50EFF58C29}"/>
              </a:ext>
            </a:extLst>
          </p:cNvPr>
          <p:cNvSpPr txBox="1"/>
          <p:nvPr/>
        </p:nvSpPr>
        <p:spPr>
          <a:xfrm>
            <a:off x="719998" y="3167775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printing the current directory now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print("The current directory changing the directory to folder:", </a:t>
            </a:r>
            <a:r>
              <a:rPr lang="en-GB" altLang="zh-CN" sz="1100" dirty="0" err="1">
                <a:latin typeface="JetBrains Mono" panose="020B0509020102050004" pitchFamily="49" charset="77"/>
              </a:rPr>
              <a:t>os.getcwd</a:t>
            </a:r>
            <a:r>
              <a:rPr lang="en-GB" altLang="zh-CN" sz="1100" dirty="0">
                <a:latin typeface="JetBrains Mono" panose="020B0509020102050004" pitchFamily="49" charset="77"/>
              </a:rPr>
              <a:t>())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931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50C4B-BF70-52CA-2FBD-2A6CDAF87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A32CAC-1FEF-7749-0E33-09B5B11CDBF0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altLang="zh-CN" dirty="0"/>
              <a:t>30 handling files and folders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19563-EB86-9DBD-D14B-BB8F227FD709}"/>
              </a:ext>
            </a:extLst>
          </p:cNvPr>
          <p:cNvSpPr txBox="1"/>
          <p:nvPr/>
        </p:nvSpPr>
        <p:spPr>
          <a:xfrm>
            <a:off x="359997" y="1620000"/>
            <a:ext cx="72000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Creating Nested Directories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These folders are created: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04CF9-8DD4-4F67-5716-833E596CDCB8}"/>
              </a:ext>
            </a:extLst>
          </p:cNvPr>
          <p:cNvSpPr txBox="1"/>
          <p:nvPr/>
        </p:nvSpPr>
        <p:spPr>
          <a:xfrm>
            <a:off x="719998" y="2003646"/>
            <a:ext cx="7200000" cy="11951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go back a directory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os.chdir</a:t>
            </a:r>
            <a:r>
              <a:rPr lang="en-GB" altLang="zh-CN" sz="1100" dirty="0">
                <a:latin typeface="JetBrains Mono" panose="020B0509020102050004" pitchFamily="49" charset="77"/>
              </a:rPr>
              <a:t>("..")</a:t>
            </a:r>
          </a:p>
          <a:p>
            <a:pPr lvl="0">
              <a:spcBef>
                <a:spcPts val="450"/>
              </a:spcBef>
              <a:defRPr/>
            </a:pPr>
            <a:endParaRPr lang="en-GB" altLang="zh-CN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make several nested directories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os.makedirs</a:t>
            </a:r>
            <a:r>
              <a:rPr lang="en-GB" altLang="zh-CN" sz="1100" dirty="0">
                <a:latin typeface="JetBrains Mono" panose="020B0509020102050004" pitchFamily="49" charset="77"/>
              </a:rPr>
              <a:t>("nested1/nested2/nested3")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pic>
        <p:nvPicPr>
          <p:cNvPr id="9" name="Picture 8" descr="Created nested folders">
            <a:extLst>
              <a:ext uri="{FF2B5EF4-FFF2-40B4-BE49-F238E27FC236}">
                <a16:creationId xmlns:a16="http://schemas.microsoft.com/office/drawing/2014/main" id="{F345AA44-97A8-6F8D-A091-E48928264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98" y="3914774"/>
            <a:ext cx="516475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12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F2A04-A6C0-B734-2345-A7FDCAA9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97CC6A2-8E66-E0A9-F7AA-8A490470691D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altLang="zh-CN" dirty="0"/>
              <a:t>30 handling files and folders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338AD-8265-0553-B9EF-C7FCEFE31567}"/>
              </a:ext>
            </a:extLst>
          </p:cNvPr>
          <p:cNvSpPr txBox="1"/>
          <p:nvPr/>
        </p:nvSpPr>
        <p:spPr>
          <a:xfrm>
            <a:off x="359998" y="1620000"/>
            <a:ext cx="72000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altLang="zh-CN" sz="2000" b="1" dirty="0"/>
              <a:t>Creating Files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b="1" dirty="0"/>
              <a:t>Renaming Files</a:t>
            </a:r>
            <a:endParaRPr lang="en-AU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  <a:p>
            <a:r>
              <a:rPr lang="en-AU" b="1" dirty="0"/>
              <a:t>Moving Files</a:t>
            </a:r>
            <a:endParaRPr lang="en-GB" sz="12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i="1" dirty="0"/>
              <a:t>Note that this will overwrite the destination, so if there is another pre-existing file in "folder" that got the same name "renamed-text.txt", but different content, it will overwrite it.</a:t>
            </a:r>
            <a:endParaRPr lang="en-AU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7F8755-0956-3A51-A7A2-AB0D211EB662}"/>
              </a:ext>
            </a:extLst>
          </p:cNvPr>
          <p:cNvSpPr txBox="1"/>
          <p:nvPr/>
        </p:nvSpPr>
        <p:spPr>
          <a:xfrm>
            <a:off x="719998" y="2058289"/>
            <a:ext cx="7200000" cy="9618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create a new text file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text_file</a:t>
            </a:r>
            <a:r>
              <a:rPr lang="en-GB" altLang="zh-CN" sz="1100" dirty="0">
                <a:latin typeface="JetBrains Mono" panose="020B0509020102050004" pitchFamily="49" charset="77"/>
              </a:rPr>
              <a:t> = open("text.txt", "w")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write to this file some text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text_file.write</a:t>
            </a:r>
            <a:r>
              <a:rPr lang="en-GB" altLang="zh-CN" sz="1100" dirty="0">
                <a:latin typeface="JetBrains Mono" panose="020B0509020102050004" pitchFamily="49" charset="77"/>
              </a:rPr>
              <a:t>("This is a text file")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32247-FE15-8224-F772-C9F8274660F4}"/>
              </a:ext>
            </a:extLst>
          </p:cNvPr>
          <p:cNvSpPr txBox="1"/>
          <p:nvPr/>
        </p:nvSpPr>
        <p:spPr>
          <a:xfrm>
            <a:off x="719998" y="3453736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rename text.txt to renamed-text.txt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os.rename</a:t>
            </a:r>
            <a:r>
              <a:rPr lang="en-GB" altLang="zh-CN" sz="1100" dirty="0">
                <a:latin typeface="JetBrains Mono" panose="020B0509020102050004" pitchFamily="49" charset="77"/>
              </a:rPr>
              <a:t>("text.txt", "renamed-text.txt")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24A56-389A-20D7-6435-270C5F4342A7}"/>
              </a:ext>
            </a:extLst>
          </p:cNvPr>
          <p:cNvSpPr txBox="1"/>
          <p:nvPr/>
        </p:nvSpPr>
        <p:spPr>
          <a:xfrm>
            <a:off x="719998" y="4514331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replace (move) this file to another directory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os.replace</a:t>
            </a:r>
            <a:r>
              <a:rPr lang="en-GB" altLang="zh-CN" sz="1100" dirty="0">
                <a:latin typeface="JetBrains Mono" panose="020B0509020102050004" pitchFamily="49" charset="77"/>
              </a:rPr>
              <a:t>("renamed-text.txt", "folder/renamed-text.txt")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9421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A6B71-2295-06E2-0F8D-AA6E5A00D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D026-23D4-EB7C-E57C-7A510D66DAA4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altLang="zh-CN" dirty="0"/>
              <a:t>30 handling files and folders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FC174-E98F-27A7-F4BC-02B6C180C9A5}"/>
              </a:ext>
            </a:extLst>
          </p:cNvPr>
          <p:cNvSpPr txBox="1"/>
          <p:nvPr/>
        </p:nvSpPr>
        <p:spPr>
          <a:xfrm>
            <a:off x="359997" y="1620000"/>
            <a:ext cx="7200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Listing Files and Directories</a:t>
            </a: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altLang="zh-CN" sz="2000" i="1" dirty="0"/>
              <a:t>It returns a list containing the names of the files in the directory</a:t>
            </a:r>
            <a:endParaRPr lang="en-US" altLang="zh-CN" sz="1200" i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altLang="zh-CN" sz="2000" b="1" dirty="0"/>
              <a:t>But what if we want to know the content of these folders too?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i="1" dirty="0" err="1"/>
              <a:t>os.walk</a:t>
            </a:r>
            <a:r>
              <a:rPr lang="en-AU" i="1" dirty="0"/>
              <a:t>() is a directory tree generator, it will iterate over all the directory trees</a:t>
            </a:r>
            <a:endParaRPr lang="en-US" altLang="zh-CN" sz="12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CEBAE-F27D-425A-4737-DD45F1BCBEBE}"/>
              </a:ext>
            </a:extLst>
          </p:cNvPr>
          <p:cNvSpPr txBox="1"/>
          <p:nvPr/>
        </p:nvSpPr>
        <p:spPr>
          <a:xfrm>
            <a:off x="719998" y="2053561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print all files and folders in the current directory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print("All folders &amp; files:", </a:t>
            </a:r>
            <a:r>
              <a:rPr lang="en-GB" altLang="zh-CN" sz="1100" dirty="0" err="1">
                <a:latin typeface="JetBrains Mono" panose="020B0509020102050004" pitchFamily="49" charset="77"/>
              </a:rPr>
              <a:t>os.listdir</a:t>
            </a:r>
            <a:r>
              <a:rPr lang="en-GB" altLang="zh-CN" sz="1100" dirty="0">
                <a:latin typeface="JetBrains Mono" panose="020B0509020102050004" pitchFamily="49" charset="77"/>
              </a:rPr>
              <a:t>())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C3B61E-6AF4-F5ED-2642-4A9F91938A4F}"/>
              </a:ext>
            </a:extLst>
          </p:cNvPr>
          <p:cNvSpPr txBox="1"/>
          <p:nvPr/>
        </p:nvSpPr>
        <p:spPr>
          <a:xfrm>
            <a:off x="719998" y="3924908"/>
            <a:ext cx="7200000" cy="1895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print all files &amp; folders recursively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for </a:t>
            </a:r>
            <a:r>
              <a:rPr lang="en-GB" altLang="zh-CN" sz="1100" dirty="0" err="1">
                <a:latin typeface="JetBrains Mono" panose="020B0509020102050004" pitchFamily="49" charset="77"/>
              </a:rPr>
              <a:t>dirpath</a:t>
            </a:r>
            <a:r>
              <a:rPr lang="en-GB" altLang="zh-CN" sz="1100" dirty="0">
                <a:latin typeface="JetBrains Mono" panose="020B0509020102050004" pitchFamily="49" charset="77"/>
              </a:rPr>
              <a:t>, </a:t>
            </a:r>
            <a:r>
              <a:rPr lang="en-GB" altLang="zh-CN" sz="1100" dirty="0" err="1">
                <a:latin typeface="JetBrains Mono" panose="020B0509020102050004" pitchFamily="49" charset="77"/>
              </a:rPr>
              <a:t>dirnames</a:t>
            </a:r>
            <a:r>
              <a:rPr lang="en-GB" altLang="zh-CN" sz="1100" dirty="0">
                <a:latin typeface="JetBrains Mono" panose="020B0509020102050004" pitchFamily="49" charset="77"/>
              </a:rPr>
              <a:t>, filenames in </a:t>
            </a:r>
            <a:r>
              <a:rPr lang="en-GB" altLang="zh-CN" sz="1100" dirty="0" err="1">
                <a:latin typeface="JetBrains Mono" panose="020B0509020102050004" pitchFamily="49" charset="77"/>
              </a:rPr>
              <a:t>os.walk</a:t>
            </a:r>
            <a:r>
              <a:rPr lang="en-GB" altLang="zh-CN" sz="1100" dirty="0">
                <a:latin typeface="JetBrains Mono" panose="020B0509020102050004" pitchFamily="49" charset="77"/>
              </a:rPr>
              <a:t>("."):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    # iterate over directories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    for </a:t>
            </a:r>
            <a:r>
              <a:rPr lang="en-GB" altLang="zh-CN" sz="1100" dirty="0" err="1">
                <a:latin typeface="JetBrains Mono" panose="020B0509020102050004" pitchFamily="49" charset="77"/>
              </a:rPr>
              <a:t>dirname</a:t>
            </a:r>
            <a:r>
              <a:rPr lang="en-GB" altLang="zh-CN" sz="1100" dirty="0">
                <a:latin typeface="JetBrains Mono" panose="020B0509020102050004" pitchFamily="49" charset="77"/>
              </a:rPr>
              <a:t> in </a:t>
            </a:r>
            <a:r>
              <a:rPr lang="en-GB" altLang="zh-CN" sz="1100" dirty="0" err="1">
                <a:latin typeface="JetBrains Mono" panose="020B0509020102050004" pitchFamily="49" charset="77"/>
              </a:rPr>
              <a:t>dirnames</a:t>
            </a:r>
            <a:r>
              <a:rPr lang="en-GB" altLang="zh-CN" sz="1100" dirty="0">
                <a:latin typeface="JetBrains Mono" panose="020B0509020102050004" pitchFamily="49" charset="77"/>
              </a:rPr>
              <a:t>: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        print("Directory:", </a:t>
            </a:r>
            <a:r>
              <a:rPr lang="en-GB" altLang="zh-CN" sz="1100" dirty="0" err="1">
                <a:latin typeface="JetBrains Mono" panose="020B0509020102050004" pitchFamily="49" charset="77"/>
              </a:rPr>
              <a:t>os.path.join</a:t>
            </a:r>
            <a:r>
              <a:rPr lang="en-GB" altLang="zh-CN" sz="1100" dirty="0">
                <a:latin typeface="JetBrains Mono" panose="020B0509020102050004" pitchFamily="49" charset="77"/>
              </a:rPr>
              <a:t>(</a:t>
            </a:r>
            <a:r>
              <a:rPr lang="en-GB" altLang="zh-CN" sz="1100" dirty="0" err="1">
                <a:latin typeface="JetBrains Mono" panose="020B0509020102050004" pitchFamily="49" charset="77"/>
              </a:rPr>
              <a:t>dirpath</a:t>
            </a:r>
            <a:r>
              <a:rPr lang="en-GB" altLang="zh-CN" sz="1100" dirty="0">
                <a:latin typeface="JetBrains Mono" panose="020B0509020102050004" pitchFamily="49" charset="77"/>
              </a:rPr>
              <a:t>, </a:t>
            </a:r>
            <a:r>
              <a:rPr lang="en-GB" altLang="zh-CN" sz="1100" dirty="0" err="1">
                <a:latin typeface="JetBrains Mono" panose="020B0509020102050004" pitchFamily="49" charset="77"/>
              </a:rPr>
              <a:t>dirname</a:t>
            </a:r>
            <a:r>
              <a:rPr lang="en-GB" altLang="zh-CN" sz="1100" dirty="0">
                <a:latin typeface="JetBrains Mono" panose="020B0509020102050004" pitchFamily="49" charset="77"/>
              </a:rPr>
              <a:t>))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    # iterate over files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    for filename in filenames: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        print("File:", </a:t>
            </a:r>
            <a:r>
              <a:rPr lang="en-GB" altLang="zh-CN" sz="1100" dirty="0" err="1">
                <a:latin typeface="JetBrains Mono" panose="020B0509020102050004" pitchFamily="49" charset="77"/>
              </a:rPr>
              <a:t>os.path.join</a:t>
            </a:r>
            <a:r>
              <a:rPr lang="en-GB" altLang="zh-CN" sz="1100" dirty="0">
                <a:latin typeface="JetBrains Mono" panose="020B0509020102050004" pitchFamily="49" charset="77"/>
              </a:rPr>
              <a:t>(</a:t>
            </a:r>
            <a:r>
              <a:rPr lang="en-GB" altLang="zh-CN" sz="1100" dirty="0" err="1">
                <a:latin typeface="JetBrains Mono" panose="020B0509020102050004" pitchFamily="49" charset="77"/>
              </a:rPr>
              <a:t>dirpath</a:t>
            </a:r>
            <a:r>
              <a:rPr lang="en-GB" altLang="zh-CN" sz="1100" dirty="0">
                <a:latin typeface="JetBrains Mono" panose="020B0509020102050004" pitchFamily="49" charset="77"/>
              </a:rPr>
              <a:t>, filename))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7906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35D60-764E-A347-D773-4F7E43AD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29DA8F-4171-06FB-66DE-527D16141C39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altLang="zh-CN" dirty="0"/>
              <a:t>30 handling files and folders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92139-6936-37B4-837A-AC99013CAD3A}"/>
              </a:ext>
            </a:extLst>
          </p:cNvPr>
          <p:cNvSpPr txBox="1"/>
          <p:nvPr/>
        </p:nvSpPr>
        <p:spPr>
          <a:xfrm>
            <a:off x="359997" y="1620000"/>
            <a:ext cx="7200000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/>
              <a:t>Deleting Files</a:t>
            </a:r>
            <a:endParaRPr lang="en-US" altLang="zh-CN" sz="20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Deleting Directories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Delete directories recursively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altLang="zh-CN" sz="2000" i="1" dirty="0"/>
              <a:t>This will remove all these directories only if they're empty.</a:t>
            </a:r>
            <a:endParaRPr lang="en-US" altLang="zh-CN" sz="20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1F661-1CE1-6442-7790-F0872BA499B2}"/>
              </a:ext>
            </a:extLst>
          </p:cNvPr>
          <p:cNvSpPr txBox="1"/>
          <p:nvPr/>
        </p:nvSpPr>
        <p:spPr>
          <a:xfrm>
            <a:off x="719998" y="2039417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delete that file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os.remove</a:t>
            </a:r>
            <a:r>
              <a:rPr lang="en-GB" altLang="zh-CN" sz="1100" dirty="0">
                <a:latin typeface="JetBrains Mono" panose="020B0509020102050004" pitchFamily="49" charset="77"/>
              </a:rPr>
              <a:t>("folder/renamed-text.txt")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859BF-DC22-E0A8-D7CD-56B864DBE29D}"/>
              </a:ext>
            </a:extLst>
          </p:cNvPr>
          <p:cNvSpPr txBox="1"/>
          <p:nvPr/>
        </p:nvSpPr>
        <p:spPr>
          <a:xfrm>
            <a:off x="719998" y="3072727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remove the folder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os.rmdir</a:t>
            </a:r>
            <a:r>
              <a:rPr lang="en-GB" altLang="zh-CN" sz="1100" dirty="0">
                <a:latin typeface="JetBrains Mono" panose="020B0509020102050004" pitchFamily="49" charset="77"/>
              </a:rPr>
              <a:t>("folder")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5DA4C-7C0C-E53B-B39D-C260A7E50C2B}"/>
              </a:ext>
            </a:extLst>
          </p:cNvPr>
          <p:cNvSpPr txBox="1"/>
          <p:nvPr/>
        </p:nvSpPr>
        <p:spPr>
          <a:xfrm>
            <a:off x="719998" y="4246462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remove nested folders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os.removedirs</a:t>
            </a:r>
            <a:r>
              <a:rPr lang="en-GB" altLang="zh-CN" sz="1100" dirty="0">
                <a:latin typeface="JetBrains Mono" panose="020B0509020102050004" pitchFamily="49" charset="77"/>
              </a:rPr>
              <a:t>("nested1/nested2/nested3")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1449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8138B-91BE-611C-C5AE-7728FD619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97A28F-3B03-708E-6C44-48918C7D2C26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altLang="zh-CN" dirty="0"/>
              <a:t>30 handling files and folders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BEE03-633A-2421-548B-557D7AA41CE2}"/>
              </a:ext>
            </a:extLst>
          </p:cNvPr>
          <p:cNvSpPr txBox="1"/>
          <p:nvPr/>
        </p:nvSpPr>
        <p:spPr>
          <a:xfrm>
            <a:off x="359998" y="1620000"/>
            <a:ext cx="7200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To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delete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non-empty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directories,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use</a:t>
            </a:r>
            <a:r>
              <a:rPr lang="zh-CN" altLang="en-US" sz="2000" b="1" dirty="0"/>
              <a:t> </a:t>
            </a:r>
            <a:r>
              <a:rPr lang="en-US" altLang="zh-CN" sz="1600" dirty="0" err="1">
                <a:latin typeface="JetBrains Mono" panose="020B0509020102050004" pitchFamily="49" charset="77"/>
              </a:rPr>
              <a:t>rmtree</a:t>
            </a:r>
            <a:r>
              <a:rPr lang="en-US" altLang="zh-CN" sz="1600" dirty="0">
                <a:latin typeface="JetBrains Mono" panose="020B0509020102050004" pitchFamily="49" charset="77"/>
              </a:rPr>
              <a:t>()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from</a:t>
            </a:r>
            <a:r>
              <a:rPr lang="zh-CN" altLang="en-US" sz="2000" b="1" dirty="0"/>
              <a:t> </a:t>
            </a:r>
            <a:r>
              <a:rPr lang="en-US" altLang="zh-CN" sz="1600" dirty="0" err="1">
                <a:latin typeface="JetBrains Mono" panose="020B0509020102050004" pitchFamily="49" charset="77"/>
              </a:rPr>
              <a:t>shutils</a:t>
            </a:r>
            <a:endParaRPr lang="en-GB" altLang="zh-CN" sz="2000" dirty="0">
              <a:latin typeface="JetBrains Mono" panose="020B0509020102050004" pitchFamily="49" charset="77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GB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FF0000"/>
                </a:solidFill>
              </a:rPr>
              <a:t>This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operation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can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be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quite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dangerous.</a:t>
            </a:r>
            <a:r>
              <a:rPr lang="zh-CN" altLang="en-US" dirty="0">
                <a:solidFill>
                  <a:srgbClr val="FF0000"/>
                </a:solidFill>
              </a:rPr>
              <a:t>  </a:t>
            </a:r>
            <a:r>
              <a:rPr lang="en-US" altLang="zh-CN" dirty="0">
                <a:solidFill>
                  <a:srgbClr val="FF0000"/>
                </a:solidFill>
              </a:rPr>
              <a:t>Take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extra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care.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A8E5FE-DCA6-91D9-EF6A-F5743351441F}"/>
              </a:ext>
            </a:extLst>
          </p:cNvPr>
          <p:cNvSpPr txBox="1"/>
          <p:nvPr/>
        </p:nvSpPr>
        <p:spPr>
          <a:xfrm>
            <a:off x="719998" y="1995852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remote non-empty folders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shutil.rmtree</a:t>
            </a:r>
            <a:r>
              <a:rPr lang="en-GB" altLang="zh-CN" sz="1100" dirty="0">
                <a:latin typeface="JetBrains Mono" panose="020B0509020102050004" pitchFamily="49" charset="77"/>
              </a:rPr>
              <a:t>("nested1")</a:t>
            </a:r>
          </a:p>
        </p:txBody>
      </p:sp>
    </p:spTree>
    <p:extLst>
      <p:ext uri="{BB962C8B-B14F-4D97-AF65-F5344CB8AC3E}">
        <p14:creationId xmlns:p14="http://schemas.microsoft.com/office/powerpoint/2010/main" val="198355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9331-EC26-950C-2016-73D1EFD67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464AE-1427-9540-5A5A-C2D99CB103CC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altLang="zh-CN" dirty="0"/>
              <a:t>30 handling files and folders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71305-AE7E-01AD-176E-9306C8ED6942}"/>
              </a:ext>
            </a:extLst>
          </p:cNvPr>
          <p:cNvSpPr txBox="1"/>
          <p:nvPr/>
        </p:nvSpPr>
        <p:spPr>
          <a:xfrm>
            <a:off x="359997" y="1620001"/>
            <a:ext cx="7200000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Retrieving Information About Files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altLang="zh-CN" sz="2000" dirty="0"/>
              <a:t>This returns some metrics on it, some are interesting: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altLang="zh-CN" sz="1400" dirty="0" err="1">
                <a:latin typeface="JetBrains Mono" panose="020B0509020102050004" pitchFamily="49" charset="77"/>
              </a:rPr>
              <a:t>st_size</a:t>
            </a:r>
            <a:r>
              <a:rPr lang="en-GB" altLang="zh-CN" dirty="0"/>
              <a:t>: The size of the file in bytes.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altLang="zh-CN" sz="1400" dirty="0" err="1">
                <a:latin typeface="JetBrains Mono" panose="020B0509020102050004" pitchFamily="49" charset="77"/>
              </a:rPr>
              <a:t>st_atime</a:t>
            </a:r>
            <a:r>
              <a:rPr lang="en-GB" altLang="zh-CN" dirty="0"/>
              <a:t>: Time of most recent access expressed in seconds (timestamp).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altLang="zh-CN" sz="1400" dirty="0" err="1">
                <a:latin typeface="JetBrains Mono" panose="020B0509020102050004" pitchFamily="49" charset="77"/>
              </a:rPr>
              <a:t>st_mtime</a:t>
            </a:r>
            <a:r>
              <a:rPr lang="en-GB" altLang="zh-CN" dirty="0"/>
              <a:t>: Time of most recent modification.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altLang="zh-CN" sz="1400" dirty="0" err="1">
                <a:latin typeface="JetBrains Mono" panose="020B0509020102050004" pitchFamily="49" charset="77"/>
              </a:rPr>
              <a:t>st_ctime</a:t>
            </a:r>
            <a:r>
              <a:rPr lang="en-GB" altLang="zh-CN" dirty="0"/>
              <a:t>: In Windows, this is the time of the creation of the file, in Unix, this is the time of the most recent metadata change.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19341-C4F8-46EE-F82E-453C209BD529}"/>
              </a:ext>
            </a:extLst>
          </p:cNvPr>
          <p:cNvSpPr txBox="1"/>
          <p:nvPr/>
        </p:nvSpPr>
        <p:spPr>
          <a:xfrm>
            <a:off x="719998" y="2050819"/>
            <a:ext cx="7200000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AU" sz="1100" dirty="0">
                <a:latin typeface="JetBrains Mono" panose="020B0509020102050004" pitchFamily="49" charset="77"/>
              </a:rPr>
              <a:t>open("</a:t>
            </a:r>
            <a:r>
              <a:rPr lang="en-AU" sz="1100" dirty="0" err="1">
                <a:latin typeface="JetBrains Mono" panose="020B0509020102050004" pitchFamily="49" charset="77"/>
              </a:rPr>
              <a:t>text.txt</a:t>
            </a:r>
            <a:r>
              <a:rPr lang="en-AU" sz="1100" dirty="0">
                <a:latin typeface="JetBrains Mono" panose="020B0509020102050004" pitchFamily="49" charset="77"/>
              </a:rPr>
              <a:t>", "w").write("This is a text file")</a:t>
            </a:r>
          </a:p>
          <a:p>
            <a:endParaRPr lang="en-AU" sz="1100" dirty="0">
              <a:latin typeface="JetBrains Mono" panose="020B0509020102050004" pitchFamily="49" charset="77"/>
            </a:endParaRPr>
          </a:p>
          <a:p>
            <a:r>
              <a:rPr lang="en-AU" sz="1100" dirty="0">
                <a:latin typeface="JetBrains Mono" panose="020B0509020102050004" pitchFamily="49" charset="77"/>
              </a:rPr>
              <a:t># print some stats about the file</a:t>
            </a:r>
          </a:p>
          <a:p>
            <a:r>
              <a:rPr lang="en-AU" sz="1100" dirty="0">
                <a:latin typeface="JetBrains Mono" panose="020B0509020102050004" pitchFamily="49" charset="77"/>
              </a:rPr>
              <a:t>print(</a:t>
            </a:r>
            <a:r>
              <a:rPr lang="en-AU" sz="1100" dirty="0" err="1">
                <a:latin typeface="JetBrains Mono" panose="020B0509020102050004" pitchFamily="49" charset="77"/>
              </a:rPr>
              <a:t>os.stat</a:t>
            </a:r>
            <a:r>
              <a:rPr lang="en-AU" sz="1100" dirty="0">
                <a:latin typeface="JetBrains Mono" panose="020B0509020102050004" pitchFamily="49" charset="77"/>
              </a:rPr>
              <a:t>("</a:t>
            </a:r>
            <a:r>
              <a:rPr lang="en-AU" sz="1100" dirty="0" err="1">
                <a:latin typeface="JetBrains Mono" panose="020B0509020102050004" pitchFamily="49" charset="77"/>
              </a:rPr>
              <a:t>text.txt</a:t>
            </a:r>
            <a:r>
              <a:rPr lang="en-AU" sz="1100" dirty="0">
                <a:latin typeface="JetBrains Mono" panose="020B0509020102050004" pitchFamily="49" charset="77"/>
              </a:rPr>
              <a:t>"))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BD75F6-46D6-0601-9FB3-7691A237061C}"/>
              </a:ext>
            </a:extLst>
          </p:cNvPr>
          <p:cNvSpPr txBox="1"/>
          <p:nvPr/>
        </p:nvSpPr>
        <p:spPr>
          <a:xfrm>
            <a:off x="719998" y="5235324"/>
            <a:ext cx="7200000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en-AU" sz="1100" dirty="0">
                <a:latin typeface="JetBrains Mono" panose="020B0509020102050004" pitchFamily="49" charset="77"/>
              </a:rPr>
              <a:t># get the file size for example</a:t>
            </a:r>
          </a:p>
          <a:p>
            <a:r>
              <a:rPr lang="en-AU" sz="1100" dirty="0">
                <a:latin typeface="JetBrains Mono" panose="020B0509020102050004" pitchFamily="49" charset="77"/>
              </a:rPr>
              <a:t>print("File size:", </a:t>
            </a:r>
            <a:r>
              <a:rPr lang="en-AU" sz="1100" dirty="0" err="1">
                <a:latin typeface="JetBrains Mono" panose="020B0509020102050004" pitchFamily="49" charset="77"/>
              </a:rPr>
              <a:t>os.stat</a:t>
            </a:r>
            <a:r>
              <a:rPr lang="en-AU" sz="1100" dirty="0">
                <a:latin typeface="JetBrains Mono" panose="020B0509020102050004" pitchFamily="49" charset="77"/>
              </a:rPr>
              <a:t>("</a:t>
            </a:r>
            <a:r>
              <a:rPr lang="en-AU" sz="1100" dirty="0" err="1">
                <a:latin typeface="JetBrains Mono" panose="020B0509020102050004" pitchFamily="49" charset="77"/>
              </a:rPr>
              <a:t>text.txt</a:t>
            </a:r>
            <a:r>
              <a:rPr lang="en-AU" sz="1100" dirty="0">
                <a:latin typeface="JetBrains Mono" panose="020B0509020102050004" pitchFamily="49" charset="77"/>
              </a:rPr>
              <a:t>").</a:t>
            </a:r>
            <a:r>
              <a:rPr lang="en-AU" sz="1100" dirty="0" err="1">
                <a:latin typeface="JetBrains Mono" panose="020B0509020102050004" pitchFamily="49" charset="77"/>
              </a:rPr>
              <a:t>st_size</a:t>
            </a:r>
            <a:r>
              <a:rPr lang="en-AU" sz="1100" dirty="0">
                <a:latin typeface="JetBrains Mono" panose="020B0509020102050004" pitchFamily="49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5566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FA5BDF-BD26-B3BB-4E93-C95F611CE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9251CB-164A-C989-82E7-E7B02F3DBB50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altLang="zh-CN" dirty="0"/>
              <a:t>30 handling files and folders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2464C-83A8-230A-EFFD-844ADB988ABC}"/>
              </a:ext>
            </a:extLst>
          </p:cNvPr>
          <p:cNvSpPr txBox="1"/>
          <p:nvPr/>
        </p:nvSpPr>
        <p:spPr>
          <a:xfrm>
            <a:off x="359997" y="1620000"/>
            <a:ext cx="7200000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/>
              <a:t>Deleting Files</a:t>
            </a:r>
            <a:endParaRPr lang="en-US" altLang="zh-CN" sz="20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/>
              <a:t>Deleting Directories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US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Delete directories recursively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endParaRPr lang="en-AU" altLang="zh-CN" sz="1200" b="1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en-GB" altLang="zh-CN" sz="2000" i="1" dirty="0"/>
              <a:t>This will remove all these directories only if they're empty.</a:t>
            </a:r>
            <a:endParaRPr lang="en-US" altLang="zh-CN" sz="20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655F6C-515C-63CB-E626-9BF1BA09B2E1}"/>
              </a:ext>
            </a:extLst>
          </p:cNvPr>
          <p:cNvSpPr txBox="1"/>
          <p:nvPr/>
        </p:nvSpPr>
        <p:spPr>
          <a:xfrm>
            <a:off x="719998" y="2039417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delete that file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os.remove</a:t>
            </a:r>
            <a:r>
              <a:rPr lang="en-GB" altLang="zh-CN" sz="1100" dirty="0">
                <a:latin typeface="JetBrains Mono" panose="020B0509020102050004" pitchFamily="49" charset="77"/>
              </a:rPr>
              <a:t>("folder/renamed-text.txt")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38DFD-B371-A9E4-1823-41BC14661804}"/>
              </a:ext>
            </a:extLst>
          </p:cNvPr>
          <p:cNvSpPr txBox="1"/>
          <p:nvPr/>
        </p:nvSpPr>
        <p:spPr>
          <a:xfrm>
            <a:off x="719998" y="3072727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remove the folder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os.rmdir</a:t>
            </a:r>
            <a:r>
              <a:rPr lang="en-GB" altLang="zh-CN" sz="1100" dirty="0">
                <a:latin typeface="JetBrains Mono" panose="020B0509020102050004" pitchFamily="49" charset="77"/>
              </a:rPr>
              <a:t>("folder")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0156E-BC1C-3292-BF88-0C5601841F0E}"/>
              </a:ext>
            </a:extLst>
          </p:cNvPr>
          <p:cNvSpPr txBox="1"/>
          <p:nvPr/>
        </p:nvSpPr>
        <p:spPr>
          <a:xfrm>
            <a:off x="719998" y="4246462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GB" altLang="zh-CN" sz="1100" dirty="0">
                <a:latin typeface="JetBrains Mono" panose="020B0509020102050004" pitchFamily="49" charset="77"/>
              </a:rPr>
              <a:t># remove nested folders</a:t>
            </a:r>
          </a:p>
          <a:p>
            <a:pPr lvl="0">
              <a:spcBef>
                <a:spcPts val="450"/>
              </a:spcBef>
              <a:defRPr/>
            </a:pPr>
            <a:r>
              <a:rPr lang="en-GB" altLang="zh-CN" sz="1100" dirty="0" err="1">
                <a:latin typeface="JetBrains Mono" panose="020B0509020102050004" pitchFamily="49" charset="77"/>
              </a:rPr>
              <a:t>os.removedirs</a:t>
            </a:r>
            <a:r>
              <a:rPr lang="en-GB" altLang="zh-CN" sz="1100" dirty="0">
                <a:latin typeface="JetBrains Mono" panose="020B0509020102050004" pitchFamily="49" charset="77"/>
              </a:rPr>
              <a:t>("nested1/nested2/nested3")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7214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8704-0B46-C9ED-0E8D-BE106146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Exercises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F58BCF-B258-20B6-A78B-5E9D26E7F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4267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BF09-BC6C-A5A7-6068-93C5020B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63F2E24-FD1A-CC22-E82E-C6CA3CB1BB8D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Week 10 problem 1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D80888-D000-36FF-D6F1-43DE955C761E}"/>
              </a:ext>
            </a:extLst>
          </p:cNvPr>
          <p:cNvSpPr txBox="1">
            <a:spLocks/>
          </p:cNvSpPr>
          <p:nvPr/>
        </p:nvSpPr>
        <p:spPr>
          <a:xfrm>
            <a:off x="359998" y="1260000"/>
            <a:ext cx="7920000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None/>
            </a:pP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Street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Construction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Extension</a:t>
            </a:r>
            <a:r>
              <a:rPr lang="en-AU" sz="2800" b="1" i="0" dirty="0">
                <a:solidFill>
                  <a:srgbClr val="002060"/>
                </a:solidFill>
                <a:effectLst/>
              </a:rPr>
              <a:t>: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Fountain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Ring</a:t>
            </a:r>
            <a:endParaRPr lang="en-AU" sz="2800" b="1" i="0" dirty="0">
              <a:solidFill>
                <a:srgbClr val="002060"/>
              </a:solidFill>
              <a:effectLst/>
            </a:endParaRPr>
          </a:p>
          <a:p>
            <a:pPr fontAlgn="base"/>
            <a:r>
              <a:rPr lang="en-GB" sz="2000" dirty="0">
                <a:solidFill>
                  <a:srgbClr val="002060"/>
                </a:solidFill>
              </a:rPr>
              <a:t>The </a:t>
            </a:r>
            <a:r>
              <a:rPr lang="en-US" altLang="zh-CN" sz="2000" dirty="0">
                <a:solidFill>
                  <a:srgbClr val="002060"/>
                </a:solidFill>
              </a:rPr>
              <a:t>Epping</a:t>
            </a:r>
            <a:r>
              <a:rPr lang="en-GB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Gardens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GB" sz="2000" dirty="0">
                <a:solidFill>
                  <a:srgbClr val="002060"/>
                </a:solidFill>
              </a:rPr>
              <a:t>are famous for their Great Circular Path. The path is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GB" sz="2000" dirty="0">
                <a:solidFill>
                  <a:srgbClr val="002060"/>
                </a:solidFill>
              </a:rPr>
              <a:t>divided into </a:t>
            </a:r>
            <a:r>
              <a:rPr lang="en-GB" sz="2000" i="1" dirty="0">
                <a:solidFill>
                  <a:srgbClr val="002060"/>
                </a:solidFill>
              </a:rPr>
              <a:t>N</a:t>
            </a:r>
            <a:r>
              <a:rPr lang="en-GB" sz="2000" dirty="0">
                <a:solidFill>
                  <a:srgbClr val="002060"/>
                </a:solidFill>
              </a:rPr>
              <a:t> evenly sized segments arranged in a circle, so segment 1 neighbours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GB" sz="2000" dirty="0">
                <a:solidFill>
                  <a:srgbClr val="002060"/>
                </a:solidFill>
              </a:rPr>
              <a:t>segment 2, segment 2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GB" sz="2000" dirty="0">
                <a:solidFill>
                  <a:srgbClr val="002060"/>
                </a:solidFill>
              </a:rPr>
              <a:t>neighbours segment 3, and so on — and segment </a:t>
            </a:r>
            <a:r>
              <a:rPr lang="en-GB" sz="2000" i="1" dirty="0">
                <a:solidFill>
                  <a:srgbClr val="002060"/>
                </a:solidFill>
              </a:rPr>
              <a:t>N</a:t>
            </a:r>
            <a:r>
              <a:rPr lang="en-GB" sz="2000" dirty="0">
                <a:solidFill>
                  <a:srgbClr val="002060"/>
                </a:solidFill>
              </a:rPr>
              <a:t> neighbours segment 1</a:t>
            </a:r>
            <a:r>
              <a:rPr lang="en-US" altLang="zh-CN" sz="2000" dirty="0">
                <a:solidFill>
                  <a:srgbClr val="002060"/>
                </a:solidFill>
              </a:rPr>
              <a:t>a</a:t>
            </a:r>
            <a:r>
              <a:rPr lang="en-GB" sz="2000" dirty="0">
                <a:solidFill>
                  <a:srgbClr val="002060"/>
                </a:solidFill>
              </a:rPr>
              <a:t>gain.</a:t>
            </a:r>
          </a:p>
          <a:p>
            <a:pPr fontAlgn="base"/>
            <a:r>
              <a:rPr lang="en-US" altLang="zh-CN" sz="2000" dirty="0">
                <a:solidFill>
                  <a:srgbClr val="002060"/>
                </a:solidFill>
              </a:rPr>
              <a:t>In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e</a:t>
            </a:r>
            <a:r>
              <a:rPr lang="en-GB" sz="2000" dirty="0">
                <a:solidFill>
                  <a:srgbClr val="002060"/>
                </a:solidFill>
              </a:rPr>
              <a:t>ach segment </a:t>
            </a:r>
            <a:r>
              <a:rPr lang="en-US" altLang="zh-CN" sz="2000" dirty="0">
                <a:solidFill>
                  <a:srgbClr val="002060"/>
                </a:solidFill>
              </a:rPr>
              <a:t>they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GB" sz="2000" dirty="0">
                <a:solidFill>
                  <a:srgbClr val="002060"/>
                </a:solidFill>
              </a:rPr>
              <a:t>will </a:t>
            </a:r>
            <a:r>
              <a:rPr lang="en-US" altLang="zh-CN" sz="2000" dirty="0">
                <a:solidFill>
                  <a:srgbClr val="002060"/>
                </a:solidFill>
              </a:rPr>
              <a:t>p</a:t>
            </a:r>
            <a:r>
              <a:rPr lang="en-GB" sz="2000" dirty="0">
                <a:solidFill>
                  <a:srgbClr val="002060"/>
                </a:solidFill>
              </a:rPr>
              <a:t>lant a hedge, except for </a:t>
            </a:r>
            <a:r>
              <a:rPr lang="en-GB" sz="2000" i="1" dirty="0">
                <a:solidFill>
                  <a:srgbClr val="002060"/>
                </a:solidFill>
              </a:rPr>
              <a:t>K</a:t>
            </a:r>
            <a:r>
              <a:rPr lang="en-GB" sz="2000" dirty="0">
                <a:solidFill>
                  <a:srgbClr val="002060"/>
                </a:solidFill>
              </a:rPr>
              <a:t> segments which will instead hold a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GB" sz="2000" dirty="0">
                <a:solidFill>
                  <a:srgbClr val="002060"/>
                </a:solidFill>
              </a:rPr>
              <a:t>drinking fountain. The gardeners </a:t>
            </a:r>
            <a:r>
              <a:rPr lang="en-US" altLang="zh-CN" sz="2000" dirty="0">
                <a:solidFill>
                  <a:srgbClr val="002060"/>
                </a:solidFill>
              </a:rPr>
              <a:t>announced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that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no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one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needs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to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walk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any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extra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hedge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even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in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the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worst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case,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to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get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from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one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fountain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to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the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next</a:t>
            </a:r>
            <a:r>
              <a:rPr lang="en-GB" sz="2000" dirty="0">
                <a:solidFill>
                  <a:srgbClr val="002060"/>
                </a:solidFill>
              </a:rPr>
              <a:t>. </a:t>
            </a:r>
          </a:p>
          <a:p>
            <a:pPr fontAlgn="base"/>
            <a:r>
              <a:rPr lang="en-GB" sz="2000" dirty="0">
                <a:solidFill>
                  <a:srgbClr val="002060"/>
                </a:solidFill>
              </a:rPr>
              <a:t>Given the number of segments </a:t>
            </a:r>
            <a:r>
              <a:rPr lang="en-GB" sz="2000" i="1" dirty="0">
                <a:solidFill>
                  <a:srgbClr val="002060"/>
                </a:solidFill>
              </a:rPr>
              <a:t>N</a:t>
            </a:r>
            <a:r>
              <a:rPr lang="en-GB" sz="2000" dirty="0">
                <a:solidFill>
                  <a:srgbClr val="002060"/>
                </a:solidFill>
              </a:rPr>
              <a:t> and the number of fountains </a:t>
            </a:r>
            <a:r>
              <a:rPr lang="en-GB" sz="2000" i="1" dirty="0">
                <a:solidFill>
                  <a:srgbClr val="002060"/>
                </a:solidFill>
              </a:rPr>
              <a:t>K</a:t>
            </a:r>
            <a:r>
              <a:rPr lang="en-GB" sz="2000" dirty="0">
                <a:solidFill>
                  <a:srgbClr val="002060"/>
                </a:solidFill>
              </a:rPr>
              <a:t>, </a:t>
            </a:r>
            <a:r>
              <a:rPr lang="en-US" altLang="zh-CN" sz="2000" dirty="0">
                <a:solidFill>
                  <a:srgbClr val="002060"/>
                </a:solidFill>
              </a:rPr>
              <a:t>find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out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that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longest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walk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in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terms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of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number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of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hedges</a:t>
            </a:r>
            <a:r>
              <a:rPr lang="en-GB" sz="2000" dirty="0">
                <a:solidFill>
                  <a:srgbClr val="002060"/>
                </a:solidFill>
              </a:rPr>
              <a:t>.</a:t>
            </a:r>
            <a:endParaRPr lang="en-AU" sz="2000" b="0" i="0" dirty="0">
              <a:solidFill>
                <a:srgbClr val="00206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178122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BEE4-37B6-967B-3D35-6B90FE74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E2CF0C3-2842-DCFB-BF4D-C444CA9B3751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Week 10 problem 2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260180E-812F-C27D-9F4A-E1101FBB38D6}"/>
              </a:ext>
            </a:extLst>
          </p:cNvPr>
          <p:cNvSpPr txBox="1">
            <a:spLocks/>
          </p:cNvSpPr>
          <p:nvPr/>
        </p:nvSpPr>
        <p:spPr>
          <a:xfrm>
            <a:off x="359998" y="1260000"/>
            <a:ext cx="7920000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None/>
            </a:pP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Bubble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Sort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AU" sz="2800" b="1" i="0" dirty="0">
                <a:solidFill>
                  <a:srgbClr val="002060"/>
                </a:solidFill>
                <a:effectLst/>
              </a:rPr>
              <a:t>Extension: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The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other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way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round</a:t>
            </a:r>
          </a:p>
          <a:p>
            <a:pPr algn="l" fontAlgn="base">
              <a:buNone/>
            </a:pP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On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planet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Bubble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in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the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Alpha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Centauri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system,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gravity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is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the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other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way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round: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it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pushes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things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from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the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surface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instead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of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pulls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towards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it.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endParaRPr lang="en-US" altLang="zh-CN" sz="2000" b="0" i="0" dirty="0">
              <a:solidFill>
                <a:srgbClr val="002060"/>
              </a:solidFill>
              <a:effectLst/>
            </a:endParaRPr>
          </a:p>
          <a:p>
            <a:pPr algn="l" fontAlgn="base">
              <a:buNone/>
            </a:pP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Change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your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bubble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sort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program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to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sort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the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numbers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in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descending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order,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so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that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it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can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still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be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called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‘Bubble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Sort’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on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planet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Bubble.</a:t>
            </a:r>
            <a:endParaRPr lang="en-AU" sz="2000" b="0" i="0" dirty="0">
              <a:solidFill>
                <a:srgbClr val="00206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06756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BF61C-8585-9DA0-7A38-2A7B4B012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22F6236-3E49-1760-56D4-9B5F76694432}"/>
              </a:ext>
            </a:extLst>
          </p:cNvPr>
          <p:cNvSpPr txBox="1">
            <a:spLocks/>
          </p:cNvSpPr>
          <p:nvPr/>
        </p:nvSpPr>
        <p:spPr>
          <a:xfrm>
            <a:off x="360000" y="1620000"/>
            <a:ext cx="6243067" cy="2619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450"/>
              </a:spcBef>
              <a:buFont typeface="Arial" panose="020B0604020202020204" pitchFamily="34" charset="0"/>
              <a:buChar char="•"/>
            </a:pP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377869-52DB-B34C-066A-47ECD9679963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dirty="0"/>
              <a:t>Week 1</a:t>
            </a:r>
            <a:r>
              <a:rPr lang="en-US" altLang="zh-CN" dirty="0"/>
              <a:t>0</a:t>
            </a:r>
            <a:r>
              <a:rPr lang="en-AU" dirty="0"/>
              <a:t> Problem </a:t>
            </a:r>
            <a:r>
              <a:rPr lang="en-US" altLang="zh-CN" dirty="0"/>
              <a:t>3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9FB3846-E66C-DAF3-6697-7B06E8C3B8F9}"/>
              </a:ext>
            </a:extLst>
          </p:cNvPr>
          <p:cNvSpPr txBox="1">
            <a:spLocks/>
          </p:cNvSpPr>
          <p:nvPr/>
        </p:nvSpPr>
        <p:spPr>
          <a:xfrm>
            <a:off x="359998" y="1260000"/>
            <a:ext cx="7920000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Conway’s Game of Life Extension</a:t>
            </a: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:</a:t>
            </a:r>
          </a:p>
          <a:p>
            <a:pPr algn="l" fontAlgn="base">
              <a:buNone/>
            </a:pP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Implement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the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game.</a:t>
            </a:r>
            <a:endParaRPr lang="en-AU" sz="2000" b="0" i="0" dirty="0">
              <a:solidFill>
                <a:srgbClr val="00206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857075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4C637-0588-8573-E86E-844CB81D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B705A44-2B7A-D368-505D-1626BD0823ED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Week 11 problem 1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D8EAF80-5856-7B17-BD81-C81AA389B2E6}"/>
              </a:ext>
            </a:extLst>
          </p:cNvPr>
          <p:cNvSpPr txBox="1">
            <a:spLocks/>
          </p:cNvSpPr>
          <p:nvPr/>
        </p:nvSpPr>
        <p:spPr>
          <a:xfrm>
            <a:off x="359998" y="1260000"/>
            <a:ext cx="7920000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None/>
            </a:pP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Naming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Species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Extension</a:t>
            </a:r>
            <a:r>
              <a:rPr lang="en-AU" sz="2800" b="1" i="0" dirty="0">
                <a:solidFill>
                  <a:srgbClr val="002060"/>
                </a:solidFill>
                <a:effectLst/>
              </a:rPr>
              <a:t>: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Name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Blender</a:t>
            </a:r>
            <a:endParaRPr lang="en-AU" sz="2800" b="1" i="0" dirty="0">
              <a:solidFill>
                <a:srgbClr val="002060"/>
              </a:solidFill>
              <a:effectLst/>
            </a:endParaRPr>
          </a:p>
          <a:p>
            <a:r>
              <a:rPr lang="en-AU" sz="2000" dirty="0"/>
              <a:t>Write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function</a:t>
            </a:r>
            <a:r>
              <a:rPr lang="zh-CN" altLang="en-US" sz="2000" dirty="0"/>
              <a:t> </a:t>
            </a:r>
            <a:r>
              <a:rPr lang="en-AU" dirty="0">
                <a:latin typeface="JetBrains Mono" panose="020B0509020102050004" pitchFamily="49" charset="77"/>
              </a:rPr>
              <a:t>blend(name1, name2)</a:t>
            </a:r>
            <a:r>
              <a:rPr lang="en-AU" sz="2000" dirty="0"/>
              <a:t> that fuses two animal names into one, </a:t>
            </a:r>
            <a:r>
              <a:rPr lang="en-AU" sz="2000" b="1" dirty="0"/>
              <a:t>using only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functions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built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class</a:t>
            </a:r>
            <a:r>
              <a:rPr lang="en-AU" sz="2000" dirty="0"/>
              <a:t>. Use this split rule: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U" sz="2000" dirty="0"/>
              <a:t>take the </a:t>
            </a:r>
            <a:r>
              <a:rPr lang="en-AU" sz="2000" b="1" dirty="0"/>
              <a:t>left half</a:t>
            </a:r>
            <a:r>
              <a:rPr lang="en-AU" sz="2000" dirty="0"/>
              <a:t> of </a:t>
            </a:r>
            <a:r>
              <a:rPr lang="en-AU" dirty="0">
                <a:latin typeface="JetBrains Mono" panose="020B0509020102050004" pitchFamily="49" charset="77"/>
              </a:rPr>
              <a:t>name1</a:t>
            </a:r>
            <a:r>
              <a:rPr lang="en-AU" sz="2000" dirty="0"/>
              <a:t> (round up), then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AU" sz="2000" dirty="0"/>
              <a:t>take the </a:t>
            </a:r>
            <a:r>
              <a:rPr lang="en-AU" sz="2000" b="1" dirty="0"/>
              <a:t>right half</a:t>
            </a:r>
            <a:r>
              <a:rPr lang="en-AU" sz="2000" dirty="0"/>
              <a:t> of </a:t>
            </a:r>
            <a:r>
              <a:rPr lang="en-AU" dirty="0">
                <a:latin typeface="JetBrains Mono" panose="020B0509020102050004" pitchFamily="49" charset="77"/>
              </a:rPr>
              <a:t>name2</a:t>
            </a:r>
            <a:r>
              <a:rPr lang="en-AU" sz="2000" dirty="0"/>
              <a:t> (round up), then </a:t>
            </a:r>
            <a:r>
              <a:rPr lang="en-AU" dirty="0" err="1">
                <a:latin typeface="JetBrains Mono" panose="020B0509020102050004" pitchFamily="49" charset="77"/>
              </a:rPr>
              <a:t>concat</a:t>
            </a:r>
            <a:r>
              <a:rPr lang="en-US" altLang="zh-CN" dirty="0">
                <a:latin typeface="JetBrains Mono" panose="020B0509020102050004" pitchFamily="49" charset="77"/>
              </a:rPr>
              <a:t>()</a:t>
            </a:r>
            <a:r>
              <a:rPr lang="en-AU" sz="2000" dirty="0">
                <a:latin typeface="JetBrains Mono" panose="020B0509020102050004" pitchFamily="49" charset="77"/>
              </a:rPr>
              <a:t> </a:t>
            </a:r>
            <a:r>
              <a:rPr lang="en-AU" sz="2000" dirty="0"/>
              <a:t>them.</a:t>
            </a:r>
          </a:p>
          <a:p>
            <a:pPr marL="1119188" lvl="4" indent="-163513">
              <a:spcBef>
                <a:spcPts val="300"/>
              </a:spcBef>
              <a:spcAft>
                <a:spcPts val="300"/>
              </a:spcAft>
            </a:pPr>
            <a:r>
              <a:rPr lang="en-AU" dirty="0">
                <a:latin typeface="JetBrains Mono" panose="020B0509020102050004" pitchFamily="49" charset="77"/>
              </a:rPr>
              <a:t>blend("Wolf", "Dolphin")  -&gt; "</a:t>
            </a:r>
            <a:r>
              <a:rPr lang="en-AU" dirty="0" err="1">
                <a:latin typeface="JetBrains Mono" panose="020B0509020102050004" pitchFamily="49" charset="77"/>
              </a:rPr>
              <a:t>Wophin</a:t>
            </a:r>
            <a:r>
              <a:rPr lang="en-AU" dirty="0">
                <a:latin typeface="JetBrains Mono" panose="020B0509020102050004" pitchFamily="49" charset="77"/>
              </a:rPr>
              <a:t>"</a:t>
            </a:r>
          </a:p>
          <a:p>
            <a:pPr marL="1119188" lvl="4" indent="-163513">
              <a:spcBef>
                <a:spcPts val="300"/>
              </a:spcBef>
              <a:spcAft>
                <a:spcPts val="300"/>
              </a:spcAft>
            </a:pPr>
            <a:r>
              <a:rPr lang="en-AU" dirty="0">
                <a:latin typeface="JetBrains Mono" panose="020B0509020102050004" pitchFamily="49" charset="77"/>
              </a:rPr>
              <a:t>blend("Koala", "Panther") -&gt; "</a:t>
            </a:r>
            <a:r>
              <a:rPr lang="en-AU" dirty="0" err="1">
                <a:latin typeface="JetBrains Mono" panose="020B0509020102050004" pitchFamily="49" charset="77"/>
              </a:rPr>
              <a:t>Koather</a:t>
            </a:r>
            <a:r>
              <a:rPr lang="en-AU" dirty="0">
                <a:latin typeface="JetBrains Mono" panose="020B0509020102050004" pitchFamily="49" charset="77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5320960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50661-488E-B9FF-5362-293EFD6A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AC9D21-F926-D46F-8A10-AB08F63F1527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Week 11 problem 2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6C51D37-57DA-CAEE-09B0-A05A214E9430}"/>
              </a:ext>
            </a:extLst>
          </p:cNvPr>
          <p:cNvSpPr txBox="1">
            <a:spLocks/>
          </p:cNvSpPr>
          <p:nvPr/>
        </p:nvSpPr>
        <p:spPr>
          <a:xfrm>
            <a:off x="359997" y="1260000"/>
            <a:ext cx="7440111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None/>
            </a:pP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Naming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Species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AU" sz="2800" b="1" i="0" dirty="0">
                <a:solidFill>
                  <a:srgbClr val="002060"/>
                </a:solidFill>
                <a:effectLst/>
              </a:rPr>
              <a:t>Extension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2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AU" sz="2800" b="1" i="0" dirty="0">
                <a:solidFill>
                  <a:srgbClr val="002060"/>
                </a:solidFill>
                <a:effectLst/>
              </a:rPr>
              <a:t>: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Smart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Blender</a:t>
            </a:r>
          </a:p>
          <a:p>
            <a:r>
              <a:rPr lang="en-AU" dirty="0">
                <a:latin typeface="JetBrains Mono" panose="020B0509020102050004" pitchFamily="49" charset="77"/>
              </a:rPr>
              <a:t>"</a:t>
            </a:r>
            <a:r>
              <a:rPr lang="en-AU" dirty="0" err="1">
                <a:latin typeface="JetBrains Mono" panose="020B0509020102050004" pitchFamily="49" charset="77"/>
              </a:rPr>
              <a:t>Wophin</a:t>
            </a:r>
            <a:r>
              <a:rPr lang="en-AU" dirty="0">
                <a:latin typeface="JetBrains Mono" panose="020B0509020102050004" pitchFamily="49" charset="77"/>
              </a:rPr>
              <a:t>"</a:t>
            </a:r>
            <a:r>
              <a:rPr lang="en-AU" sz="2000" dirty="0"/>
              <a:t> is fine, but the famous example is </a:t>
            </a:r>
            <a:r>
              <a:rPr lang="en-AU" dirty="0">
                <a:latin typeface="JetBrains Mono" panose="020B0509020102050004" pitchFamily="49" charset="77"/>
              </a:rPr>
              <a:t>"</a:t>
            </a:r>
            <a:r>
              <a:rPr lang="en-AU" dirty="0" err="1">
                <a:latin typeface="JetBrains Mono" panose="020B0509020102050004" pitchFamily="49" charset="77"/>
              </a:rPr>
              <a:t>Wolphin</a:t>
            </a:r>
            <a:r>
              <a:rPr lang="en-AU" dirty="0">
                <a:latin typeface="JetBrains Mono" panose="020B0509020102050004" pitchFamily="49" charset="77"/>
              </a:rPr>
              <a:t>"</a:t>
            </a:r>
            <a:r>
              <a:rPr lang="en-AU" sz="2000" dirty="0"/>
              <a:t> — because "Wol" and "Dolphin" share the letter </a:t>
            </a:r>
            <a:r>
              <a:rPr lang="en-AU" sz="2000" b="1" dirty="0"/>
              <a:t>l</a:t>
            </a:r>
            <a:r>
              <a:rPr lang="en-AU" sz="2000" dirty="0"/>
              <a:t> at the seam. Write </a:t>
            </a:r>
            <a:r>
              <a:rPr lang="en-AU" dirty="0" err="1">
                <a:latin typeface="JetBrains Mono" panose="020B0509020102050004" pitchFamily="49" charset="77"/>
              </a:rPr>
              <a:t>smart_blend</a:t>
            </a:r>
            <a:r>
              <a:rPr lang="en-AU" dirty="0">
                <a:latin typeface="JetBrains Mono" panose="020B0509020102050004" pitchFamily="49" charset="77"/>
              </a:rPr>
              <a:t>(name1, name2)</a:t>
            </a:r>
            <a:r>
              <a:rPr lang="en-AU" sz="2000" dirty="0">
                <a:latin typeface="JetBrains Mono" panose="020B0509020102050004" pitchFamily="49" charset="77"/>
              </a:rPr>
              <a:t> </a:t>
            </a:r>
            <a:r>
              <a:rPr lang="en-AU" sz="2000" dirty="0"/>
              <a:t>that:</a:t>
            </a:r>
          </a:p>
          <a:p>
            <a:pPr marL="457200" lvl="0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AU" sz="1800" dirty="0"/>
              <a:t>searches for a split point where the </a:t>
            </a:r>
            <a:r>
              <a:rPr lang="en-AU" sz="1800" b="1" dirty="0"/>
              <a:t>last letter of the first fragment equals the first letter of the second fragment</a:t>
            </a:r>
            <a:r>
              <a:rPr lang="en-AU" sz="1800" dirty="0"/>
              <a:t>,</a:t>
            </a:r>
          </a:p>
          <a:p>
            <a:pPr marL="457200" lvl="0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AU" sz="1800" dirty="0"/>
              <a:t>merges the two fragments on that shared letter (keeping only one copy),</a:t>
            </a:r>
          </a:p>
          <a:p>
            <a:pPr marL="457200" lvl="0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AU" sz="1800" dirty="0"/>
              <a:t>falls back to plain blend if no such seam exists.</a:t>
            </a:r>
          </a:p>
          <a:p>
            <a:pPr marL="449263">
              <a:spcBef>
                <a:spcPts val="300"/>
              </a:spcBef>
              <a:spcAft>
                <a:spcPts val="300"/>
              </a:spcAft>
            </a:pPr>
            <a:r>
              <a:rPr lang="en-AU" sz="1400" dirty="0" err="1">
                <a:latin typeface="JetBrains Mono" panose="020B0509020102050004" pitchFamily="49" charset="77"/>
              </a:rPr>
              <a:t>smart_blend</a:t>
            </a:r>
            <a:r>
              <a:rPr lang="en-AU" sz="1400" dirty="0">
                <a:latin typeface="JetBrains Mono" panose="020B0509020102050004" pitchFamily="49" charset="77"/>
              </a:rPr>
              <a:t>("Wolf", "Dolphin") -&gt; "</a:t>
            </a:r>
            <a:r>
              <a:rPr lang="en-AU" sz="1400" dirty="0" err="1">
                <a:latin typeface="JetBrains Mono" panose="020B0509020102050004" pitchFamily="49" charset="77"/>
              </a:rPr>
              <a:t>Wolphin</a:t>
            </a:r>
            <a:r>
              <a:rPr lang="en-AU" sz="1400" dirty="0">
                <a:latin typeface="JetBrains Mono" panose="020B0509020102050004" pitchFamily="49" charset="77"/>
              </a:rPr>
              <a:t>"   # on shared 'l'</a:t>
            </a:r>
          </a:p>
          <a:p>
            <a:pPr marL="449263">
              <a:spcBef>
                <a:spcPts val="300"/>
              </a:spcBef>
              <a:spcAft>
                <a:spcPts val="300"/>
              </a:spcAft>
            </a:pPr>
            <a:r>
              <a:rPr lang="en-AU" sz="1400" dirty="0" err="1">
                <a:latin typeface="JetBrains Mono" panose="020B0509020102050004" pitchFamily="49" charset="77"/>
              </a:rPr>
              <a:t>smart_blend</a:t>
            </a:r>
            <a:r>
              <a:rPr lang="en-AU" sz="1400" dirty="0">
                <a:latin typeface="JetBrains Mono" panose="020B0509020102050004" pitchFamily="49" charset="77"/>
              </a:rPr>
              <a:t>("Cat", "Owl")      -&gt; falls back to blend()</a:t>
            </a:r>
          </a:p>
          <a:p>
            <a:r>
              <a:rPr lang="en-AU" sz="2000" dirty="0"/>
              <a:t>This is a small search plus careful use of </a:t>
            </a:r>
            <a:r>
              <a:rPr lang="en-AU" dirty="0">
                <a:latin typeface="JetBrains Mono" panose="020B0509020102050004" pitchFamily="49" charset="77"/>
              </a:rPr>
              <a:t>length</a:t>
            </a:r>
            <a:r>
              <a:rPr lang="en-US" altLang="zh-CN" dirty="0">
                <a:latin typeface="JetBrains Mono" panose="020B0509020102050004" pitchFamily="49" charset="77"/>
              </a:rPr>
              <a:t>()</a:t>
            </a:r>
            <a:r>
              <a:rPr lang="en-AU" sz="2000" dirty="0"/>
              <a:t> and </a:t>
            </a:r>
            <a:r>
              <a:rPr lang="en-AU" dirty="0" err="1">
                <a:latin typeface="JetBrains Mono" panose="020B0509020102050004" pitchFamily="49" charset="77"/>
              </a:rPr>
              <a:t>substr</a:t>
            </a:r>
            <a:r>
              <a:rPr lang="en-US" altLang="zh-CN" dirty="0">
                <a:latin typeface="JetBrains Mono" panose="020B0509020102050004" pitchFamily="49" charset="77"/>
              </a:rPr>
              <a:t>().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9648340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CFA9B-0D09-8A28-83CF-6D7AA151A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414A7FD-66FE-441A-2FF0-EF2CFBE3FA87}"/>
              </a:ext>
            </a:extLst>
          </p:cNvPr>
          <p:cNvSpPr txBox="1">
            <a:spLocks/>
          </p:cNvSpPr>
          <p:nvPr/>
        </p:nvSpPr>
        <p:spPr>
          <a:xfrm>
            <a:off x="360000" y="1620000"/>
            <a:ext cx="6243067" cy="2619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450"/>
              </a:spcBef>
              <a:buFont typeface="Arial" panose="020B0604020202020204" pitchFamily="34" charset="0"/>
              <a:buChar char="•"/>
            </a:pP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B19C42-D656-42CD-2CD5-E1FA59804931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dirty="0"/>
              <a:t>Week 1</a:t>
            </a:r>
            <a:r>
              <a:rPr lang="en-US" altLang="zh-CN" dirty="0"/>
              <a:t>1</a:t>
            </a:r>
            <a:r>
              <a:rPr lang="en-AU" dirty="0"/>
              <a:t> Problem </a:t>
            </a:r>
            <a:r>
              <a:rPr lang="en-US" altLang="zh-CN" dirty="0"/>
              <a:t>3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41F83C1-D13C-E561-22CA-E366883992F3}"/>
              </a:ext>
            </a:extLst>
          </p:cNvPr>
          <p:cNvSpPr txBox="1">
            <a:spLocks/>
          </p:cNvSpPr>
          <p:nvPr/>
        </p:nvSpPr>
        <p:spPr>
          <a:xfrm>
            <a:off x="359998" y="1260000"/>
            <a:ext cx="7920000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Conway’s Game of Life</a:t>
            </a: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:</a:t>
            </a:r>
          </a:p>
          <a:p>
            <a:pPr algn="l" fontAlgn="base">
              <a:buNone/>
            </a:pP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Complete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the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so</a:t>
            </a:r>
            <a:r>
              <a:rPr lang="en-US" altLang="zh-CN" sz="2000" dirty="0">
                <a:solidFill>
                  <a:srgbClr val="002060"/>
                </a:solidFill>
              </a:rPr>
              <a:t>lution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to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allow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user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to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choose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among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5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options:</a:t>
            </a:r>
          </a:p>
          <a:p>
            <a:pPr algn="l" fontAlgn="base">
              <a:buNone/>
            </a:pPr>
            <a:r>
              <a:rPr lang="en-US" altLang="zh-CN" sz="2000" b="0" i="0" dirty="0">
                <a:solidFill>
                  <a:srgbClr val="002060"/>
                </a:solidFill>
                <a:effectLst/>
              </a:rPr>
              <a:t>Glider,</a:t>
            </a:r>
            <a:r>
              <a:rPr lang="zh-CN" altLang="en-US" sz="20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Toad,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Beacon,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Pulsar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and</a:t>
            </a:r>
            <a:r>
              <a:rPr lang="zh-CN" altLang="en-US" sz="2000" dirty="0">
                <a:solidFill>
                  <a:srgbClr val="002060"/>
                </a:solidFill>
              </a:rPr>
              <a:t> </a:t>
            </a:r>
            <a:r>
              <a:rPr lang="en-US" altLang="zh-CN" sz="2000" dirty="0">
                <a:solidFill>
                  <a:srgbClr val="002060"/>
                </a:solidFill>
              </a:rPr>
              <a:t>random.</a:t>
            </a:r>
            <a:endParaRPr lang="en-AU" sz="2000" b="0" i="0" dirty="0">
              <a:solidFill>
                <a:srgbClr val="00206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81283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90310-7A58-3B78-6ABC-F114DCEA5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1A93FE3-0812-AC9F-1340-BC2B7EE10805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Week 12 problem 1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258FF32-F225-3961-BBC4-1E8009BB8A22}"/>
              </a:ext>
            </a:extLst>
          </p:cNvPr>
          <p:cNvSpPr txBox="1">
            <a:spLocks/>
          </p:cNvSpPr>
          <p:nvPr/>
        </p:nvSpPr>
        <p:spPr>
          <a:xfrm>
            <a:off x="359998" y="1260000"/>
            <a:ext cx="7920000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None/>
            </a:pPr>
            <a:r>
              <a:rPr lang="en-US" altLang="zh-CN" sz="2000" dirty="0" err="1">
                <a:solidFill>
                  <a:srgbClr val="002060"/>
                </a:solidFill>
                <a:latin typeface="JetBrains Mono" panose="020B0509020102050004" pitchFamily="49" charset="77"/>
              </a:rPr>
              <a:t>a</a:t>
            </a:r>
            <a:r>
              <a:rPr lang="en-US" altLang="zh-CN" sz="2000" dirty="0" err="1">
                <a:solidFill>
                  <a:srgbClr val="002060"/>
                </a:solidFill>
                <a:effectLst/>
                <a:latin typeface="JetBrains Mono" panose="020B0509020102050004" pitchFamily="49" charset="77"/>
              </a:rPr>
              <a:t>rgs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</a:rPr>
              <a:t>E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xtension</a:t>
            </a:r>
            <a:r>
              <a:rPr lang="en-AU" sz="2800" b="1" i="0" dirty="0">
                <a:solidFill>
                  <a:srgbClr val="002060"/>
                </a:solidFill>
                <a:effectLst/>
              </a:rPr>
              <a:t>: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Starburst</a:t>
            </a:r>
            <a:endParaRPr lang="en-AU" sz="2800" b="1" i="0" dirty="0">
              <a:solidFill>
                <a:srgbClr val="002060"/>
              </a:solidFill>
              <a:effectLst/>
            </a:endParaRPr>
          </a:p>
          <a:p>
            <a:r>
              <a:rPr lang="en-AU" sz="2000" dirty="0"/>
              <a:t>Draw a firework from the centre of the screen: one ray for each number you pass in, spread evenly around a full circle.</a:t>
            </a:r>
          </a:p>
          <a:p>
            <a:r>
              <a:rPr lang="en-US" altLang="zh-CN" sz="2000" dirty="0"/>
              <a:t>You</a:t>
            </a:r>
            <a:r>
              <a:rPr lang="zh-CN" altLang="en-US" sz="2000" dirty="0"/>
              <a:t> </a:t>
            </a:r>
            <a:r>
              <a:rPr lang="en-US" altLang="zh-CN" sz="2000" dirty="0"/>
              <a:t>will</a:t>
            </a:r>
            <a:r>
              <a:rPr lang="zh-CN" altLang="en-US" sz="2000" dirty="0"/>
              <a:t> </a:t>
            </a:r>
            <a:r>
              <a:rPr lang="en-US" altLang="zh-CN" sz="2000" dirty="0"/>
              <a:t>create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function</a:t>
            </a:r>
            <a:r>
              <a:rPr lang="zh-CN" altLang="en-US" sz="2000" dirty="0"/>
              <a:t> </a:t>
            </a:r>
            <a:endParaRPr lang="en-AU" altLang="zh-CN" sz="2000" dirty="0"/>
          </a:p>
          <a:p>
            <a:endParaRPr lang="en-AU" sz="2000" dirty="0"/>
          </a:p>
          <a:p>
            <a:pPr marL="360363"/>
            <a:r>
              <a:rPr lang="en-AU" sz="1400" dirty="0"/>
              <a:t>*lengths </a:t>
            </a:r>
            <a:r>
              <a:rPr lang="en-AU" sz="1800" dirty="0"/>
              <a:t>— any number of ray lengths. Six numbers → six rays, ten numbers → ten rays.</a:t>
            </a:r>
          </a:p>
          <a:p>
            <a:pPr marL="360363" lvl="2"/>
            <a:r>
              <a:rPr lang="en-AU" sz="1400" dirty="0"/>
              <a:t>**style </a:t>
            </a:r>
            <a:r>
              <a:rPr lang="en-AU" sz="1800" dirty="0"/>
              <a:t>— optional look-and-feel with defaults: </a:t>
            </a:r>
            <a:r>
              <a:rPr lang="en-AU" sz="1400" dirty="0" err="1">
                <a:latin typeface="JetBrains Mono" panose="020B0509020102050004" pitchFamily="49" charset="77"/>
              </a:rPr>
              <a:t>colo</a:t>
            </a:r>
            <a:r>
              <a:rPr lang="en-US" altLang="zh-CN" sz="1400" dirty="0">
                <a:latin typeface="JetBrains Mono" panose="020B0509020102050004" pitchFamily="49" charset="77"/>
              </a:rPr>
              <a:t>u</a:t>
            </a:r>
            <a:r>
              <a:rPr lang="en-AU" sz="1400" dirty="0">
                <a:latin typeface="JetBrains Mono" panose="020B0509020102050004" pitchFamily="49" charset="77"/>
              </a:rPr>
              <a:t>r</a:t>
            </a:r>
            <a:r>
              <a:rPr lang="en-AU" sz="1800" dirty="0"/>
              <a:t> (default "black") and </a:t>
            </a:r>
            <a:r>
              <a:rPr lang="en-AU" sz="1400" dirty="0" err="1">
                <a:latin typeface="JetBrains Mono" panose="020B0509020102050004" pitchFamily="49" charset="77"/>
              </a:rPr>
              <a:t>pensize</a:t>
            </a:r>
            <a:r>
              <a:rPr lang="en-AU" sz="1800" dirty="0"/>
              <a:t> (default 2).</a:t>
            </a:r>
          </a:p>
          <a:p>
            <a:pPr marL="9525" lvl="2"/>
            <a:r>
              <a:rPr lang="en-AU" sz="2000" dirty="0"/>
              <a:t>Example</a:t>
            </a:r>
            <a:r>
              <a:rPr lang="zh-CN" altLang="en-US" sz="2000" dirty="0"/>
              <a:t> </a:t>
            </a:r>
            <a:r>
              <a:rPr lang="en-US" altLang="zh-CN" sz="2000" dirty="0"/>
              <a:t>use:</a:t>
            </a: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5EC5A-3394-FD0B-2715-D8556CC3746D}"/>
              </a:ext>
            </a:extLst>
          </p:cNvPr>
          <p:cNvSpPr txBox="1"/>
          <p:nvPr/>
        </p:nvSpPr>
        <p:spPr>
          <a:xfrm>
            <a:off x="719998" y="3036369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US" altLang="zh-CN" sz="1100" dirty="0">
                <a:latin typeface="JetBrains Mono" panose="020B0509020102050004" pitchFamily="49" charset="77"/>
              </a:rPr>
              <a:t>def burst(*lengths, **style): </a:t>
            </a:r>
          </a:p>
          <a:p>
            <a:pPr lvl="0">
              <a:spcBef>
                <a:spcPts val="450"/>
              </a:spcBef>
              <a:defRPr/>
            </a:pP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US" altLang="zh-CN" sz="1100" dirty="0">
                <a:latin typeface="JetBrains Mono" panose="020B0509020102050004" pitchFamily="49" charset="77"/>
              </a:rPr>
              <a:t>...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62A00-11CD-9734-BFE7-4617EA05EDF0}"/>
              </a:ext>
            </a:extLst>
          </p:cNvPr>
          <p:cNvSpPr txBox="1"/>
          <p:nvPr/>
        </p:nvSpPr>
        <p:spPr>
          <a:xfrm>
            <a:off x="719998" y="5419761"/>
            <a:ext cx="7200000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US" altLang="zh-CN" sz="1100" dirty="0">
                <a:latin typeface="JetBrains Mono" panose="020B0509020102050004" pitchFamily="49" charset="77"/>
              </a:rPr>
              <a:t>burst(60, 100, 60, 140, 60, 100, </a:t>
            </a:r>
            <a:r>
              <a:rPr lang="en-US" altLang="zh-CN" sz="1100" dirty="0" err="1">
                <a:latin typeface="JetBrains Mono" panose="020B0509020102050004" pitchFamily="49" charset="77"/>
              </a:rPr>
              <a:t>colour</a:t>
            </a:r>
            <a:r>
              <a:rPr lang="en-US" altLang="zh-CN" sz="1100" dirty="0">
                <a:latin typeface="JetBrains Mono" panose="020B0509020102050004" pitchFamily="49" charset="77"/>
              </a:rPr>
              <a:t>="orange", </a:t>
            </a:r>
            <a:r>
              <a:rPr lang="en-US" altLang="zh-CN" sz="1100" dirty="0" err="1">
                <a:latin typeface="JetBrains Mono" panose="020B0509020102050004" pitchFamily="49" charset="77"/>
              </a:rPr>
              <a:t>pensize</a:t>
            </a:r>
            <a:r>
              <a:rPr lang="en-US" altLang="zh-CN" sz="1100" dirty="0">
                <a:latin typeface="JetBrains Mono" panose="020B0509020102050004" pitchFamily="49" charset="77"/>
              </a:rPr>
              <a:t>=3)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3337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DB65-D343-3E59-D725-BBB8CF863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CFFA18-3439-9938-7B73-F2034EDA34C5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Week 12 problem 2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CEC484D-CE0B-CE87-756A-56907AF0D3DE}"/>
              </a:ext>
            </a:extLst>
          </p:cNvPr>
          <p:cNvSpPr txBox="1">
            <a:spLocks/>
          </p:cNvSpPr>
          <p:nvPr/>
        </p:nvSpPr>
        <p:spPr>
          <a:xfrm>
            <a:off x="359997" y="1260000"/>
            <a:ext cx="7440111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None/>
            </a:pP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Naming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Species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AU" sz="2800" b="1" i="0" dirty="0">
                <a:solidFill>
                  <a:srgbClr val="002060"/>
                </a:solidFill>
                <a:effectLst/>
              </a:rPr>
              <a:t>Extension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3</a:t>
            </a:r>
            <a:r>
              <a:rPr lang="zh-CN" altLang="en-US" sz="2800" b="1" i="0" dirty="0">
                <a:solidFill>
                  <a:srgbClr val="002060"/>
                </a:solidFill>
                <a:effectLst/>
              </a:rPr>
              <a:t> </a:t>
            </a:r>
            <a:r>
              <a:rPr lang="en-AU" sz="2800" b="1" i="0" dirty="0">
                <a:solidFill>
                  <a:srgbClr val="002060"/>
                </a:solidFill>
                <a:effectLst/>
              </a:rPr>
              <a:t>: </a:t>
            </a:r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Codenames</a:t>
            </a:r>
          </a:p>
          <a:p>
            <a:r>
              <a:rPr lang="en-AU" sz="2000" dirty="0"/>
              <a:t>I</a:t>
            </a:r>
            <a:r>
              <a:rPr lang="en-US" altLang="zh-CN" sz="2000" dirty="0"/>
              <a:t>t</a:t>
            </a:r>
            <a:r>
              <a:rPr lang="zh-CN" altLang="en-US" sz="2000" dirty="0"/>
              <a:t> </a:t>
            </a:r>
            <a:r>
              <a:rPr lang="en-US" altLang="zh-CN" sz="2000" dirty="0"/>
              <a:t>turns</a:t>
            </a:r>
            <a:r>
              <a:rPr lang="zh-CN" altLang="en-US" sz="2000" dirty="0"/>
              <a:t> </a:t>
            </a:r>
            <a:r>
              <a:rPr lang="en-US" altLang="zh-CN" sz="2000" dirty="0"/>
              <a:t>out</a:t>
            </a:r>
            <a:r>
              <a:rPr lang="zh-CN" altLang="en-US" sz="2000" dirty="0"/>
              <a:t> </a:t>
            </a:r>
            <a:r>
              <a:rPr lang="en-US" altLang="zh-CN" sz="2000" dirty="0"/>
              <a:t>that</a:t>
            </a:r>
            <a:r>
              <a:rPr lang="zh-CN" altLang="en-US" sz="2000" dirty="0"/>
              <a:t> </a:t>
            </a:r>
            <a:r>
              <a:rPr lang="en-GB" sz="2000" dirty="0" err="1"/>
              <a:t>Xylogora</a:t>
            </a:r>
            <a:r>
              <a:rPr lang="zh-CN" altLang="en-US" sz="2000" dirty="0"/>
              <a:t> </a:t>
            </a:r>
            <a:r>
              <a:rPr lang="en-US" altLang="zh-CN" sz="2000" dirty="0"/>
              <a:t>was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secret</a:t>
            </a:r>
            <a:r>
              <a:rPr lang="zh-CN" altLang="en-US" sz="2000" dirty="0"/>
              <a:t> </a:t>
            </a:r>
            <a:r>
              <a:rPr lang="en-US" altLang="zh-CN" sz="2000" dirty="0"/>
              <a:t>base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MI7.</a:t>
            </a:r>
            <a:r>
              <a:rPr lang="zh-CN" altLang="en-US" sz="2000" dirty="0"/>
              <a:t>  </a:t>
            </a:r>
            <a:r>
              <a:rPr lang="en-US" altLang="zh-CN" sz="2000" dirty="0"/>
              <a:t>They</a:t>
            </a:r>
            <a:r>
              <a:rPr lang="zh-CN" altLang="en-US" sz="2000" dirty="0"/>
              <a:t> </a:t>
            </a:r>
            <a:r>
              <a:rPr lang="en-US" altLang="zh-CN" sz="2000" dirty="0"/>
              <a:t>used</a:t>
            </a:r>
            <a:r>
              <a:rPr lang="zh-CN" altLang="en-US" sz="2000" dirty="0"/>
              <a:t> </a:t>
            </a:r>
            <a:r>
              <a:rPr lang="en-US" altLang="zh-CN" sz="2000" dirty="0"/>
              <a:t>you</a:t>
            </a:r>
            <a:r>
              <a:rPr lang="zh-CN" altLang="en-US" sz="2000" dirty="0"/>
              <a:t> </a:t>
            </a:r>
            <a:r>
              <a:rPr lang="en-US" altLang="zh-CN" sz="2000" dirty="0"/>
              <a:t>go</a:t>
            </a:r>
            <a:r>
              <a:rPr lang="zh-CN" altLang="en-US" sz="2000" dirty="0"/>
              <a:t> </a:t>
            </a:r>
            <a:r>
              <a:rPr lang="en-US" altLang="zh-CN" sz="2000" dirty="0"/>
              <a:t>discover</a:t>
            </a:r>
            <a:r>
              <a:rPr lang="zh-CN" altLang="en-US" sz="2000" dirty="0"/>
              <a:t> </a:t>
            </a:r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species,</a:t>
            </a:r>
            <a:r>
              <a:rPr lang="zh-CN" altLang="en-US" sz="2000" dirty="0"/>
              <a:t> </a:t>
            </a:r>
            <a:r>
              <a:rPr lang="en-US" altLang="zh-CN" sz="2000" dirty="0"/>
              <a:t>then</a:t>
            </a:r>
            <a:r>
              <a:rPr lang="zh-CN" altLang="en-US" sz="2000" dirty="0"/>
              <a:t> </a:t>
            </a:r>
            <a:r>
              <a:rPr lang="en-US" altLang="zh-CN" sz="2000" dirty="0"/>
              <a:t>they</a:t>
            </a:r>
            <a:r>
              <a:rPr lang="zh-CN" altLang="en-US" sz="2000" dirty="0"/>
              <a:t> </a:t>
            </a:r>
            <a:r>
              <a:rPr lang="en-US" altLang="zh-CN" sz="2000" dirty="0"/>
              <a:t>want</a:t>
            </a:r>
            <a:r>
              <a:rPr lang="zh-CN" altLang="en-US" sz="2000" dirty="0"/>
              <a:t> </a:t>
            </a:r>
            <a:r>
              <a:rPr lang="en-US" altLang="zh-CN" sz="2000" dirty="0"/>
              <a:t>you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t</a:t>
            </a:r>
            <a:r>
              <a:rPr lang="en-AU" sz="2000" dirty="0"/>
              <a:t>urn a list of animal names into secret agency codenames — first three letters in caps, a dash, then how long the name is: "Dolphin" → "DOL-7".</a:t>
            </a:r>
          </a:p>
          <a:p>
            <a:r>
              <a:rPr lang="en-AU" sz="2000" dirty="0"/>
              <a:t>Write a helper that codes </a:t>
            </a:r>
            <a:r>
              <a:rPr lang="en-AU" sz="2000" i="1" dirty="0"/>
              <a:t>one</a:t>
            </a:r>
            <a:r>
              <a:rPr lang="en-AU" sz="2000" dirty="0"/>
              <a:t> name, then use </a:t>
            </a:r>
            <a:r>
              <a:rPr lang="en-AU" sz="1600" dirty="0">
                <a:latin typeface="JetBrains Mono" panose="020B0509020102050004" pitchFamily="49" charset="77"/>
              </a:rPr>
              <a:t>map()</a:t>
            </a:r>
            <a:r>
              <a:rPr lang="en-AU" sz="2000" dirty="0"/>
              <a:t> to apply it to the whole list. </a:t>
            </a:r>
            <a:r>
              <a:rPr lang="en-AU" sz="2000" b="1" dirty="0"/>
              <a:t>No </a:t>
            </a:r>
            <a:r>
              <a:rPr lang="en-AU" sz="1600" dirty="0">
                <a:latin typeface="JetBrains Mono" panose="020B0509020102050004" pitchFamily="49" charset="77"/>
              </a:rPr>
              <a:t>for</a:t>
            </a:r>
            <a:r>
              <a:rPr lang="en-AU" sz="2000" b="1" dirty="0"/>
              <a:t> loop over the list, no list comprehension</a:t>
            </a:r>
            <a:r>
              <a:rPr lang="en-AU" sz="2000" dirty="0"/>
              <a:t> — </a:t>
            </a:r>
            <a:r>
              <a:rPr lang="en-AU" sz="1600" dirty="0">
                <a:latin typeface="JetBrains Mono" panose="020B0509020102050004" pitchFamily="49" charset="77"/>
              </a:rPr>
              <a:t>map() </a:t>
            </a:r>
            <a:r>
              <a:rPr lang="en-AU" sz="2000" dirty="0"/>
              <a:t>does the looping.</a:t>
            </a:r>
          </a:p>
        </p:txBody>
      </p:sp>
    </p:spTree>
    <p:extLst>
      <p:ext uri="{BB962C8B-B14F-4D97-AF65-F5344CB8AC3E}">
        <p14:creationId xmlns:p14="http://schemas.microsoft.com/office/powerpoint/2010/main" val="379710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398C-62DF-130C-476E-2353D63C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6873CA3-48BD-97E9-5687-B5CFEC1E7B41}"/>
              </a:ext>
            </a:extLst>
          </p:cNvPr>
          <p:cNvSpPr txBox="1">
            <a:spLocks/>
          </p:cNvSpPr>
          <p:nvPr/>
        </p:nvSpPr>
        <p:spPr>
          <a:xfrm>
            <a:off x="360000" y="1620000"/>
            <a:ext cx="6243067" cy="2619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450"/>
              </a:spcBef>
              <a:buFont typeface="Arial" panose="020B0604020202020204" pitchFamily="34" charset="0"/>
              <a:buChar char="•"/>
            </a:pP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B86C8B-452F-D6C7-0CB6-F52A308761B3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dirty="0"/>
              <a:t>Week 1</a:t>
            </a:r>
            <a:r>
              <a:rPr lang="en-US" altLang="zh-CN" dirty="0"/>
              <a:t>3</a:t>
            </a:r>
            <a:r>
              <a:rPr lang="en-AU" dirty="0"/>
              <a:t> Problem </a:t>
            </a:r>
            <a:r>
              <a:rPr lang="en-US" altLang="zh-CN" dirty="0"/>
              <a:t>1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EAFBD98-C05B-DFEE-750F-20373669776C}"/>
              </a:ext>
            </a:extLst>
          </p:cNvPr>
          <p:cNvSpPr txBox="1">
            <a:spLocks/>
          </p:cNvSpPr>
          <p:nvPr/>
        </p:nvSpPr>
        <p:spPr>
          <a:xfrm>
            <a:off x="359998" y="1260000"/>
            <a:ext cx="7920000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  <a:latin typeface="Avenir Next LT Pro Light"/>
              </a:rPr>
              <a:t>Square</a:t>
            </a:r>
            <a:r>
              <a:rPr lang="zh-CN" altLang="en-US" sz="2800" b="1" dirty="0">
                <a:solidFill>
                  <a:srgbClr val="002060"/>
                </a:solidFill>
                <a:latin typeface="Avenir Next LT Pro Light"/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  <a:latin typeface="Avenir Next LT Pro Light"/>
              </a:rPr>
              <a:t>Canvas</a:t>
            </a: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You </a:t>
            </a:r>
            <a:r>
              <a:rPr lang="en-US" altLang="zh-CN" sz="2000" dirty="0"/>
              <a:t>kids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/>
              <a:t>naughty</a:t>
            </a:r>
            <a:r>
              <a:rPr lang="en-AU" sz="2000" dirty="0"/>
              <a:t> again, </a:t>
            </a:r>
            <a:r>
              <a:rPr lang="en-US" altLang="zh-CN" sz="2000" dirty="0"/>
              <a:t>by</a:t>
            </a:r>
            <a:r>
              <a:rPr lang="en-AU" sz="2000" dirty="0"/>
              <a:t> splatter</a:t>
            </a:r>
            <a:r>
              <a:rPr lang="en-US" altLang="zh-CN" sz="2000" dirty="0" err="1"/>
              <a:t>ing</a:t>
            </a:r>
            <a:r>
              <a:rPr lang="en-AU" sz="2000" dirty="0"/>
              <a:t> paint all over the floor.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T</a:t>
            </a:r>
            <a:r>
              <a:rPr lang="en-AU" sz="2000" dirty="0"/>
              <a:t>he class has made </a:t>
            </a:r>
            <a:r>
              <a:rPr lang="en-AU" sz="2000" b="1" i="1" dirty="0"/>
              <a:t>N</a:t>
            </a:r>
            <a:r>
              <a:rPr lang="en-AU" sz="2000" dirty="0"/>
              <a:t> paint splatters on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floor</a:t>
            </a:r>
            <a:r>
              <a:rPr lang="en-AU" sz="2000" dirty="0"/>
              <a:t>. The </a:t>
            </a:r>
            <a:r>
              <a:rPr lang="en-AU" sz="2000" i="1" dirty="0" err="1"/>
              <a:t>i-th</a:t>
            </a:r>
            <a:r>
              <a:rPr lang="en-AU" sz="2000" dirty="0"/>
              <a:t> splatter is located </a:t>
            </a:r>
            <a:r>
              <a:rPr lang="en-AU" sz="2000" i="1" dirty="0"/>
              <a:t>xᵢ</a:t>
            </a:r>
            <a:r>
              <a:rPr lang="zh-CN" altLang="en-US" sz="2000" i="1" dirty="0"/>
              <a:t> </a:t>
            </a:r>
            <a:r>
              <a:rPr lang="en-AU" sz="2000" dirty="0"/>
              <a:t>c</a:t>
            </a:r>
            <a:r>
              <a:rPr lang="en-US" altLang="zh-CN" sz="2000" dirty="0" err="1"/>
              <a:t>ms</a:t>
            </a:r>
            <a:r>
              <a:rPr lang="en-AU" sz="2000" dirty="0"/>
              <a:t> from the left edge of the floor, and </a:t>
            </a:r>
            <a:r>
              <a:rPr lang="en-AU" sz="2000" i="1" dirty="0"/>
              <a:t>yᵢ</a:t>
            </a:r>
            <a:r>
              <a:rPr lang="en-AU" sz="2000" dirty="0"/>
              <a:t> c</a:t>
            </a:r>
            <a:r>
              <a:rPr lang="en-US" altLang="zh-CN" sz="2000" dirty="0" err="1"/>
              <a:t>ms</a:t>
            </a:r>
            <a:r>
              <a:rPr lang="en-AU" sz="2000" dirty="0"/>
              <a:t> from the bottom edge.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Before the teacher gets back, you want to hide the evidence under a single canvas drop-sheet. </a:t>
            </a:r>
            <a:r>
              <a:rPr lang="en-US" altLang="zh-CN" sz="2000" dirty="0"/>
              <a:t>Y</a:t>
            </a:r>
            <a:r>
              <a:rPr lang="en-AU" sz="2000" dirty="0"/>
              <a:t>our canvas should be:</a:t>
            </a:r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sz="1800" b="1" dirty="0"/>
              <a:t>square</a:t>
            </a:r>
            <a:r>
              <a:rPr lang="en-AU" sz="1800" dirty="0"/>
              <a:t> in shape,</a:t>
            </a:r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sz="1800" dirty="0"/>
              <a:t>laid so its sides are parallel to the edges of the floor,</a:t>
            </a:r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sz="1800" dirty="0"/>
              <a:t>large enough to cover </a:t>
            </a:r>
            <a:r>
              <a:rPr lang="en-AU" sz="1800" b="1" dirty="0"/>
              <a:t>all</a:t>
            </a:r>
            <a:r>
              <a:rPr lang="en-AU" sz="1800" dirty="0"/>
              <a:t> of the splatters.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A splatter on the very edge of the canvas still counts as covered. You've decided to write a program that tells you the area of the smallest square canvas that will cover every splatter.</a:t>
            </a:r>
          </a:p>
        </p:txBody>
      </p:sp>
    </p:spTree>
    <p:extLst>
      <p:ext uri="{BB962C8B-B14F-4D97-AF65-F5344CB8AC3E}">
        <p14:creationId xmlns:p14="http://schemas.microsoft.com/office/powerpoint/2010/main" val="19377515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D7385-B5C6-2C2E-8A97-62190261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45E1973-A20A-DD19-655C-EDA606770903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Week 13 problem 2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F95D11B-3A34-33C5-89C2-CC0543DD3280}"/>
              </a:ext>
            </a:extLst>
          </p:cNvPr>
          <p:cNvSpPr txBox="1">
            <a:spLocks/>
          </p:cNvSpPr>
          <p:nvPr/>
        </p:nvSpPr>
        <p:spPr>
          <a:xfrm>
            <a:off x="359998" y="1260000"/>
            <a:ext cx="7920000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AU" sz="2800" b="1" i="0" dirty="0">
                <a:solidFill>
                  <a:srgbClr val="002060"/>
                </a:solidFill>
                <a:effectLst/>
              </a:rPr>
              <a:t>The Messy Expedition Folder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Back from </a:t>
            </a:r>
            <a:r>
              <a:rPr lang="en-AU" sz="2000" dirty="0" err="1"/>
              <a:t>Xylogora</a:t>
            </a:r>
            <a:r>
              <a:rPr lang="en-AU" sz="2000" dirty="0"/>
              <a:t>, you dumped every file into one folder, all mixed together. Time to tidy up automatically.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Your task.</a:t>
            </a:r>
            <a:r>
              <a:rPr lang="en-AU" sz="2000" dirty="0"/>
              <a:t> Write a function: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AU" sz="12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I</a:t>
            </a:r>
            <a:r>
              <a:rPr lang="en-AU" sz="2000" dirty="0"/>
              <a:t>t looks at every </a:t>
            </a:r>
            <a:r>
              <a:rPr lang="en-AU" sz="2000" b="1" dirty="0"/>
              <a:t>file</a:t>
            </a:r>
            <a:r>
              <a:rPr lang="en-AU" sz="2000" dirty="0"/>
              <a:t> directly inside </a:t>
            </a:r>
            <a:r>
              <a:rPr lang="en-AU" sz="1600" dirty="0">
                <a:latin typeface="JetBrains Mono" panose="020B0509020102050004" pitchFamily="49" charset="77"/>
              </a:rPr>
              <a:t>folder</a:t>
            </a:r>
            <a:r>
              <a:rPr lang="en-AU" sz="2000" dirty="0"/>
              <a:t> and moves it into a subfolder named after its extension. So </a:t>
            </a:r>
            <a:r>
              <a:rPr lang="en-AU" sz="1600" dirty="0" err="1">
                <a:latin typeface="JetBrains Mono" panose="020B0509020102050004" pitchFamily="49" charset="77"/>
              </a:rPr>
              <a:t>kingfisher.jpg</a:t>
            </a:r>
            <a:r>
              <a:rPr lang="en-AU" sz="2000" dirty="0"/>
              <a:t> goes into a </a:t>
            </a:r>
            <a:r>
              <a:rPr lang="en-AU" sz="1600" dirty="0">
                <a:latin typeface="JetBrains Mono" panose="020B0509020102050004" pitchFamily="49" charset="77"/>
              </a:rPr>
              <a:t>jpg/</a:t>
            </a:r>
            <a:r>
              <a:rPr lang="en-AU" sz="2000" dirty="0"/>
              <a:t> subfolder, </a:t>
            </a:r>
            <a:r>
              <a:rPr lang="en-AU" sz="1600" dirty="0" err="1">
                <a:latin typeface="JetBrains Mono" panose="020B0509020102050004" pitchFamily="49" charset="77"/>
              </a:rPr>
              <a:t>field_notes.txt</a:t>
            </a:r>
            <a:r>
              <a:rPr lang="en-AU" sz="1600" dirty="0">
                <a:latin typeface="JetBrains Mono" panose="020B0509020102050004" pitchFamily="49" charset="77"/>
              </a:rPr>
              <a:t> </a:t>
            </a:r>
            <a:r>
              <a:rPr lang="en-AU" sz="2000" dirty="0"/>
              <a:t>into </a:t>
            </a:r>
            <a:r>
              <a:rPr lang="en-AU" sz="1600" dirty="0">
                <a:latin typeface="JetBrains Mono" panose="020B0509020102050004" pitchFamily="49" charset="77"/>
              </a:rPr>
              <a:t>txt/</a:t>
            </a:r>
            <a:r>
              <a:rPr lang="en-AU" sz="2000" dirty="0"/>
              <a:t>, </a:t>
            </a:r>
            <a:r>
              <a:rPr lang="en-AU" sz="1600" dirty="0" err="1">
                <a:latin typeface="JetBrains Mono" panose="020B0509020102050004" pitchFamily="49" charset="77"/>
              </a:rPr>
              <a:t>measurements.csv</a:t>
            </a:r>
            <a:r>
              <a:rPr lang="en-AU" sz="2000" dirty="0"/>
              <a:t> into </a:t>
            </a:r>
            <a:r>
              <a:rPr lang="en-AU" sz="1600" dirty="0">
                <a:latin typeface="JetBrains Mono" panose="020B0509020102050004" pitchFamily="49" charset="77"/>
              </a:rPr>
              <a:t>csv/</a:t>
            </a:r>
            <a:r>
              <a:rPr lang="en-AU" sz="2000" dirty="0"/>
              <a:t>. Create each subfolder only if it doesn't already exist.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000" b="1" dirty="0"/>
              <a:t>Example</a:t>
            </a:r>
            <a:r>
              <a:rPr lang="en-US" altLang="zh-CN" sz="2000" b="1" dirty="0"/>
              <a:t>:</a:t>
            </a:r>
            <a:r>
              <a:rPr lang="en-AU" sz="2000" dirty="0"/>
              <a:t> A folder containing </a:t>
            </a:r>
            <a:r>
              <a:rPr lang="en-AU" sz="1600" dirty="0" err="1">
                <a:latin typeface="JetBrains Mono" panose="020B0509020102050004" pitchFamily="49" charset="77"/>
              </a:rPr>
              <a:t>kingfisher.JPG</a:t>
            </a:r>
            <a:r>
              <a:rPr lang="en-AU" sz="2000" dirty="0"/>
              <a:t>, </a:t>
            </a:r>
            <a:r>
              <a:rPr lang="en-AU" sz="1600" dirty="0" err="1">
                <a:latin typeface="JetBrains Mono" panose="020B0509020102050004" pitchFamily="49" charset="77"/>
              </a:rPr>
              <a:t>wolphin.jpg</a:t>
            </a:r>
            <a:r>
              <a:rPr lang="en-AU" sz="2000" dirty="0"/>
              <a:t>, </a:t>
            </a:r>
            <a:r>
              <a:rPr lang="en-AU" sz="1600" dirty="0" err="1">
                <a:latin typeface="JetBrains Mono" panose="020B0509020102050004" pitchFamily="49" charset="77"/>
              </a:rPr>
              <a:t>field_notes.txt</a:t>
            </a:r>
            <a:r>
              <a:rPr lang="en-AU" sz="2000" dirty="0"/>
              <a:t>, </a:t>
            </a:r>
            <a:r>
              <a:rPr lang="en-AU" sz="1600" dirty="0" err="1">
                <a:latin typeface="JetBrains Mono" panose="020B0509020102050004" pitchFamily="49" charset="77"/>
              </a:rPr>
              <a:t>measurements.csv</a:t>
            </a:r>
            <a:r>
              <a:rPr lang="en-AU" sz="2000" dirty="0"/>
              <a:t>, </a:t>
            </a:r>
            <a:r>
              <a:rPr lang="en-AU" sz="1600" dirty="0">
                <a:latin typeface="JetBrains Mono" panose="020B0509020102050004" pitchFamily="49" charset="77"/>
              </a:rPr>
              <a:t>README</a:t>
            </a:r>
            <a:r>
              <a:rPr lang="en-AU" sz="2000" dirty="0"/>
              <a:t> becomes: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AU" sz="2000" dirty="0"/>
          </a:p>
          <a:p>
            <a:pPr marL="9525" lvl="2"/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6007E-BC3F-594A-7B1F-8A14D33FD6FE}"/>
              </a:ext>
            </a:extLst>
          </p:cNvPr>
          <p:cNvSpPr txBox="1"/>
          <p:nvPr/>
        </p:nvSpPr>
        <p:spPr>
          <a:xfrm>
            <a:off x="719998" y="2937758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sz="1100" dirty="0">
                <a:latin typeface="JetBrains Mono" panose="020B0509020102050004" pitchFamily="49" charset="77"/>
              </a:rPr>
              <a:t>def </a:t>
            </a:r>
            <a:r>
              <a:rPr lang="en-AU" sz="1100" dirty="0" err="1">
                <a:latin typeface="JetBrains Mono" panose="020B0509020102050004" pitchFamily="49" charset="77"/>
              </a:rPr>
              <a:t>organi</a:t>
            </a:r>
            <a:r>
              <a:rPr lang="en-US" altLang="zh-CN" sz="1100" dirty="0">
                <a:latin typeface="JetBrains Mono" panose="020B0509020102050004" pitchFamily="49" charset="77"/>
              </a:rPr>
              <a:t>s</a:t>
            </a:r>
            <a:r>
              <a:rPr lang="en-AU" sz="1100" dirty="0" err="1">
                <a:latin typeface="JetBrains Mono" panose="020B0509020102050004" pitchFamily="49" charset="77"/>
              </a:rPr>
              <a:t>e_by_type</a:t>
            </a:r>
            <a:r>
              <a:rPr lang="en-AU" sz="1100" dirty="0">
                <a:latin typeface="JetBrains Mono" panose="020B0509020102050004" pitchFamily="49" charset="77"/>
              </a:rPr>
              <a:t>(folder): </a:t>
            </a:r>
          </a:p>
          <a:p>
            <a:pPr lvl="0">
              <a:spcBef>
                <a:spcPts val="450"/>
              </a:spcBef>
              <a:defRPr/>
            </a:pPr>
            <a:r>
              <a:rPr lang="zh-CN" altLang="en-US" sz="1100" dirty="0">
                <a:latin typeface="JetBrains Mono" panose="020B0509020102050004" pitchFamily="49" charset="77"/>
              </a:rPr>
              <a:t>    </a:t>
            </a:r>
            <a:r>
              <a:rPr lang="en-US" altLang="zh-CN" sz="1100" dirty="0">
                <a:latin typeface="JetBrains Mono" panose="020B0509020102050004" pitchFamily="49" charset="77"/>
              </a:rPr>
              <a:t>…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9C521-DA2F-EBD6-4B8E-6D3B9B5F24AF}"/>
              </a:ext>
            </a:extLst>
          </p:cNvPr>
          <p:cNvSpPr txBox="1"/>
          <p:nvPr/>
        </p:nvSpPr>
        <p:spPr>
          <a:xfrm>
            <a:off x="719998" y="5474454"/>
            <a:ext cx="7200000" cy="9618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sz="1100" dirty="0">
                <a:latin typeface="JetBrains Mono" panose="020B0509020102050004" pitchFamily="49" charset="77"/>
              </a:rPr>
              <a:t>jpg/</a:t>
            </a:r>
            <a:r>
              <a:rPr lang="en-AU" sz="1100" dirty="0" err="1">
                <a:latin typeface="JetBrains Mono" panose="020B0509020102050004" pitchFamily="49" charset="77"/>
              </a:rPr>
              <a:t>kingfisher.JPG</a:t>
            </a:r>
            <a:r>
              <a:rPr lang="en-AU" sz="1100" dirty="0">
                <a:latin typeface="JetBrains Mono" panose="020B0509020102050004" pitchFamily="49" charset="77"/>
              </a:rPr>
              <a:t>   jpg/</a:t>
            </a:r>
            <a:r>
              <a:rPr lang="en-AU" sz="1100" dirty="0" err="1">
                <a:latin typeface="JetBrains Mono" panose="020B0509020102050004" pitchFamily="49" charset="77"/>
              </a:rPr>
              <a:t>wolphin.jpg</a:t>
            </a:r>
            <a:endParaRPr lang="en-AU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sz="1100" dirty="0">
                <a:latin typeface="JetBrains Mono" panose="020B0509020102050004" pitchFamily="49" charset="77"/>
              </a:rPr>
              <a:t>txt/</a:t>
            </a:r>
            <a:r>
              <a:rPr lang="en-AU" sz="1100" dirty="0" err="1">
                <a:latin typeface="JetBrains Mono" panose="020B0509020102050004" pitchFamily="49" charset="77"/>
              </a:rPr>
              <a:t>field_notes.txt</a:t>
            </a:r>
            <a:endParaRPr lang="en-AU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sz="1100" dirty="0">
                <a:latin typeface="JetBrains Mono" panose="020B0509020102050004" pitchFamily="49" charset="77"/>
              </a:rPr>
              <a:t>csv/</a:t>
            </a:r>
            <a:r>
              <a:rPr lang="en-AU" sz="1100" dirty="0" err="1">
                <a:latin typeface="JetBrains Mono" panose="020B0509020102050004" pitchFamily="49" charset="77"/>
              </a:rPr>
              <a:t>measurements.csv</a:t>
            </a:r>
            <a:endParaRPr lang="en-AU" sz="1100" dirty="0">
              <a:latin typeface="JetBrains Mono" panose="020B0509020102050004" pitchFamily="49" charset="77"/>
            </a:endParaRPr>
          </a:p>
          <a:p>
            <a:pPr lvl="0">
              <a:spcBef>
                <a:spcPts val="450"/>
              </a:spcBef>
              <a:defRPr/>
            </a:pPr>
            <a:r>
              <a:rPr lang="en-AU" sz="1100" dirty="0" err="1">
                <a:latin typeface="JetBrains Mono" panose="020B0509020102050004" pitchFamily="49" charset="77"/>
              </a:rPr>
              <a:t>no_extension</a:t>
            </a:r>
            <a:r>
              <a:rPr lang="en-AU" sz="1100" dirty="0">
                <a:latin typeface="JetBrains Mono" panose="020B0509020102050004" pitchFamily="49" charset="77"/>
              </a:rPr>
              <a:t>/README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06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3229-BD16-0B81-F0CE-B628AC17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C939CC-F267-ACD7-C09E-DEA9BB35651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altLang="zh-CN" dirty="0"/>
              <a:t>Week 13 problem 3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B71514E-4201-5254-D66E-5403B2E0C98B}"/>
              </a:ext>
            </a:extLst>
          </p:cNvPr>
          <p:cNvSpPr txBox="1">
            <a:spLocks/>
          </p:cNvSpPr>
          <p:nvPr/>
        </p:nvSpPr>
        <p:spPr>
          <a:xfrm>
            <a:off x="359997" y="1260000"/>
            <a:ext cx="7440111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zh-CN" sz="2800" b="1" i="0" dirty="0">
                <a:solidFill>
                  <a:srgbClr val="002060"/>
                </a:solidFill>
                <a:effectLst/>
              </a:rPr>
              <a:t>The Field Guide Census</a:t>
            </a:r>
            <a:r>
              <a:rPr lang="en-AU" sz="2800" b="1" i="0" dirty="0">
                <a:solidFill>
                  <a:srgbClr val="002060"/>
                </a:solidFill>
                <a:effectLst/>
              </a:rPr>
              <a:t>:</a:t>
            </a:r>
            <a:endParaRPr lang="en-US" altLang="zh-CN" sz="2800" b="1" i="0" dirty="0">
              <a:solidFill>
                <a:srgbClr val="002060"/>
              </a:solidFill>
              <a:effectLst/>
            </a:endParaRPr>
          </a:p>
          <a:p>
            <a:r>
              <a:rPr lang="en-AU" sz="2000" dirty="0"/>
              <a:t>MI7 wants an inventory of your entire research archive — every folder, every subfolder, right to the bottom. You need a report, not just a listing.</a:t>
            </a:r>
          </a:p>
          <a:p>
            <a:r>
              <a:rPr lang="en-AU" sz="2000" b="1" dirty="0"/>
              <a:t>Your task</a:t>
            </a:r>
            <a:r>
              <a:rPr lang="en-US" altLang="zh-CN" sz="2000" b="1" dirty="0"/>
              <a:t>:</a:t>
            </a:r>
            <a:r>
              <a:rPr lang="en-AU" sz="2000" dirty="0"/>
              <a:t> Write a function:</a:t>
            </a:r>
          </a:p>
          <a:p>
            <a:endParaRPr lang="en-AU" sz="1200" dirty="0"/>
          </a:p>
          <a:p>
            <a:r>
              <a:rPr lang="en-AU" sz="2000" dirty="0"/>
              <a:t>It walks the whole directory tree under root and prints a summary: how many files there are in total, their combined size in bytes, and the path of the single biggest file.</a:t>
            </a:r>
          </a:p>
          <a:p>
            <a:r>
              <a:rPr lang="en-AU" sz="2000" b="1" dirty="0"/>
              <a:t>Example output</a:t>
            </a:r>
            <a:r>
              <a:rPr lang="en-US" altLang="zh-CN" sz="2000" b="1" dirty="0"/>
              <a:t>:</a:t>
            </a: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DC5A5-DD3D-4B4F-9686-58CBC5C41B20}"/>
              </a:ext>
            </a:extLst>
          </p:cNvPr>
          <p:cNvSpPr txBox="1"/>
          <p:nvPr/>
        </p:nvSpPr>
        <p:spPr>
          <a:xfrm>
            <a:off x="719998" y="3287381"/>
            <a:ext cx="7200000" cy="4950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sz="1100" dirty="0">
                <a:latin typeface="JetBrains Mono" panose="020B0509020102050004" pitchFamily="49" charset="77"/>
              </a:rPr>
              <a:t>def census(root):</a:t>
            </a:r>
          </a:p>
          <a:p>
            <a:pPr lvl="0">
              <a:spcBef>
                <a:spcPts val="450"/>
              </a:spcBef>
              <a:defRPr/>
            </a:pPr>
            <a:r>
              <a:rPr lang="en-AU" sz="1100" dirty="0">
                <a:latin typeface="JetBrains Mono" panose="020B0509020102050004" pitchFamily="49" charset="77"/>
              </a:rPr>
              <a:t>    </a:t>
            </a:r>
            <a:r>
              <a:rPr lang="en-US" altLang="zh-CN" sz="1100" dirty="0">
                <a:latin typeface="JetBrains Mono" panose="020B0509020102050004" pitchFamily="49" charset="77"/>
              </a:rPr>
              <a:t>…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7B23F-44CF-31DC-2AE2-8DAB43C2DF16}"/>
              </a:ext>
            </a:extLst>
          </p:cNvPr>
          <p:cNvSpPr txBox="1"/>
          <p:nvPr/>
        </p:nvSpPr>
        <p:spPr>
          <a:xfrm>
            <a:off x="719998" y="5241529"/>
            <a:ext cx="7200000" cy="7284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lvl="0">
              <a:spcBef>
                <a:spcPts val="450"/>
              </a:spcBef>
              <a:defRPr/>
            </a:pPr>
            <a:r>
              <a:rPr lang="en-AU" sz="1100" dirty="0">
                <a:latin typeface="JetBrains Mono" panose="020B0509020102050004" pitchFamily="49" charset="77"/>
              </a:rPr>
              <a:t>Files found : 5</a:t>
            </a:r>
          </a:p>
          <a:p>
            <a:pPr lvl="0">
              <a:spcBef>
                <a:spcPts val="450"/>
              </a:spcBef>
              <a:defRPr/>
            </a:pPr>
            <a:r>
              <a:rPr lang="en-AU" sz="1100" dirty="0">
                <a:latin typeface="JetBrains Mono" panose="020B0509020102050004" pitchFamily="49" charset="77"/>
              </a:rPr>
              <a:t>Total size  : 18 bytes</a:t>
            </a:r>
          </a:p>
          <a:p>
            <a:pPr lvl="0">
              <a:spcBef>
                <a:spcPts val="450"/>
              </a:spcBef>
              <a:defRPr/>
            </a:pPr>
            <a:r>
              <a:rPr lang="en-AU" sz="1100" dirty="0">
                <a:latin typeface="JetBrains Mono" panose="020B0509020102050004" pitchFamily="49" charset="77"/>
              </a:rPr>
              <a:t>Biggest file: tree/photos/</a:t>
            </a:r>
            <a:r>
              <a:rPr lang="en-AU" sz="1100" dirty="0" err="1">
                <a:latin typeface="JetBrains Mono" panose="020B0509020102050004" pitchFamily="49" charset="77"/>
              </a:rPr>
              <a:t>big.jpg</a:t>
            </a:r>
            <a:r>
              <a:rPr lang="en-AU" sz="1100" dirty="0">
                <a:latin typeface="JetBrains Mono" panose="020B0509020102050004" pitchFamily="49" charset="77"/>
              </a:rPr>
              <a:t> (10 bytes)</a:t>
            </a:r>
            <a:endParaRPr lang="en-AU" altLang="zh-CN" sz="1100" dirty="0">
              <a:latin typeface="JetBrains Mono" panose="020B05090201020500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5156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69193C-B7E4-A5A9-1E7D-854FD7F3B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8BF0E4-2D72-AB51-5A9C-8524A2FFF8A6}"/>
              </a:ext>
            </a:extLst>
          </p:cNvPr>
          <p:cNvSpPr txBox="1">
            <a:spLocks/>
          </p:cNvSpPr>
          <p:nvPr/>
        </p:nvSpPr>
        <p:spPr>
          <a:xfrm>
            <a:off x="360000" y="1620000"/>
            <a:ext cx="6243067" cy="2619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450"/>
              </a:spcBef>
              <a:buFont typeface="Arial" panose="020B0604020202020204" pitchFamily="34" charset="0"/>
              <a:buChar char="•"/>
            </a:pP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EA803CD-01C4-7E7E-8785-EB4536ABCD58}"/>
              </a:ext>
            </a:extLst>
          </p:cNvPr>
          <p:cNvSpPr txBox="1">
            <a:spLocks/>
          </p:cNvSpPr>
          <p:nvPr/>
        </p:nvSpPr>
        <p:spPr>
          <a:xfrm>
            <a:off x="360000" y="360000"/>
            <a:ext cx="7920000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AU" dirty="0"/>
              <a:t>Week 1</a:t>
            </a:r>
            <a:r>
              <a:rPr lang="en-US" altLang="zh-CN" dirty="0"/>
              <a:t>3</a:t>
            </a:r>
            <a:r>
              <a:rPr lang="en-AU" dirty="0"/>
              <a:t> Problem </a:t>
            </a:r>
            <a:r>
              <a:rPr lang="en-US" altLang="zh-CN" dirty="0"/>
              <a:t>1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7BFC2AE-BDE8-2025-1A5C-6F727757CCB6}"/>
              </a:ext>
            </a:extLst>
          </p:cNvPr>
          <p:cNvSpPr txBox="1">
            <a:spLocks/>
          </p:cNvSpPr>
          <p:nvPr/>
        </p:nvSpPr>
        <p:spPr>
          <a:xfrm>
            <a:off x="359998" y="1260000"/>
            <a:ext cx="7920000" cy="523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450"/>
              </a:spcAft>
              <a:buFont typeface="+mj-lt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The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  <a:latin typeface="Avenir Next LT Pro Light"/>
              </a:rPr>
              <a:t>Square</a:t>
            </a:r>
            <a:r>
              <a:rPr lang="zh-CN" altLang="en-US" sz="2800" b="1" dirty="0">
                <a:solidFill>
                  <a:srgbClr val="002060"/>
                </a:solidFill>
                <a:latin typeface="Avenir Next LT Pro Light"/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  <a:latin typeface="Avenir Next LT Pro Light"/>
              </a:rPr>
              <a:t>Canvas</a:t>
            </a: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You </a:t>
            </a:r>
            <a:r>
              <a:rPr lang="en-US" altLang="zh-CN" sz="2000" dirty="0"/>
              <a:t>kids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/>
              <a:t>naughty</a:t>
            </a:r>
            <a:r>
              <a:rPr lang="en-AU" sz="2000" dirty="0"/>
              <a:t> again, </a:t>
            </a:r>
            <a:r>
              <a:rPr lang="en-US" altLang="zh-CN" sz="2000" dirty="0"/>
              <a:t>by</a:t>
            </a:r>
            <a:r>
              <a:rPr lang="en-AU" sz="2000" dirty="0"/>
              <a:t> splatter</a:t>
            </a:r>
            <a:r>
              <a:rPr lang="en-US" altLang="zh-CN" sz="2000" dirty="0" err="1"/>
              <a:t>ing</a:t>
            </a:r>
            <a:r>
              <a:rPr lang="en-AU" sz="2000" dirty="0"/>
              <a:t> paint all over the floor.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T</a:t>
            </a:r>
            <a:r>
              <a:rPr lang="en-AU" sz="2000" dirty="0"/>
              <a:t>he class has made </a:t>
            </a:r>
            <a:r>
              <a:rPr lang="en-AU" sz="2000" b="1" i="1" dirty="0"/>
              <a:t>N</a:t>
            </a:r>
            <a:r>
              <a:rPr lang="en-AU" sz="2000" dirty="0"/>
              <a:t> paint splatters on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floor</a:t>
            </a:r>
            <a:r>
              <a:rPr lang="en-AU" sz="2000" dirty="0"/>
              <a:t>. The </a:t>
            </a:r>
            <a:r>
              <a:rPr lang="en-AU" sz="2000" i="1" dirty="0" err="1"/>
              <a:t>i-th</a:t>
            </a:r>
            <a:r>
              <a:rPr lang="en-AU" sz="2000" dirty="0"/>
              <a:t> splatter is located </a:t>
            </a:r>
            <a:r>
              <a:rPr lang="en-AU" sz="2000" i="1" dirty="0"/>
              <a:t>xᵢ</a:t>
            </a:r>
            <a:r>
              <a:rPr lang="zh-CN" altLang="en-US" sz="2000" i="1" dirty="0"/>
              <a:t> </a:t>
            </a:r>
            <a:r>
              <a:rPr lang="en-AU" sz="2000" dirty="0"/>
              <a:t>c</a:t>
            </a:r>
            <a:r>
              <a:rPr lang="en-US" altLang="zh-CN" sz="2000" dirty="0" err="1"/>
              <a:t>ms</a:t>
            </a:r>
            <a:r>
              <a:rPr lang="en-AU" sz="2000" dirty="0"/>
              <a:t> from the left edge of the floor, and </a:t>
            </a:r>
            <a:r>
              <a:rPr lang="en-AU" sz="2000" i="1" dirty="0"/>
              <a:t>yᵢ</a:t>
            </a:r>
            <a:r>
              <a:rPr lang="en-AU" sz="2000" dirty="0"/>
              <a:t> c</a:t>
            </a:r>
            <a:r>
              <a:rPr lang="en-US" altLang="zh-CN" sz="2000" dirty="0" err="1"/>
              <a:t>ms</a:t>
            </a:r>
            <a:r>
              <a:rPr lang="en-AU" sz="2000" dirty="0"/>
              <a:t> from the bottom edge.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Before the teacher gets back, you want to hide the evidence under a single canvas drop-sheet. </a:t>
            </a:r>
            <a:r>
              <a:rPr lang="en-US" altLang="zh-CN" sz="2000" dirty="0"/>
              <a:t>Y</a:t>
            </a:r>
            <a:r>
              <a:rPr lang="en-AU" sz="2000" dirty="0"/>
              <a:t>our canvas should be:</a:t>
            </a:r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sz="1800" b="1" dirty="0"/>
              <a:t>square</a:t>
            </a:r>
            <a:r>
              <a:rPr lang="en-AU" sz="1800" dirty="0"/>
              <a:t> in shape,</a:t>
            </a:r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sz="1800" dirty="0"/>
              <a:t>laid so its sides are parallel to the edges of the floor,</a:t>
            </a:r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sz="1800" dirty="0"/>
              <a:t>large enough to cover </a:t>
            </a:r>
            <a:r>
              <a:rPr lang="en-AU" sz="1800" b="1" dirty="0"/>
              <a:t>all</a:t>
            </a:r>
            <a:r>
              <a:rPr lang="en-AU" sz="1800" dirty="0"/>
              <a:t> of the splatters.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2000" dirty="0"/>
              <a:t>A splatter on the very edge of the canvas still counts as covered. You've decided to write a program that tells you the area of the smallest square canvas that will cover every splatter.</a:t>
            </a:r>
          </a:p>
        </p:txBody>
      </p:sp>
    </p:spTree>
    <p:extLst>
      <p:ext uri="{BB962C8B-B14F-4D97-AF65-F5344CB8AC3E}">
        <p14:creationId xmlns:p14="http://schemas.microsoft.com/office/powerpoint/2010/main" val="23913909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14" y="1236012"/>
            <a:ext cx="4331742" cy="2463699"/>
          </a:xfrm>
        </p:spPr>
        <p:txBody>
          <a:bodyPr/>
          <a:lstStyle/>
          <a:p>
            <a:r>
              <a:rPr lang="en-US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3515" y="3861768"/>
            <a:ext cx="4345686" cy="176022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Microsoft PowerPoint Presentation.pptx" id="{B4288717-D280-4BC3-A8A3-F28918E413C0}" vid="{EBB7C11A-D9CB-4DDA-B998-509072499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89C3EA-D4A5-D34A-8988-1F98B1B5239D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89cb62cd-dd25-469f-8fb5-085767e8679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BA14A9-9290-4E1F-A1C4-0305BFA570E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Course presentation template</Template>
  <TotalTime>2057</TotalTime>
  <Words>6201</Words>
  <Application>Microsoft Macintosh PowerPoint</Application>
  <PresentationFormat>On-screen Show (4:3)</PresentationFormat>
  <Paragraphs>749</Paragraphs>
  <Slides>71</Slides>
  <Notes>24</Notes>
  <HiddenSlides>8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1" baseType="lpstr">
      <vt:lpstr>Inter</vt:lpstr>
      <vt:lpstr>LingWai SC Medium</vt:lpstr>
      <vt:lpstr>Arial</vt:lpstr>
      <vt:lpstr>Avenir Next LT Pro Light</vt:lpstr>
      <vt:lpstr>Calibri</vt:lpstr>
      <vt:lpstr>Cambria Math</vt:lpstr>
      <vt:lpstr>Consolas</vt:lpstr>
      <vt:lpstr>JetBrains Mono</vt:lpstr>
      <vt:lpstr>Posterama</vt:lpstr>
      <vt:lpstr>Custom</vt:lpstr>
      <vt:lpstr>Python Problem Solver </vt:lpstr>
      <vt:lpstr>Get to know each other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Sun</dc:creator>
  <cp:lastModifiedBy>Bryan Sun</cp:lastModifiedBy>
  <cp:revision>2</cp:revision>
  <dcterms:created xsi:type="dcterms:W3CDTF">2025-10-07T06:51:56Z</dcterms:created>
  <dcterms:modified xsi:type="dcterms:W3CDTF">2026-08-13T09:04:07Z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