
<file path=[Content_Types].xml><?xml version="1.0" encoding="utf-8"?>
<Types xmlns="http://schemas.openxmlformats.org/package/2006/content-types">
  <Default Extension="gif" ContentType="image/gif"/>
  <Default Extension="jpeg" ContentType="image/jpeg"/>
  <Default Extension="jpg" ContentType="image/jpeg"/>
  <Default Extension="mov" ContentType="video/quicktime"/>
  <Default Extension="org&amp;utm_campaign=parser&amp;utm_content=thumbnail"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97"/>
  </p:notesMasterIdLst>
  <p:handoutMasterIdLst>
    <p:handoutMasterId r:id="rId98"/>
  </p:handoutMasterIdLst>
  <p:sldIdLst>
    <p:sldId id="335" r:id="rId5"/>
    <p:sldId id="339" r:id="rId6"/>
    <p:sldId id="403" r:id="rId7"/>
    <p:sldId id="610" r:id="rId8"/>
    <p:sldId id="611" r:id="rId9"/>
    <p:sldId id="612" r:id="rId10"/>
    <p:sldId id="613" r:id="rId11"/>
    <p:sldId id="614" r:id="rId12"/>
    <p:sldId id="615" r:id="rId13"/>
    <p:sldId id="604" r:id="rId14"/>
    <p:sldId id="605" r:id="rId15"/>
    <p:sldId id="606" r:id="rId16"/>
    <p:sldId id="607" r:id="rId17"/>
    <p:sldId id="608" r:id="rId18"/>
    <p:sldId id="609" r:id="rId19"/>
    <p:sldId id="597" r:id="rId20"/>
    <p:sldId id="598" r:id="rId21"/>
    <p:sldId id="619" r:id="rId22"/>
    <p:sldId id="616" r:id="rId23"/>
    <p:sldId id="617" r:id="rId24"/>
    <p:sldId id="618" r:id="rId25"/>
    <p:sldId id="620" r:id="rId26"/>
    <p:sldId id="621" r:id="rId27"/>
    <p:sldId id="622" r:id="rId28"/>
    <p:sldId id="626" r:id="rId29"/>
    <p:sldId id="627" r:id="rId30"/>
    <p:sldId id="628" r:id="rId31"/>
    <p:sldId id="629" r:id="rId32"/>
    <p:sldId id="630" r:id="rId33"/>
    <p:sldId id="631" r:id="rId34"/>
    <p:sldId id="623" r:id="rId35"/>
    <p:sldId id="624" r:id="rId36"/>
    <p:sldId id="625" r:id="rId37"/>
    <p:sldId id="635" r:id="rId38"/>
    <p:sldId id="636" r:id="rId39"/>
    <p:sldId id="637" r:id="rId40"/>
    <p:sldId id="638" r:id="rId41"/>
    <p:sldId id="639" r:id="rId42"/>
    <p:sldId id="640" r:id="rId43"/>
    <p:sldId id="641" r:id="rId44"/>
    <p:sldId id="642" r:id="rId45"/>
    <p:sldId id="643" r:id="rId46"/>
    <p:sldId id="644" r:id="rId47"/>
    <p:sldId id="645" r:id="rId48"/>
    <p:sldId id="646" r:id="rId49"/>
    <p:sldId id="650" r:id="rId50"/>
    <p:sldId id="651" r:id="rId51"/>
    <p:sldId id="652" r:id="rId52"/>
    <p:sldId id="653" r:id="rId53"/>
    <p:sldId id="654" r:id="rId54"/>
    <p:sldId id="655" r:id="rId55"/>
    <p:sldId id="656" r:id="rId56"/>
    <p:sldId id="657" r:id="rId57"/>
    <p:sldId id="658" r:id="rId58"/>
    <p:sldId id="659" r:id="rId59"/>
    <p:sldId id="660" r:id="rId60"/>
    <p:sldId id="661" r:id="rId61"/>
    <p:sldId id="665" r:id="rId62"/>
    <p:sldId id="666" r:id="rId63"/>
    <p:sldId id="667" r:id="rId64"/>
    <p:sldId id="668" r:id="rId65"/>
    <p:sldId id="669" r:id="rId66"/>
    <p:sldId id="670" r:id="rId67"/>
    <p:sldId id="671" r:id="rId68"/>
    <p:sldId id="672" r:id="rId69"/>
    <p:sldId id="673" r:id="rId70"/>
    <p:sldId id="674" r:id="rId71"/>
    <p:sldId id="675" r:id="rId72"/>
    <p:sldId id="676" r:id="rId73"/>
    <p:sldId id="680" r:id="rId74"/>
    <p:sldId id="681" r:id="rId75"/>
    <p:sldId id="682" r:id="rId76"/>
    <p:sldId id="683" r:id="rId77"/>
    <p:sldId id="684" r:id="rId78"/>
    <p:sldId id="685" r:id="rId79"/>
    <p:sldId id="472" r:id="rId80"/>
    <p:sldId id="465" r:id="rId81"/>
    <p:sldId id="466" r:id="rId82"/>
    <p:sldId id="467" r:id="rId83"/>
    <p:sldId id="632" r:id="rId84"/>
    <p:sldId id="633" r:id="rId85"/>
    <p:sldId id="634" r:id="rId86"/>
    <p:sldId id="647" r:id="rId87"/>
    <p:sldId id="648" r:id="rId88"/>
    <p:sldId id="649" r:id="rId89"/>
    <p:sldId id="662" r:id="rId90"/>
    <p:sldId id="663" r:id="rId91"/>
    <p:sldId id="664" r:id="rId92"/>
    <p:sldId id="677" r:id="rId93"/>
    <p:sldId id="678" r:id="rId94"/>
    <p:sldId id="679" r:id="rId95"/>
    <p:sldId id="347" r:id="rId96"/>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4878" userDrawn="1">
          <p15:clr>
            <a:srgbClr val="A4A3A4"/>
          </p15:clr>
        </p15:guide>
        <p15:guide id="3" orient="horz" pos="3696" userDrawn="1">
          <p15:clr>
            <a:srgbClr val="A4A3A4"/>
          </p15:clr>
        </p15:guide>
        <p15:guide id="4" orient="horz" pos="1968"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4054"/>
    <a:srgbClr val="468C8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6F240B1-E1B2-6749-B4E3-BD93499453C4}" v="736" dt="2026-08-15T05:51:06.402"/>
  </p1510:revLst>
</p1510:revInfo>
</file>

<file path=ppt/tableStyles.xml><?xml version="1.0" encoding="utf-8"?>
<a:tblStyleLst xmlns:a="http://schemas.openxmlformats.org/drawingml/2006/main" def="{3B4B98B0-60AC-42C2-AFA5-B58CD77FA1E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440"/>
    <p:restoredTop sz="94716"/>
  </p:normalViewPr>
  <p:slideViewPr>
    <p:cSldViewPr snapToGrid="0">
      <p:cViewPr varScale="1">
        <p:scale>
          <a:sx n="142" d="100"/>
          <a:sy n="142" d="100"/>
        </p:scale>
        <p:origin x="704" y="176"/>
      </p:cViewPr>
      <p:guideLst>
        <p:guide pos="4878"/>
        <p:guide orient="horz" pos="3696"/>
        <p:guide orient="horz" pos="196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theme" Target="theme/theme1.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microsoft.com/office/2018/10/relationships/authors" Target="author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commentAuthors" Target="commentAuthors.xml"/><Relationship Id="rId10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notesMaster" Target="notesMasters/notesMaster1.xml"/><Relationship Id="rId104" Type="http://schemas.microsoft.com/office/2016/11/relationships/changesInfo" Target="changesInfos/changesInfo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presProps" Target="presProps.xml"/><Relationship Id="rId105" Type="http://schemas.microsoft.com/office/2015/10/relationships/revisionInfo" Target="revisionInfo.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handoutMaster" Target="handoutMasters/handoutMaster1.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yan Sun" userId="851caa7714272873" providerId="LiveId" clId="{1A8111D1-4A65-4A29-9DEE-6B0D34390FD8}"/>
    <pc:docChg chg="undo custSel addSld modSld">
      <pc:chgData name="Bryan Sun" userId="851caa7714272873" providerId="LiveId" clId="{1A8111D1-4A65-4A29-9DEE-6B0D34390FD8}" dt="2026-08-12T07:28:26.499" v="909" actId="20577"/>
      <pc:docMkLst>
        <pc:docMk/>
      </pc:docMkLst>
      <pc:sldChg chg="addSp modSp add mod modAnim">
        <pc:chgData name="Bryan Sun" userId="851caa7714272873" providerId="LiveId" clId="{1A8111D1-4A65-4A29-9DEE-6B0D34390FD8}" dt="2026-08-12T07:01:21.374" v="304" actId="20577"/>
        <pc:sldMkLst>
          <pc:docMk/>
          <pc:sldMk cId="1929908044" sldId="653"/>
        </pc:sldMkLst>
        <pc:spChg chg="add mod">
          <ac:chgData name="Bryan Sun" userId="851caa7714272873" providerId="LiveId" clId="{1A8111D1-4A65-4A29-9DEE-6B0D34390FD8}" dt="2026-08-12T06:57:30.512" v="120" actId="1035"/>
          <ac:spMkLst>
            <pc:docMk/>
            <pc:sldMk cId="1929908044" sldId="653"/>
            <ac:spMk id="2" creationId="{7994CD0E-C120-54F3-98DE-EED1AD324F3B}"/>
          </ac:spMkLst>
        </pc:spChg>
        <pc:spChg chg="add mod">
          <ac:chgData name="Bryan Sun" userId="851caa7714272873" providerId="LiveId" clId="{1A8111D1-4A65-4A29-9DEE-6B0D34390FD8}" dt="2026-08-12T06:59:15.262" v="227" actId="1036"/>
          <ac:spMkLst>
            <pc:docMk/>
            <pc:sldMk cId="1929908044" sldId="653"/>
            <ac:spMk id="3" creationId="{6C100A6C-B934-BE9A-4BC6-ED614B72A2EF}"/>
          </ac:spMkLst>
        </pc:spChg>
        <pc:spChg chg="mod">
          <ac:chgData name="Bryan Sun" userId="851caa7714272873" providerId="LiveId" clId="{1A8111D1-4A65-4A29-9DEE-6B0D34390FD8}" dt="2026-08-12T07:01:21.374" v="304" actId="20577"/>
          <ac:spMkLst>
            <pc:docMk/>
            <pc:sldMk cId="1929908044" sldId="653"/>
            <ac:spMk id="4" creationId="{413940A1-1B42-2A10-98FF-9840AEB25442}"/>
          </ac:spMkLst>
        </pc:spChg>
        <pc:spChg chg="add mod">
          <ac:chgData name="Bryan Sun" userId="851caa7714272873" providerId="LiveId" clId="{1A8111D1-4A65-4A29-9DEE-6B0D34390FD8}" dt="2026-08-12T07:00:31.482" v="291" actId="1036"/>
          <ac:spMkLst>
            <pc:docMk/>
            <pc:sldMk cId="1929908044" sldId="653"/>
            <ac:spMk id="5" creationId="{AB1922FE-DBDB-FCAB-2400-FA7DA90F72CF}"/>
          </ac:spMkLst>
        </pc:spChg>
        <pc:spChg chg="mod">
          <ac:chgData name="Bryan Sun" userId="851caa7714272873" providerId="LiveId" clId="{1A8111D1-4A65-4A29-9DEE-6B0D34390FD8}" dt="2026-08-12T06:49:52.813" v="47" actId="20577"/>
          <ac:spMkLst>
            <pc:docMk/>
            <pc:sldMk cId="1929908044" sldId="653"/>
            <ac:spMk id="10" creationId="{53FB1C0E-0D04-2C80-6FD0-B2B6C93895DE}"/>
          </ac:spMkLst>
        </pc:spChg>
      </pc:sldChg>
      <pc:sldChg chg="addSp delSp modSp add mod delAnim modAnim">
        <pc:chgData name="Bryan Sun" userId="851caa7714272873" providerId="LiveId" clId="{1A8111D1-4A65-4A29-9DEE-6B0D34390FD8}" dt="2026-08-12T07:04:49.832" v="485" actId="478"/>
        <pc:sldMkLst>
          <pc:docMk/>
          <pc:sldMk cId="279319719" sldId="654"/>
        </pc:sldMkLst>
        <pc:spChg chg="mod">
          <ac:chgData name="Bryan Sun" userId="851caa7714272873" providerId="LiveId" clId="{1A8111D1-4A65-4A29-9DEE-6B0D34390FD8}" dt="2026-08-12T07:00:42.690" v="292"/>
          <ac:spMkLst>
            <pc:docMk/>
            <pc:sldMk cId="279319719" sldId="654"/>
            <ac:spMk id="2" creationId="{99415061-83D9-B534-E6CC-C868C718AE9B}"/>
          </ac:spMkLst>
        </pc:spChg>
        <pc:spChg chg="add mod">
          <ac:chgData name="Bryan Sun" userId="851caa7714272873" providerId="LiveId" clId="{1A8111D1-4A65-4A29-9DEE-6B0D34390FD8}" dt="2026-08-12T07:02:13.472" v="329" actId="1035"/>
          <ac:spMkLst>
            <pc:docMk/>
            <pc:sldMk cId="279319719" sldId="654"/>
            <ac:spMk id="3" creationId="{EB152D60-253A-F86A-F581-6FDA0DA642CE}"/>
          </ac:spMkLst>
        </pc:spChg>
        <pc:spChg chg="mod">
          <ac:chgData name="Bryan Sun" userId="851caa7714272873" providerId="LiveId" clId="{1A8111D1-4A65-4A29-9DEE-6B0D34390FD8}" dt="2026-08-12T07:04:47.646" v="484" actId="20577"/>
          <ac:spMkLst>
            <pc:docMk/>
            <pc:sldMk cId="279319719" sldId="654"/>
            <ac:spMk id="4" creationId="{67524FFF-2993-1F46-C6BF-CEA4AE41AB58}"/>
          </ac:spMkLst>
        </pc:spChg>
        <pc:spChg chg="add mod">
          <ac:chgData name="Bryan Sun" userId="851caa7714272873" providerId="LiveId" clId="{1A8111D1-4A65-4A29-9DEE-6B0D34390FD8}" dt="2026-08-12T07:03:10.032" v="438"/>
          <ac:spMkLst>
            <pc:docMk/>
            <pc:sldMk cId="279319719" sldId="654"/>
            <ac:spMk id="5" creationId="{F2EB31BD-E045-5BBA-D57E-5E50EFF58C29}"/>
          </ac:spMkLst>
        </pc:spChg>
      </pc:sldChg>
      <pc:sldChg chg="addSp delSp modSp add mod delAnim modAnim">
        <pc:chgData name="Bryan Sun" userId="851caa7714272873" providerId="LiveId" clId="{1A8111D1-4A65-4A29-9DEE-6B0D34390FD8}" dt="2026-08-12T07:05:48.680" v="573" actId="113"/>
        <pc:sldMkLst>
          <pc:docMk/>
          <pc:sldMk cId="3993121742" sldId="655"/>
        </pc:sldMkLst>
        <pc:spChg chg="add mod">
          <ac:chgData name="Bryan Sun" userId="851caa7714272873" providerId="LiveId" clId="{1A8111D1-4A65-4A29-9DEE-6B0D34390FD8}" dt="2026-08-12T07:04:41.867" v="483"/>
          <ac:spMkLst>
            <pc:docMk/>
            <pc:sldMk cId="3993121742" sldId="655"/>
            <ac:spMk id="4" creationId="{7AA32CAC-1FEF-7749-0E33-09B5B11CDBF0}"/>
          </ac:spMkLst>
        </pc:spChg>
        <pc:spChg chg="add mod">
          <ac:chgData name="Bryan Sun" userId="851caa7714272873" providerId="LiveId" clId="{1A8111D1-4A65-4A29-9DEE-6B0D34390FD8}" dt="2026-08-12T07:05:48.680" v="573" actId="113"/>
          <ac:spMkLst>
            <pc:docMk/>
            <pc:sldMk cId="3993121742" sldId="655"/>
            <ac:spMk id="5" creationId="{E5419563-EB86-9DBD-D14B-BB8F227FD709}"/>
          </ac:spMkLst>
        </pc:spChg>
        <pc:spChg chg="add mod">
          <ac:chgData name="Bryan Sun" userId="851caa7714272873" providerId="LiveId" clId="{1A8111D1-4A65-4A29-9DEE-6B0D34390FD8}" dt="2026-08-12T07:05:07.129" v="538" actId="1035"/>
          <ac:spMkLst>
            <pc:docMk/>
            <pc:sldMk cId="3993121742" sldId="655"/>
            <ac:spMk id="8" creationId="{27504CF9-8DD4-4F67-5716-833E596CDCB8}"/>
          </ac:spMkLst>
        </pc:spChg>
        <pc:picChg chg="add mod">
          <ac:chgData name="Bryan Sun" userId="851caa7714272873" providerId="LiveId" clId="{1A8111D1-4A65-4A29-9DEE-6B0D34390FD8}" dt="2026-08-12T07:05:42.499" v="572" actId="14100"/>
          <ac:picMkLst>
            <pc:docMk/>
            <pc:sldMk cId="3993121742" sldId="655"/>
            <ac:picMk id="9" creationId="{F345AA44-97A8-6F8D-A091-E489282641C9}"/>
          </ac:picMkLst>
        </pc:picChg>
      </pc:sldChg>
      <pc:sldChg chg="modSp add mod modAnim">
        <pc:chgData name="Bryan Sun" userId="851caa7714272873" providerId="LiveId" clId="{1A8111D1-4A65-4A29-9DEE-6B0D34390FD8}" dt="2026-08-12T07:20:21.707" v="653" actId="1035"/>
        <pc:sldMkLst>
          <pc:docMk/>
          <pc:sldMk cId="1394213396" sldId="656"/>
        </pc:sldMkLst>
        <pc:spChg chg="mod">
          <ac:chgData name="Bryan Sun" userId="851caa7714272873" providerId="LiveId" clId="{1A8111D1-4A65-4A29-9DEE-6B0D34390FD8}" dt="2026-08-12T07:18:25.404" v="579"/>
          <ac:spMkLst>
            <pc:docMk/>
            <pc:sldMk cId="1394213396" sldId="656"/>
            <ac:spMk id="2" creationId="{BA7F8755-0956-3A51-A7A2-AB0D211EB662}"/>
          </ac:spMkLst>
        </pc:spChg>
        <pc:spChg chg="mod">
          <ac:chgData name="Bryan Sun" userId="851caa7714272873" providerId="LiveId" clId="{1A8111D1-4A65-4A29-9DEE-6B0D34390FD8}" dt="2026-08-12T07:18:53.758" v="599"/>
          <ac:spMkLst>
            <pc:docMk/>
            <pc:sldMk cId="1394213396" sldId="656"/>
            <ac:spMk id="3" creationId="{06832247-FE15-8224-F772-C9F8274660F4}"/>
          </ac:spMkLst>
        </pc:spChg>
        <pc:spChg chg="mod">
          <ac:chgData name="Bryan Sun" userId="851caa7714272873" providerId="LiveId" clId="{1A8111D1-4A65-4A29-9DEE-6B0D34390FD8}" dt="2026-08-12T07:20:14.862" v="643" actId="114"/>
          <ac:spMkLst>
            <pc:docMk/>
            <pc:sldMk cId="1394213396" sldId="656"/>
            <ac:spMk id="4" creationId="{5A4338AD-8265-0553-B9EF-C7FCEFE31567}"/>
          </ac:spMkLst>
        </pc:spChg>
        <pc:spChg chg="mod">
          <ac:chgData name="Bryan Sun" userId="851caa7714272873" providerId="LiveId" clId="{1A8111D1-4A65-4A29-9DEE-6B0D34390FD8}" dt="2026-08-12T07:20:21.707" v="653" actId="1035"/>
          <ac:spMkLst>
            <pc:docMk/>
            <pc:sldMk cId="1394213396" sldId="656"/>
            <ac:spMk id="5" creationId="{59E24A56-389A-20D7-6435-270C5F4342A7}"/>
          </ac:spMkLst>
        </pc:spChg>
      </pc:sldChg>
      <pc:sldChg chg="modSp add mod">
        <pc:chgData name="Bryan Sun" userId="851caa7714272873" providerId="LiveId" clId="{1A8111D1-4A65-4A29-9DEE-6B0D34390FD8}" dt="2026-08-12T07:24:51.305" v="740" actId="20577"/>
        <pc:sldMkLst>
          <pc:docMk/>
          <pc:sldMk cId="4179067915" sldId="657"/>
        </pc:sldMkLst>
        <pc:spChg chg="mod">
          <ac:chgData name="Bryan Sun" userId="851caa7714272873" providerId="LiveId" clId="{1A8111D1-4A65-4A29-9DEE-6B0D34390FD8}" dt="2026-08-12T07:20:45.836" v="657"/>
          <ac:spMkLst>
            <pc:docMk/>
            <pc:sldMk cId="4179067915" sldId="657"/>
            <ac:spMk id="3" creationId="{8C4CEBAE-F27D-425A-4737-DD45F1BCBEBE}"/>
          </ac:spMkLst>
        </pc:spChg>
        <pc:spChg chg="mod">
          <ac:chgData name="Bryan Sun" userId="851caa7714272873" providerId="LiveId" clId="{1A8111D1-4A65-4A29-9DEE-6B0D34390FD8}" dt="2026-08-12T07:24:51.305" v="740" actId="20577"/>
          <ac:spMkLst>
            <pc:docMk/>
            <pc:sldMk cId="4179067915" sldId="657"/>
            <ac:spMk id="4" creationId="{CB5FC174-E98F-27A7-F4BC-02B6C180C9A5}"/>
          </ac:spMkLst>
        </pc:spChg>
        <pc:spChg chg="mod">
          <ac:chgData name="Bryan Sun" userId="851caa7714272873" providerId="LiveId" clId="{1A8111D1-4A65-4A29-9DEE-6B0D34390FD8}" dt="2026-08-12T07:23:39.159" v="725" actId="1036"/>
          <ac:spMkLst>
            <pc:docMk/>
            <pc:sldMk cId="4179067915" sldId="657"/>
            <ac:spMk id="5" creationId="{BEC3B61E-6AF4-F5ED-2642-4A9F91938A4F}"/>
          </ac:spMkLst>
        </pc:spChg>
      </pc:sldChg>
      <pc:sldChg chg="addSp delSp modSp add mod modAnim">
        <pc:chgData name="Bryan Sun" userId="851caa7714272873" providerId="LiveId" clId="{1A8111D1-4A65-4A29-9DEE-6B0D34390FD8}" dt="2026-08-12T07:28:26.499" v="909" actId="20577"/>
        <pc:sldMkLst>
          <pc:docMk/>
          <pc:sldMk cId="4114496234" sldId="658"/>
        </pc:sldMkLst>
        <pc:spChg chg="mod">
          <ac:chgData name="Bryan Sun" userId="851caa7714272873" providerId="LiveId" clId="{1A8111D1-4A65-4A29-9DEE-6B0D34390FD8}" dt="2026-08-12T07:28:26.499" v="909" actId="20577"/>
          <ac:spMkLst>
            <pc:docMk/>
            <pc:sldMk cId="4114496234" sldId="658"/>
            <ac:spMk id="5" creationId="{EE292139-6936-37B4-837A-AC99013CAD3A}"/>
          </ac:spMkLst>
        </pc:spChg>
        <pc:spChg chg="add mod">
          <ac:chgData name="Bryan Sun" userId="851caa7714272873" providerId="LiveId" clId="{1A8111D1-4A65-4A29-9DEE-6B0D34390FD8}" dt="2026-08-12T07:26:49.082" v="828"/>
          <ac:spMkLst>
            <pc:docMk/>
            <pc:sldMk cId="4114496234" sldId="658"/>
            <ac:spMk id="6" creationId="{5C8859BF-DC22-E0A8-D7CD-56B864DBE29D}"/>
          </ac:spMkLst>
        </pc:spChg>
        <pc:spChg chg="add mod">
          <ac:chgData name="Bryan Sun" userId="851caa7714272873" providerId="LiveId" clId="{1A8111D1-4A65-4A29-9DEE-6B0D34390FD8}" dt="2026-08-12T07:27:48.308" v="897"/>
          <ac:spMkLst>
            <pc:docMk/>
            <pc:sldMk cId="4114496234" sldId="658"/>
            <ac:spMk id="7" creationId="{FC65DA4C-7C0C-E53B-B39D-C260A7E50C2B}"/>
          </ac:spMkLst>
        </pc:spChg>
        <pc:spChg chg="mod">
          <ac:chgData name="Bryan Sun" userId="851caa7714272873" providerId="LiveId" clId="{1A8111D1-4A65-4A29-9DEE-6B0D34390FD8}" dt="2026-08-12T07:26:07.740" v="776" actId="1036"/>
          <ac:spMkLst>
            <pc:docMk/>
            <pc:sldMk cId="4114496234" sldId="658"/>
            <ac:spMk id="8" creationId="{9A01F661-1CE1-6442-7790-F0872BA499B2}"/>
          </ac:spMkLst>
        </pc:spChg>
      </pc:sldChg>
    </pc:docChg>
  </pc:docChgLst>
  <pc:docChgLst>
    <pc:chgData name="Bryan Sun" userId="851caa7714272873" providerId="LiveId" clId="{1DF0C224-3A3E-55A6-A8D1-F8F2208D385B}"/>
    <pc:docChg chg="undo custSel addSld modSld">
      <pc:chgData name="Bryan Sun" userId="851caa7714272873" providerId="LiveId" clId="{1DF0C224-3A3E-55A6-A8D1-F8F2208D385B}" dt="2026-08-28T12:11:08.833" v="6756" actId="20577"/>
      <pc:docMkLst>
        <pc:docMk/>
      </pc:docMkLst>
      <pc:sldChg chg="addSp delSp modSp add mod modAnim">
        <pc:chgData name="Bryan Sun" userId="851caa7714272873" providerId="LiveId" clId="{1DF0C224-3A3E-55A6-A8D1-F8F2208D385B}" dt="2026-08-07T23:52:55.833" v="1020"/>
        <pc:sldMkLst>
          <pc:docMk/>
          <pc:sldMk cId="3897217806" sldId="635"/>
        </pc:sldMkLst>
        <pc:spChg chg="mod">
          <ac:chgData name="Bryan Sun" userId="851caa7714272873" providerId="LiveId" clId="{1DF0C224-3A3E-55A6-A8D1-F8F2208D385B}" dt="2026-08-07T13:02:04.933" v="126" actId="20577"/>
          <ac:spMkLst>
            <pc:docMk/>
            <pc:sldMk cId="3897217806" sldId="635"/>
            <ac:spMk id="2" creationId="{E9B61A26-F631-5DB4-EB05-0E563219C61B}"/>
          </ac:spMkLst>
        </pc:spChg>
        <pc:spChg chg="mod">
          <ac:chgData name="Bryan Sun" userId="851caa7714272873" providerId="LiveId" clId="{1DF0C224-3A3E-55A6-A8D1-F8F2208D385B}" dt="2026-08-07T12:46:00.695" v="51" actId="20577"/>
          <ac:spMkLst>
            <pc:docMk/>
            <pc:sldMk cId="3897217806" sldId="635"/>
            <ac:spMk id="10" creationId="{FF3A8ADE-6F73-48E0-F9CE-CE95343A40C5}"/>
          </ac:spMkLst>
        </pc:spChg>
        <pc:picChg chg="add mod">
          <ac:chgData name="Bryan Sun" userId="851caa7714272873" providerId="LiveId" clId="{1DF0C224-3A3E-55A6-A8D1-F8F2208D385B}" dt="2026-08-07T13:02:54.375" v="129" actId="1076"/>
          <ac:picMkLst>
            <pc:docMk/>
            <pc:sldMk cId="3897217806" sldId="635"/>
            <ac:picMk id="4" creationId="{3336E855-1BD4-95AF-246F-ECDF5B78BF62}"/>
          </ac:picMkLst>
        </pc:picChg>
      </pc:sldChg>
      <pc:sldChg chg="addSp modSp add mod modAnim">
        <pc:chgData name="Bryan Sun" userId="851caa7714272873" providerId="LiveId" clId="{1DF0C224-3A3E-55A6-A8D1-F8F2208D385B}" dt="2026-08-07T23:53:27.225" v="1024"/>
        <pc:sldMkLst>
          <pc:docMk/>
          <pc:sldMk cId="3499382120" sldId="636"/>
        </pc:sldMkLst>
        <pc:spChg chg="mod">
          <ac:chgData name="Bryan Sun" userId="851caa7714272873" providerId="LiveId" clId="{1DF0C224-3A3E-55A6-A8D1-F8F2208D385B}" dt="2026-08-07T12:45:19.061" v="30" actId="20577"/>
          <ac:spMkLst>
            <pc:docMk/>
            <pc:sldMk cId="3499382120" sldId="636"/>
            <ac:spMk id="2" creationId="{0890EFC7-4F43-2EB2-6FEB-932016D9491D}"/>
          </ac:spMkLst>
        </pc:spChg>
        <pc:spChg chg="add mod">
          <ac:chgData name="Bryan Sun" userId="851caa7714272873" providerId="LiveId" clId="{1DF0C224-3A3E-55A6-A8D1-F8F2208D385B}" dt="2026-08-07T13:18:40.431" v="875" actId="14100"/>
          <ac:spMkLst>
            <pc:docMk/>
            <pc:sldMk cId="3499382120" sldId="636"/>
            <ac:spMk id="3" creationId="{97335358-7A65-B6E1-0A04-F3E3B761CDCD}"/>
          </ac:spMkLst>
        </pc:spChg>
        <pc:spChg chg="add mod">
          <ac:chgData name="Bryan Sun" userId="851caa7714272873" providerId="LiveId" clId="{1DF0C224-3A3E-55A6-A8D1-F8F2208D385B}" dt="2026-08-07T13:18:40.431" v="875" actId="14100"/>
          <ac:spMkLst>
            <pc:docMk/>
            <pc:sldMk cId="3499382120" sldId="636"/>
            <ac:spMk id="4" creationId="{0802DF1A-A6D1-C993-B088-73BE946DA648}"/>
          </ac:spMkLst>
        </pc:spChg>
        <pc:spChg chg="mod">
          <ac:chgData name="Bryan Sun" userId="851caa7714272873" providerId="LiveId" clId="{1DF0C224-3A3E-55A6-A8D1-F8F2208D385B}" dt="2026-08-07T13:06:08.645" v="277" actId="20577"/>
          <ac:spMkLst>
            <pc:docMk/>
            <pc:sldMk cId="3499382120" sldId="636"/>
            <ac:spMk id="5" creationId="{D7A0AC49-3727-817B-C540-6A37BF7BC4D9}"/>
          </ac:spMkLst>
        </pc:spChg>
      </pc:sldChg>
      <pc:sldChg chg="modSp add mod modAnim">
        <pc:chgData name="Bryan Sun" userId="851caa7714272873" providerId="LiveId" clId="{1DF0C224-3A3E-55A6-A8D1-F8F2208D385B}" dt="2026-08-08T07:22:56.469" v="2254" actId="20577"/>
        <pc:sldMkLst>
          <pc:docMk/>
          <pc:sldMk cId="4234767974" sldId="637"/>
        </pc:sldMkLst>
        <pc:spChg chg="mod">
          <ac:chgData name="Bryan Sun" userId="851caa7714272873" providerId="LiveId" clId="{1DF0C224-3A3E-55A6-A8D1-F8F2208D385B}" dt="2026-08-07T13:07:36.739" v="315" actId="20577"/>
          <ac:spMkLst>
            <pc:docMk/>
            <pc:sldMk cId="4234767974" sldId="637"/>
            <ac:spMk id="2" creationId="{5B3181E7-4A7E-5901-881F-4AD897601923}"/>
          </ac:spMkLst>
        </pc:spChg>
        <pc:spChg chg="mod">
          <ac:chgData name="Bryan Sun" userId="851caa7714272873" providerId="LiveId" clId="{1DF0C224-3A3E-55A6-A8D1-F8F2208D385B}" dt="2026-08-07T13:19:06.778" v="876" actId="20577"/>
          <ac:spMkLst>
            <pc:docMk/>
            <pc:sldMk cId="4234767974" sldId="637"/>
            <ac:spMk id="3" creationId="{BB909E83-59DD-BE38-8DC1-1EDEFE6949C6}"/>
          </ac:spMkLst>
        </pc:spChg>
        <pc:spChg chg="mod">
          <ac:chgData name="Bryan Sun" userId="851caa7714272873" providerId="LiveId" clId="{1DF0C224-3A3E-55A6-A8D1-F8F2208D385B}" dt="2026-08-08T07:22:56.469" v="2254" actId="20577"/>
          <ac:spMkLst>
            <pc:docMk/>
            <pc:sldMk cId="4234767974" sldId="637"/>
            <ac:spMk id="4" creationId="{3E0C649E-629E-4108-DF7F-5B839F38235E}"/>
          </ac:spMkLst>
        </pc:spChg>
        <pc:spChg chg="mod">
          <ac:chgData name="Bryan Sun" userId="851caa7714272873" providerId="LiveId" clId="{1DF0C224-3A3E-55A6-A8D1-F8F2208D385B}" dt="2026-08-07T13:19:34.031" v="880" actId="20577"/>
          <ac:spMkLst>
            <pc:docMk/>
            <pc:sldMk cId="4234767974" sldId="637"/>
            <ac:spMk id="5" creationId="{1AAA4627-560F-E868-9ADA-A24E711D2B15}"/>
          </ac:spMkLst>
        </pc:spChg>
      </pc:sldChg>
      <pc:sldChg chg="addSp delSp modSp add mod modAnim">
        <pc:chgData name="Bryan Sun" userId="851caa7714272873" providerId="LiveId" clId="{1DF0C224-3A3E-55A6-A8D1-F8F2208D385B}" dt="2026-08-07T23:54:39.802" v="1036" actId="1036"/>
        <pc:sldMkLst>
          <pc:docMk/>
          <pc:sldMk cId="2562791075" sldId="638"/>
        </pc:sldMkLst>
        <pc:spChg chg="mod">
          <ac:chgData name="Bryan Sun" userId="851caa7714272873" providerId="LiveId" clId="{1DF0C224-3A3E-55A6-A8D1-F8F2208D385B}" dt="2026-08-07T13:16:43.982" v="808" actId="20577"/>
          <ac:spMkLst>
            <pc:docMk/>
            <pc:sldMk cId="2562791075" sldId="638"/>
            <ac:spMk id="2" creationId="{630845B6-6B65-264F-1498-4B649B443C38}"/>
          </ac:spMkLst>
        </pc:spChg>
        <pc:spChg chg="add mod">
          <ac:chgData name="Bryan Sun" userId="851caa7714272873" providerId="LiveId" clId="{1DF0C224-3A3E-55A6-A8D1-F8F2208D385B}" dt="2026-08-07T13:19:53.875" v="883" actId="20577"/>
          <ac:spMkLst>
            <pc:docMk/>
            <pc:sldMk cId="2562791075" sldId="638"/>
            <ac:spMk id="3" creationId="{98352F37-A37A-A5B7-23F4-5ECCFD53155B}"/>
          </ac:spMkLst>
        </pc:spChg>
        <pc:spChg chg="add mod">
          <ac:chgData name="Bryan Sun" userId="851caa7714272873" providerId="LiveId" clId="{1DF0C224-3A3E-55A6-A8D1-F8F2208D385B}" dt="2026-08-07T23:54:39.802" v="1036" actId="1036"/>
          <ac:spMkLst>
            <pc:docMk/>
            <pc:sldMk cId="2562791075" sldId="638"/>
            <ac:spMk id="5" creationId="{CE663FBC-E6A4-BCCE-93CA-7DAD48239C81}"/>
          </ac:spMkLst>
        </pc:spChg>
      </pc:sldChg>
      <pc:sldChg chg="modSp add mod modShow">
        <pc:chgData name="Bryan Sun" userId="851caa7714272873" providerId="LiveId" clId="{1DF0C224-3A3E-55A6-A8D1-F8F2208D385B}" dt="2026-08-07T13:34:07.604" v="906" actId="729"/>
        <pc:sldMkLst>
          <pc:docMk/>
          <pc:sldMk cId="671939319" sldId="639"/>
        </pc:sldMkLst>
        <pc:spChg chg="mod">
          <ac:chgData name="Bryan Sun" userId="851caa7714272873" providerId="LiveId" clId="{1DF0C224-3A3E-55A6-A8D1-F8F2208D385B}" dt="2026-08-07T13:15:36.098" v="679" actId="20577"/>
          <ac:spMkLst>
            <pc:docMk/>
            <pc:sldMk cId="671939319" sldId="639"/>
            <ac:spMk id="5" creationId="{E550D3F3-41E6-7939-8A58-1DB231BE0E19}"/>
          </ac:spMkLst>
        </pc:spChg>
      </pc:sldChg>
      <pc:sldChg chg="add mod modShow">
        <pc:chgData name="Bryan Sun" userId="851caa7714272873" providerId="LiveId" clId="{1DF0C224-3A3E-55A6-A8D1-F8F2208D385B}" dt="2026-08-07T13:34:07.604" v="906" actId="729"/>
        <pc:sldMkLst>
          <pc:docMk/>
          <pc:sldMk cId="112288247" sldId="640"/>
        </pc:sldMkLst>
      </pc:sldChg>
      <pc:sldChg chg="addSp delSp modSp add mod delAnim modAnim">
        <pc:chgData name="Bryan Sun" userId="851caa7714272873" providerId="LiveId" clId="{1DF0C224-3A3E-55A6-A8D1-F8F2208D385B}" dt="2026-08-07T13:48:28.120" v="1017" actId="166"/>
        <pc:sldMkLst>
          <pc:docMk/>
          <pc:sldMk cId="1066154631" sldId="641"/>
        </pc:sldMkLst>
        <pc:spChg chg="mod">
          <ac:chgData name="Bryan Sun" userId="851caa7714272873" providerId="LiveId" clId="{1DF0C224-3A3E-55A6-A8D1-F8F2208D385B}" dt="2026-08-07T13:35:16.553" v="967" actId="20577"/>
          <ac:spMkLst>
            <pc:docMk/>
            <pc:sldMk cId="1066154631" sldId="641"/>
            <ac:spMk id="2" creationId="{89766447-5CC8-4932-E585-8C9BFA3BBB64}"/>
          </ac:spMkLst>
        </pc:spChg>
        <pc:spChg chg="mod">
          <ac:chgData name="Bryan Sun" userId="851caa7714272873" providerId="LiveId" clId="{1DF0C224-3A3E-55A6-A8D1-F8F2208D385B}" dt="2026-08-07T13:34:15.823" v="923" actId="20577"/>
          <ac:spMkLst>
            <pc:docMk/>
            <pc:sldMk cId="1066154631" sldId="641"/>
            <ac:spMk id="10" creationId="{CB57188F-9AD4-3D09-9A63-DE73D5EDBF8A}"/>
          </ac:spMkLst>
        </pc:spChg>
        <pc:picChg chg="add mod">
          <ac:chgData name="Bryan Sun" userId="851caa7714272873" providerId="LiveId" clId="{1DF0C224-3A3E-55A6-A8D1-F8F2208D385B}" dt="2026-08-07T13:46:43.040" v="988" actId="1076"/>
          <ac:picMkLst>
            <pc:docMk/>
            <pc:sldMk cId="1066154631" sldId="641"/>
            <ac:picMk id="4" creationId="{4D96784C-5A51-B963-1342-CDD58AA594E8}"/>
          </ac:picMkLst>
        </pc:picChg>
        <pc:picChg chg="add mod">
          <ac:chgData name="Bryan Sun" userId="851caa7714272873" providerId="LiveId" clId="{1DF0C224-3A3E-55A6-A8D1-F8F2208D385B}" dt="2026-08-07T13:48:28.120" v="1017" actId="166"/>
          <ac:picMkLst>
            <pc:docMk/>
            <pc:sldMk cId="1066154631" sldId="641"/>
            <ac:picMk id="6" creationId="{8859DC02-5422-B331-468E-17974716C23B}"/>
          </ac:picMkLst>
        </pc:picChg>
      </pc:sldChg>
      <pc:sldChg chg="addSp delSp modSp add mod delAnim modAnim">
        <pc:chgData name="Bryan Sun" userId="851caa7714272873" providerId="LiveId" clId="{1DF0C224-3A3E-55A6-A8D1-F8F2208D385B}" dt="2026-08-08T00:02:15.928" v="1210" actId="14100"/>
        <pc:sldMkLst>
          <pc:docMk/>
          <pc:sldMk cId="963355796" sldId="642"/>
        </pc:sldMkLst>
        <pc:spChg chg="mod">
          <ac:chgData name="Bryan Sun" userId="851caa7714272873" providerId="LiveId" clId="{1DF0C224-3A3E-55A6-A8D1-F8F2208D385B}" dt="2026-08-07T23:58:04.735" v="1088" actId="20577"/>
          <ac:spMkLst>
            <pc:docMk/>
            <pc:sldMk cId="963355796" sldId="642"/>
            <ac:spMk id="2" creationId="{482B54E1-2351-6436-7EE9-FA1A0A59BCD2}"/>
          </ac:spMkLst>
        </pc:spChg>
        <pc:spChg chg="mod">
          <ac:chgData name="Bryan Sun" userId="851caa7714272873" providerId="LiveId" clId="{1DF0C224-3A3E-55A6-A8D1-F8F2208D385B}" dt="2026-08-07T23:59:23.521" v="1126" actId="113"/>
          <ac:spMkLst>
            <pc:docMk/>
            <pc:sldMk cId="963355796" sldId="642"/>
            <ac:spMk id="5" creationId="{26FD158D-621E-63ED-37B6-A0AC0074E974}"/>
          </ac:spMkLst>
        </pc:spChg>
        <pc:picChg chg="add mod">
          <ac:chgData name="Bryan Sun" userId="851caa7714272873" providerId="LiveId" clId="{1DF0C224-3A3E-55A6-A8D1-F8F2208D385B}" dt="2026-08-08T00:02:15.928" v="1210" actId="14100"/>
          <ac:picMkLst>
            <pc:docMk/>
            <pc:sldMk cId="963355796" sldId="642"/>
            <ac:picMk id="6" creationId="{5B1E633D-DE4E-EF07-D83B-A26F8CA49D1B}"/>
          </ac:picMkLst>
        </pc:picChg>
      </pc:sldChg>
      <pc:sldChg chg="addSp delSp modSp add mod delAnim modAnim">
        <pc:chgData name="Bryan Sun" userId="851caa7714272873" providerId="LiveId" clId="{1DF0C224-3A3E-55A6-A8D1-F8F2208D385B}" dt="2026-08-08T00:02:58.592" v="1215" actId="1076"/>
        <pc:sldMkLst>
          <pc:docMk/>
          <pc:sldMk cId="4197106411" sldId="643"/>
        </pc:sldMkLst>
        <pc:spChg chg="mod">
          <ac:chgData name="Bryan Sun" userId="851caa7714272873" providerId="LiveId" clId="{1DF0C224-3A3E-55A6-A8D1-F8F2208D385B}" dt="2026-08-08T00:00:04.639" v="1165" actId="6549"/>
          <ac:spMkLst>
            <pc:docMk/>
            <pc:sldMk cId="4197106411" sldId="643"/>
            <ac:spMk id="2" creationId="{62481FEE-5373-0275-A5D1-5B8496255113}"/>
          </ac:spMkLst>
        </pc:spChg>
        <pc:spChg chg="mod">
          <ac:chgData name="Bryan Sun" userId="851caa7714272873" providerId="LiveId" clId="{1DF0C224-3A3E-55A6-A8D1-F8F2208D385B}" dt="2026-08-08T00:00:20.661" v="1191" actId="6549"/>
          <ac:spMkLst>
            <pc:docMk/>
            <pc:sldMk cId="4197106411" sldId="643"/>
            <ac:spMk id="3" creationId="{1C414CAD-A1EA-F181-16AC-E19E240C27DF}"/>
          </ac:spMkLst>
        </pc:spChg>
        <pc:picChg chg="add mod">
          <ac:chgData name="Bryan Sun" userId="851caa7714272873" providerId="LiveId" clId="{1DF0C224-3A3E-55A6-A8D1-F8F2208D385B}" dt="2026-08-08T00:02:53.283" v="1214" actId="1076"/>
          <ac:picMkLst>
            <pc:docMk/>
            <pc:sldMk cId="4197106411" sldId="643"/>
            <ac:picMk id="6" creationId="{2F47D2A8-673D-AAA1-C0C9-3C6344B730F6}"/>
          </ac:picMkLst>
        </pc:picChg>
        <pc:picChg chg="add mod">
          <ac:chgData name="Bryan Sun" userId="851caa7714272873" providerId="LiveId" clId="{1DF0C224-3A3E-55A6-A8D1-F8F2208D385B}" dt="2026-08-08T00:02:58.592" v="1215" actId="1076"/>
          <ac:picMkLst>
            <pc:docMk/>
            <pc:sldMk cId="4197106411" sldId="643"/>
            <ac:picMk id="7" creationId="{7D5F676A-0FDB-0125-DBCB-3505B3F91A5C}"/>
          </ac:picMkLst>
        </pc:picChg>
      </pc:sldChg>
      <pc:sldChg chg="addSp delSp modSp add mod delAnim">
        <pc:chgData name="Bryan Sun" userId="851caa7714272873" providerId="LiveId" clId="{1DF0C224-3A3E-55A6-A8D1-F8F2208D385B}" dt="2026-08-08T00:07:05.465" v="1295" actId="14100"/>
        <pc:sldMkLst>
          <pc:docMk/>
          <pc:sldMk cId="2768628051" sldId="644"/>
        </pc:sldMkLst>
        <pc:spChg chg="mod">
          <ac:chgData name="Bryan Sun" userId="851caa7714272873" providerId="LiveId" clId="{1DF0C224-3A3E-55A6-A8D1-F8F2208D385B}" dt="2026-08-08T00:06:36.392" v="1291" actId="404"/>
          <ac:spMkLst>
            <pc:docMk/>
            <pc:sldMk cId="2768628051" sldId="644"/>
            <ac:spMk id="2" creationId="{05BE941C-1789-B7AA-A0E5-0E6688EBA088}"/>
          </ac:spMkLst>
        </pc:spChg>
        <pc:picChg chg="add mod">
          <ac:chgData name="Bryan Sun" userId="851caa7714272873" providerId="LiveId" clId="{1DF0C224-3A3E-55A6-A8D1-F8F2208D385B}" dt="2026-08-08T00:07:05.465" v="1295" actId="14100"/>
          <ac:picMkLst>
            <pc:docMk/>
            <pc:sldMk cId="2768628051" sldId="644"/>
            <ac:picMk id="3" creationId="{AE357B58-58B9-D34E-F866-5548B490ED13}"/>
          </ac:picMkLst>
        </pc:picChg>
      </pc:sldChg>
      <pc:sldChg chg="addSp delSp modSp add mod delAnim modAnim">
        <pc:chgData name="Bryan Sun" userId="851caa7714272873" providerId="LiveId" clId="{1DF0C224-3A3E-55A6-A8D1-F8F2208D385B}" dt="2026-08-08T00:14:12.384" v="1380"/>
        <pc:sldMkLst>
          <pc:docMk/>
          <pc:sldMk cId="1506706542" sldId="645"/>
        </pc:sldMkLst>
        <pc:spChg chg="add mod">
          <ac:chgData name="Bryan Sun" userId="851caa7714272873" providerId="LiveId" clId="{1DF0C224-3A3E-55A6-A8D1-F8F2208D385B}" dt="2026-08-08T00:09:44.990" v="1378" actId="1076"/>
          <ac:spMkLst>
            <pc:docMk/>
            <pc:sldMk cId="1506706542" sldId="645"/>
            <ac:spMk id="3" creationId="{DFDD39C0-AD1B-D54F-5C81-AF92D255BB3B}"/>
          </ac:spMkLst>
        </pc:spChg>
      </pc:sldChg>
      <pc:sldChg chg="delSp modSp add mod delAnim">
        <pc:chgData name="Bryan Sun" userId="851caa7714272873" providerId="LiveId" clId="{1DF0C224-3A3E-55A6-A8D1-F8F2208D385B}" dt="2026-08-08T00:14:54.366" v="1482" actId="478"/>
        <pc:sldMkLst>
          <pc:docMk/>
          <pc:sldMk cId="2301312548" sldId="646"/>
        </pc:sldMkLst>
        <pc:spChg chg="mod">
          <ac:chgData name="Bryan Sun" userId="851caa7714272873" providerId="LiveId" clId="{1DF0C224-3A3E-55A6-A8D1-F8F2208D385B}" dt="2026-08-08T00:14:50.963" v="1481" actId="20577"/>
          <ac:spMkLst>
            <pc:docMk/>
            <pc:sldMk cId="2301312548" sldId="646"/>
            <ac:spMk id="3" creationId="{D6B73212-AB96-221D-5ADC-B7AFB2CE21D6}"/>
          </ac:spMkLst>
        </pc:spChg>
      </pc:sldChg>
      <pc:sldChg chg="addSp modSp add mod modAnim">
        <pc:chgData name="Bryan Sun" userId="851caa7714272873" providerId="LiveId" clId="{1DF0C224-3A3E-55A6-A8D1-F8F2208D385B}" dt="2026-08-08T04:03:51.101" v="1862" actId="20577"/>
        <pc:sldMkLst>
          <pc:docMk/>
          <pc:sldMk cId="833375630" sldId="647"/>
        </pc:sldMkLst>
        <pc:spChg chg="mod">
          <ac:chgData name="Bryan Sun" userId="851caa7714272873" providerId="LiveId" clId="{1DF0C224-3A3E-55A6-A8D1-F8F2208D385B}" dt="2026-08-08T04:03:09.809" v="1799" actId="20577"/>
          <ac:spMkLst>
            <pc:docMk/>
            <pc:sldMk cId="833375630" sldId="647"/>
            <ac:spMk id="2" creationId="{9258FF32-F225-3961-BBC4-1E8009BB8A22}"/>
          </ac:spMkLst>
        </pc:spChg>
        <pc:spChg chg="add mod">
          <ac:chgData name="Bryan Sun" userId="851caa7714272873" providerId="LiveId" clId="{1DF0C224-3A3E-55A6-A8D1-F8F2208D385B}" dt="2026-08-08T03:58:07.171" v="1621" actId="1036"/>
          <ac:spMkLst>
            <pc:docMk/>
            <pc:sldMk cId="833375630" sldId="647"/>
            <ac:spMk id="3" creationId="{DF55EC5A-3394-FD0B-2715-D8556CC3746D}"/>
          </ac:spMkLst>
        </pc:spChg>
        <pc:spChg chg="add mod">
          <ac:chgData name="Bryan Sun" userId="851caa7714272873" providerId="LiveId" clId="{1DF0C224-3A3E-55A6-A8D1-F8F2208D385B}" dt="2026-08-08T04:03:51.101" v="1862" actId="20577"/>
          <ac:spMkLst>
            <pc:docMk/>
            <pc:sldMk cId="833375630" sldId="647"/>
            <ac:spMk id="4" creationId="{91562A00-11CD-9734-BFE7-4617EA05EDF0}"/>
          </ac:spMkLst>
        </pc:spChg>
        <pc:spChg chg="mod">
          <ac:chgData name="Bryan Sun" userId="851caa7714272873" providerId="LiveId" clId="{1DF0C224-3A3E-55A6-A8D1-F8F2208D385B}" dt="2026-08-08T03:54:38.982" v="1485" actId="6549"/>
          <ac:spMkLst>
            <pc:docMk/>
            <pc:sldMk cId="833375630" sldId="647"/>
            <ac:spMk id="10" creationId="{81A93FE3-0812-AC9F-1340-BC2B7EE10805}"/>
          </ac:spMkLst>
        </pc:spChg>
      </pc:sldChg>
      <pc:sldChg chg="modSp add mod">
        <pc:chgData name="Bryan Sun" userId="851caa7714272873" providerId="LiveId" clId="{1DF0C224-3A3E-55A6-A8D1-F8F2208D385B}" dt="2026-08-08T04:08:07.469" v="2042" actId="404"/>
        <pc:sldMkLst>
          <pc:docMk/>
          <pc:sldMk cId="37971036" sldId="648"/>
        </pc:sldMkLst>
        <pc:spChg chg="mod">
          <ac:chgData name="Bryan Sun" userId="851caa7714272873" providerId="LiveId" clId="{1DF0C224-3A3E-55A6-A8D1-F8F2208D385B}" dt="2026-08-08T04:08:07.469" v="2042" actId="404"/>
          <ac:spMkLst>
            <pc:docMk/>
            <pc:sldMk cId="37971036" sldId="648"/>
            <ac:spMk id="2" creationId="{1CEC484D-CE0B-CE87-756A-56907AF0D3DE}"/>
          </ac:spMkLst>
        </pc:spChg>
        <pc:spChg chg="mod">
          <ac:chgData name="Bryan Sun" userId="851caa7714272873" providerId="LiveId" clId="{1DF0C224-3A3E-55A6-A8D1-F8F2208D385B}" dt="2026-08-08T04:04:13.933" v="1864" actId="6549"/>
          <ac:spMkLst>
            <pc:docMk/>
            <pc:sldMk cId="37971036" sldId="648"/>
            <ac:spMk id="5" creationId="{B7CFFA18-3439-9938-7B73-F2034EDA34C5}"/>
          </ac:spMkLst>
        </pc:spChg>
      </pc:sldChg>
      <pc:sldChg chg="modSp add mod modShow">
        <pc:chgData name="Bryan Sun" userId="851caa7714272873" providerId="LiveId" clId="{1DF0C224-3A3E-55A6-A8D1-F8F2208D385B}" dt="2026-08-13T08:51:57.810" v="2637" actId="948"/>
        <pc:sldMkLst>
          <pc:docMk/>
          <pc:sldMk cId="1937751543" sldId="649"/>
        </pc:sldMkLst>
        <pc:spChg chg="mod">
          <ac:chgData name="Bryan Sun" userId="851caa7714272873" providerId="LiveId" clId="{1DF0C224-3A3E-55A6-A8D1-F8F2208D385B}" dt="2026-08-13T08:51:57.810" v="2637" actId="948"/>
          <ac:spMkLst>
            <pc:docMk/>
            <pc:sldMk cId="1937751543" sldId="649"/>
            <ac:spMk id="2" creationId="{6EAFBD98-C05B-DFEE-750F-20373669776C}"/>
          </ac:spMkLst>
        </pc:spChg>
        <pc:spChg chg="mod">
          <ac:chgData name="Bryan Sun" userId="851caa7714272873" providerId="LiveId" clId="{1DF0C224-3A3E-55A6-A8D1-F8F2208D385B}" dt="2026-08-13T08:46:36.514" v="2547" actId="20577"/>
          <ac:spMkLst>
            <pc:docMk/>
            <pc:sldMk cId="1937751543" sldId="649"/>
            <ac:spMk id="6" creationId="{01B86C8B-452F-D6C7-0CB6-F52A308761B3}"/>
          </ac:spMkLst>
        </pc:spChg>
      </pc:sldChg>
      <pc:sldChg chg="addSp delSp modSp add mod modAnim">
        <pc:chgData name="Bryan Sun" userId="851caa7714272873" providerId="LiveId" clId="{1DF0C224-3A3E-55A6-A8D1-F8F2208D385B}" dt="2026-08-08T04:26:54.201" v="2146"/>
        <pc:sldMkLst>
          <pc:docMk/>
          <pc:sldMk cId="2200861099" sldId="650"/>
        </pc:sldMkLst>
        <pc:spChg chg="add mod">
          <ac:chgData name="Bryan Sun" userId="851caa7714272873" providerId="LiveId" clId="{1DF0C224-3A3E-55A6-A8D1-F8F2208D385B}" dt="2026-08-08T04:22:59.742" v="2101" actId="20577"/>
          <ac:spMkLst>
            <pc:docMk/>
            <pc:sldMk cId="2200861099" sldId="650"/>
            <ac:spMk id="4" creationId="{0E020F37-BB37-7CBA-DCC9-0086BC99CDAA}"/>
          </ac:spMkLst>
        </pc:spChg>
        <pc:spChg chg="mod">
          <ac:chgData name="Bryan Sun" userId="851caa7714272873" providerId="LiveId" clId="{1DF0C224-3A3E-55A6-A8D1-F8F2208D385B}" dt="2026-08-08T04:26:54.201" v="2146"/>
          <ac:spMkLst>
            <pc:docMk/>
            <pc:sldMk cId="2200861099" sldId="650"/>
            <ac:spMk id="10" creationId="{889A0AEC-E1BC-4FD4-79D1-AF4174926459}"/>
          </ac:spMkLst>
        </pc:spChg>
      </pc:sldChg>
      <pc:sldChg chg="addSp delSp modSp add mod delAnim modAnim">
        <pc:chgData name="Bryan Sun" userId="851caa7714272873" providerId="LiveId" clId="{1DF0C224-3A3E-55A6-A8D1-F8F2208D385B}" dt="2026-08-08T04:26:57.716" v="2147"/>
        <pc:sldMkLst>
          <pc:docMk/>
          <pc:sldMk cId="1866641841" sldId="651"/>
        </pc:sldMkLst>
        <pc:spChg chg="mod">
          <ac:chgData name="Bryan Sun" userId="851caa7714272873" providerId="LiveId" clId="{1DF0C224-3A3E-55A6-A8D1-F8F2208D385B}" dt="2026-08-08T04:26:57.716" v="2147"/>
          <ac:spMkLst>
            <pc:docMk/>
            <pc:sldMk cId="1866641841" sldId="651"/>
            <ac:spMk id="2" creationId="{271EF1E7-5F97-4912-1A46-A502351C1350}"/>
          </ac:spMkLst>
        </pc:spChg>
        <pc:spChg chg="add mod">
          <ac:chgData name="Bryan Sun" userId="851caa7714272873" providerId="LiveId" clId="{1DF0C224-3A3E-55A6-A8D1-F8F2208D385B}" dt="2026-08-08T04:25:23.282" v="2127" actId="14100"/>
          <ac:spMkLst>
            <pc:docMk/>
            <pc:sldMk cId="1866641841" sldId="651"/>
            <ac:spMk id="4" creationId="{DC70B1AE-7F90-DE64-A1AC-09AFE2BD161A}"/>
          </ac:spMkLst>
        </pc:spChg>
        <pc:spChg chg="add mod">
          <ac:chgData name="Bryan Sun" userId="851caa7714272873" providerId="LiveId" clId="{1DF0C224-3A3E-55A6-A8D1-F8F2208D385B}" dt="2026-08-08T04:26:22.875" v="2144" actId="404"/>
          <ac:spMkLst>
            <pc:docMk/>
            <pc:sldMk cId="1866641841" sldId="651"/>
            <ac:spMk id="6" creationId="{7029EF80-69EC-3738-047C-3DE015EE682C}"/>
          </ac:spMkLst>
        </pc:spChg>
      </pc:sldChg>
      <pc:sldChg chg="modSp add mod modAnim">
        <pc:chgData name="Bryan Sun" userId="851caa7714272873" providerId="LiveId" clId="{1DF0C224-3A3E-55A6-A8D1-F8F2208D385B}" dt="2026-08-21T12:59:00.065" v="3771" actId="20577"/>
        <pc:sldMkLst>
          <pc:docMk/>
          <pc:sldMk cId="3467761034" sldId="652"/>
        </pc:sldMkLst>
        <pc:spChg chg="mod">
          <ac:chgData name="Bryan Sun" userId="851caa7714272873" providerId="LiveId" clId="{1DF0C224-3A3E-55A6-A8D1-F8F2208D385B}" dt="2026-08-08T04:27:01.152" v="2148"/>
          <ac:spMkLst>
            <pc:docMk/>
            <pc:sldMk cId="3467761034" sldId="652"/>
            <ac:spMk id="2" creationId="{0E74CB98-A809-B280-F6B1-60ABC5089770}"/>
          </ac:spMkLst>
        </pc:spChg>
        <pc:spChg chg="mod">
          <ac:chgData name="Bryan Sun" userId="851caa7714272873" providerId="LiveId" clId="{1DF0C224-3A3E-55A6-A8D1-F8F2208D385B}" dt="2026-08-21T12:59:00.065" v="3771" actId="20577"/>
          <ac:spMkLst>
            <pc:docMk/>
            <pc:sldMk cId="3467761034" sldId="652"/>
            <ac:spMk id="3" creationId="{F41DA184-E030-B371-724A-595582F202B6}"/>
          </ac:spMkLst>
        </pc:spChg>
      </pc:sldChg>
      <pc:sldChg chg="modAnim">
        <pc:chgData name="Bryan Sun" userId="851caa7714272873" providerId="LiveId" clId="{1DF0C224-3A3E-55A6-A8D1-F8F2208D385B}" dt="2026-08-13T06:46:59.435" v="2260"/>
        <pc:sldMkLst>
          <pc:docMk/>
          <pc:sldMk cId="1929908044" sldId="653"/>
        </pc:sldMkLst>
      </pc:sldChg>
      <pc:sldChg chg="modAnim">
        <pc:chgData name="Bryan Sun" userId="851caa7714272873" providerId="LiveId" clId="{1DF0C224-3A3E-55A6-A8D1-F8F2208D385B}" dt="2026-08-13T06:47:25.232" v="2265"/>
        <pc:sldMkLst>
          <pc:docMk/>
          <pc:sldMk cId="279319719" sldId="654"/>
        </pc:sldMkLst>
      </pc:sldChg>
      <pc:sldChg chg="modAnim">
        <pc:chgData name="Bryan Sun" userId="851caa7714272873" providerId="LiveId" clId="{1DF0C224-3A3E-55A6-A8D1-F8F2208D385B}" dt="2026-08-13T06:48:00.167" v="2271"/>
        <pc:sldMkLst>
          <pc:docMk/>
          <pc:sldMk cId="3993121742" sldId="655"/>
        </pc:sldMkLst>
      </pc:sldChg>
      <pc:sldChg chg="modAnim">
        <pc:chgData name="Bryan Sun" userId="851caa7714272873" providerId="LiveId" clId="{1DF0C224-3A3E-55A6-A8D1-F8F2208D385B}" dt="2026-08-13T06:48:30.715" v="2278"/>
        <pc:sldMkLst>
          <pc:docMk/>
          <pc:sldMk cId="1394213396" sldId="656"/>
        </pc:sldMkLst>
      </pc:sldChg>
      <pc:sldChg chg="modAnim">
        <pc:chgData name="Bryan Sun" userId="851caa7714272873" providerId="LiveId" clId="{1DF0C224-3A3E-55A6-A8D1-F8F2208D385B}" dt="2026-08-13T06:49:00.239" v="2284"/>
        <pc:sldMkLst>
          <pc:docMk/>
          <pc:sldMk cId="4179067915" sldId="657"/>
        </pc:sldMkLst>
      </pc:sldChg>
      <pc:sldChg chg="modSp modAnim">
        <pc:chgData name="Bryan Sun" userId="851caa7714272873" providerId="LiveId" clId="{1DF0C224-3A3E-55A6-A8D1-F8F2208D385B}" dt="2026-08-13T07:14:00.444" v="2292" actId="20577"/>
        <pc:sldMkLst>
          <pc:docMk/>
          <pc:sldMk cId="4114496234" sldId="658"/>
        </pc:sldMkLst>
        <pc:spChg chg="mod">
          <ac:chgData name="Bryan Sun" userId="851caa7714272873" providerId="LiveId" clId="{1DF0C224-3A3E-55A6-A8D1-F8F2208D385B}" dt="2026-08-13T07:14:00.444" v="2292" actId="20577"/>
          <ac:spMkLst>
            <pc:docMk/>
            <pc:sldMk cId="4114496234" sldId="658"/>
            <ac:spMk id="5" creationId="{EE292139-6936-37B4-837A-AC99013CAD3A}"/>
          </ac:spMkLst>
        </pc:spChg>
      </pc:sldChg>
      <pc:sldChg chg="delSp modSp add mod delAnim modAnim">
        <pc:chgData name="Bryan Sun" userId="851caa7714272873" providerId="LiveId" clId="{1DF0C224-3A3E-55A6-A8D1-F8F2208D385B}" dt="2026-08-22T07:14:40.999" v="4566" actId="20577"/>
        <pc:sldMkLst>
          <pc:docMk/>
          <pc:sldMk cId="1983555356" sldId="659"/>
        </pc:sldMkLst>
        <pc:spChg chg="mod">
          <ac:chgData name="Bryan Sun" userId="851caa7714272873" providerId="LiveId" clId="{1DF0C224-3A3E-55A6-A8D1-F8F2208D385B}" dt="2026-08-13T07:40:01.431" v="2387" actId="1036"/>
          <ac:spMkLst>
            <pc:docMk/>
            <pc:sldMk cId="1983555356" sldId="659"/>
            <ac:spMk id="2" creationId="{BBA8E5FE-DCA6-91D9-EF6A-F5743351441F}"/>
          </ac:spMkLst>
        </pc:spChg>
        <pc:spChg chg="mod">
          <ac:chgData name="Bryan Sun" userId="851caa7714272873" providerId="LiveId" clId="{1DF0C224-3A3E-55A6-A8D1-F8F2208D385B}" dt="2026-08-22T07:14:40.999" v="4566" actId="20577"/>
          <ac:spMkLst>
            <pc:docMk/>
            <pc:sldMk cId="1983555356" sldId="659"/>
            <ac:spMk id="4" creationId="{0D5BEE03-633A-2421-548B-557D7AA41CE2}"/>
          </ac:spMkLst>
        </pc:spChg>
      </pc:sldChg>
      <pc:sldChg chg="addSp delSp modSp add mod delAnim modAnim">
        <pc:chgData name="Bryan Sun" userId="851caa7714272873" providerId="LiveId" clId="{1DF0C224-3A3E-55A6-A8D1-F8F2208D385B}" dt="2026-08-13T08:13:09.766" v="2539"/>
        <pc:sldMkLst>
          <pc:docMk/>
          <pc:sldMk cId="555662862" sldId="660"/>
        </pc:sldMkLst>
        <pc:spChg chg="mod">
          <ac:chgData name="Bryan Sun" userId="851caa7714272873" providerId="LiveId" clId="{1DF0C224-3A3E-55A6-A8D1-F8F2208D385B}" dt="2026-08-13T08:09:01.335" v="2511" actId="1036"/>
          <ac:spMkLst>
            <pc:docMk/>
            <pc:sldMk cId="555662862" sldId="660"/>
            <ac:spMk id="3" creationId="{CFE19341-C4F8-46EE-F82E-453C209BD529}"/>
          </ac:spMkLst>
        </pc:spChg>
        <pc:spChg chg="mod">
          <ac:chgData name="Bryan Sun" userId="851caa7714272873" providerId="LiveId" clId="{1DF0C224-3A3E-55A6-A8D1-F8F2208D385B}" dt="2026-08-13T08:12:28.224" v="2521" actId="948"/>
          <ac:spMkLst>
            <pc:docMk/>
            <pc:sldMk cId="555662862" sldId="660"/>
            <ac:spMk id="4" creationId="{49171305-AE7E-01AD-176E-9306C8ED6942}"/>
          </ac:spMkLst>
        </pc:spChg>
        <pc:spChg chg="add mod">
          <ac:chgData name="Bryan Sun" userId="851caa7714272873" providerId="LiveId" clId="{1DF0C224-3A3E-55A6-A8D1-F8F2208D385B}" dt="2026-08-13T08:13:00.161" v="2538" actId="1035"/>
          <ac:spMkLst>
            <pc:docMk/>
            <pc:sldMk cId="555662862" sldId="660"/>
            <ac:spMk id="6" creationId="{EBBD75F6-46D6-0601-9FB3-7691A237061C}"/>
          </ac:spMkLst>
        </pc:spChg>
      </pc:sldChg>
      <pc:sldChg chg="add mod modShow">
        <pc:chgData name="Bryan Sun" userId="851caa7714272873" providerId="LiveId" clId="{1DF0C224-3A3E-55A6-A8D1-F8F2208D385B}" dt="2026-08-13T08:13:14.281" v="2540" actId="729"/>
        <pc:sldMkLst>
          <pc:docMk/>
          <pc:sldMk cId="4272143123" sldId="661"/>
        </pc:sldMkLst>
      </pc:sldChg>
      <pc:sldChg chg="addSp delSp modSp add mod delAnim modAnim">
        <pc:chgData name="Bryan Sun" userId="851caa7714272873" providerId="LiveId" clId="{1DF0C224-3A3E-55A6-A8D1-F8F2208D385B}" dt="2026-08-13T09:00:35.146" v="2803" actId="404"/>
        <pc:sldMkLst>
          <pc:docMk/>
          <pc:sldMk cId="354069334" sldId="662"/>
        </pc:sldMkLst>
        <pc:spChg chg="mod">
          <ac:chgData name="Bryan Sun" userId="851caa7714272873" providerId="LiveId" clId="{1DF0C224-3A3E-55A6-A8D1-F8F2208D385B}" dt="2026-08-13T09:00:35.146" v="2803" actId="404"/>
          <ac:spMkLst>
            <pc:docMk/>
            <pc:sldMk cId="354069334" sldId="662"/>
            <ac:spMk id="2" creationId="{FF95D11B-3A34-33C5-89C2-CC0543DD3280}"/>
          </ac:spMkLst>
        </pc:spChg>
        <pc:spChg chg="mod">
          <ac:chgData name="Bryan Sun" userId="851caa7714272873" providerId="LiveId" clId="{1DF0C224-3A3E-55A6-A8D1-F8F2208D385B}" dt="2026-08-13T08:59:01.066" v="2758" actId="1036"/>
          <ac:spMkLst>
            <pc:docMk/>
            <pc:sldMk cId="354069334" sldId="662"/>
            <ac:spMk id="3" creationId="{15A6007E-BC3F-594A-7B1F-8A14D33FD6FE}"/>
          </ac:spMkLst>
        </pc:spChg>
        <pc:spChg chg="add mod">
          <ac:chgData name="Bryan Sun" userId="851caa7714272873" providerId="LiveId" clId="{1DF0C224-3A3E-55A6-A8D1-F8F2208D385B}" dt="2026-08-13T08:59:38.208" v="2785" actId="1036"/>
          <ac:spMkLst>
            <pc:docMk/>
            <pc:sldMk cId="354069334" sldId="662"/>
            <ac:spMk id="5" creationId="{DC89C521-DA2F-EBD6-4B8E-6D3B9B5F24AF}"/>
          </ac:spMkLst>
        </pc:spChg>
        <pc:spChg chg="mod">
          <ac:chgData name="Bryan Sun" userId="851caa7714272873" providerId="LiveId" clId="{1DF0C224-3A3E-55A6-A8D1-F8F2208D385B}" dt="2026-08-13T08:52:18.083" v="2642" actId="6549"/>
          <ac:spMkLst>
            <pc:docMk/>
            <pc:sldMk cId="354069334" sldId="662"/>
            <ac:spMk id="10" creationId="{845E1973-A20A-DD19-655C-EDA606770903}"/>
          </ac:spMkLst>
        </pc:spChg>
      </pc:sldChg>
      <pc:sldChg chg="addSp modSp add mod modAnim">
        <pc:chgData name="Bryan Sun" userId="851caa7714272873" providerId="LiveId" clId="{1DF0C224-3A3E-55A6-A8D1-F8F2208D385B}" dt="2026-08-21T13:09:50.901" v="3775" actId="20577"/>
        <pc:sldMkLst>
          <pc:docMk/>
          <pc:sldMk cId="3751567785" sldId="663"/>
        </pc:sldMkLst>
        <pc:spChg chg="mod">
          <ac:chgData name="Bryan Sun" userId="851caa7714272873" providerId="LiveId" clId="{1DF0C224-3A3E-55A6-A8D1-F8F2208D385B}" dt="2026-08-13T09:03:31.679" v="2855" actId="20577"/>
          <ac:spMkLst>
            <pc:docMk/>
            <pc:sldMk cId="3751567785" sldId="663"/>
            <ac:spMk id="2" creationId="{8B71514E-4201-5254-D66E-5403B2E0C98B}"/>
          </ac:spMkLst>
        </pc:spChg>
        <pc:spChg chg="add mod">
          <ac:chgData name="Bryan Sun" userId="851caa7714272873" providerId="LiveId" clId="{1DF0C224-3A3E-55A6-A8D1-F8F2208D385B}" dt="2026-08-13T09:02:35.357" v="2841" actId="5793"/>
          <ac:spMkLst>
            <pc:docMk/>
            <pc:sldMk cId="3751567785" sldId="663"/>
            <ac:spMk id="3" creationId="{949DC5A5-DD3D-4B4F-9686-58CBC5C41B20}"/>
          </ac:spMkLst>
        </pc:spChg>
        <pc:spChg chg="add mod">
          <ac:chgData name="Bryan Sun" userId="851caa7714272873" providerId="LiveId" clId="{1DF0C224-3A3E-55A6-A8D1-F8F2208D385B}" dt="2026-08-13T09:03:49.175" v="2867" actId="1036"/>
          <ac:spMkLst>
            <pc:docMk/>
            <pc:sldMk cId="3751567785" sldId="663"/>
            <ac:spMk id="4" creationId="{0517B23F-44CF-31DC-2AE2-8DAB43C2DF16}"/>
          </ac:spMkLst>
        </pc:spChg>
        <pc:spChg chg="mod">
          <ac:chgData name="Bryan Sun" userId="851caa7714272873" providerId="LiveId" clId="{1DF0C224-3A3E-55A6-A8D1-F8F2208D385B}" dt="2026-08-21T13:09:50.901" v="3775" actId="20577"/>
          <ac:spMkLst>
            <pc:docMk/>
            <pc:sldMk cId="3751567785" sldId="663"/>
            <ac:spMk id="5" creationId="{90C939CC-F267-ACD7-C09E-DEA9BB356518}"/>
          </ac:spMkLst>
        </pc:spChg>
      </pc:sldChg>
      <pc:sldChg chg="modSp add mod modShow">
        <pc:chgData name="Bryan Sun" userId="851caa7714272873" providerId="LiveId" clId="{1DF0C224-3A3E-55A6-A8D1-F8F2208D385B}" dt="2026-08-21T13:10:03.144" v="3779" actId="20577"/>
        <pc:sldMkLst>
          <pc:docMk/>
          <pc:sldMk cId="2391390951" sldId="664"/>
        </pc:sldMkLst>
        <pc:spChg chg="mod">
          <ac:chgData name="Bryan Sun" userId="851caa7714272873" providerId="LiveId" clId="{1DF0C224-3A3E-55A6-A8D1-F8F2208D385B}" dt="2026-08-15T05:44:36.033" v="3497" actId="948"/>
          <ac:spMkLst>
            <pc:docMk/>
            <pc:sldMk cId="2391390951" sldId="664"/>
            <ac:spMk id="2" creationId="{67BFC2AE-BDE8-2025-1A5C-6F727757CCB6}"/>
          </ac:spMkLst>
        </pc:spChg>
        <pc:spChg chg="mod">
          <ac:chgData name="Bryan Sun" userId="851caa7714272873" providerId="LiveId" clId="{1DF0C224-3A3E-55A6-A8D1-F8F2208D385B}" dt="2026-08-21T13:10:03.144" v="3779" actId="20577"/>
          <ac:spMkLst>
            <pc:docMk/>
            <pc:sldMk cId="2391390951" sldId="664"/>
            <ac:spMk id="6" creationId="{0EA803CD-01C4-7E7E-8785-EB4536ABCD58}"/>
          </ac:spMkLst>
        </pc:spChg>
      </pc:sldChg>
      <pc:sldChg chg="addSp delSp modSp add mod delAnim modAnim">
        <pc:chgData name="Bryan Sun" userId="851caa7714272873" providerId="LiveId" clId="{1DF0C224-3A3E-55A6-A8D1-F8F2208D385B}" dt="2026-08-15T05:41:09.049" v="3435" actId="20577"/>
        <pc:sldMkLst>
          <pc:docMk/>
          <pc:sldMk cId="2678843934" sldId="665"/>
        </pc:sldMkLst>
        <pc:spChg chg="add mod">
          <ac:chgData name="Bryan Sun" userId="851caa7714272873" providerId="LiveId" clId="{1DF0C224-3A3E-55A6-A8D1-F8F2208D385B}" dt="2026-08-15T05:32:22.213" v="2925" actId="14100"/>
          <ac:spMkLst>
            <pc:docMk/>
            <pc:sldMk cId="2678843934" sldId="665"/>
            <ac:spMk id="3" creationId="{29141062-2F3E-6030-21A5-692EA26759D6}"/>
          </ac:spMkLst>
        </pc:spChg>
        <pc:spChg chg="mod">
          <ac:chgData name="Bryan Sun" userId="851caa7714272873" providerId="LiveId" clId="{1DF0C224-3A3E-55A6-A8D1-F8F2208D385B}" dt="2026-08-15T05:32:03.605" v="2922" actId="20577"/>
          <ac:spMkLst>
            <pc:docMk/>
            <pc:sldMk cId="2678843934" sldId="665"/>
            <ac:spMk id="4" creationId="{9626359A-7937-E310-CF91-825B0278F12B}"/>
          </ac:spMkLst>
        </pc:spChg>
        <pc:spChg chg="mod">
          <ac:chgData name="Bryan Sun" userId="851caa7714272873" providerId="LiveId" clId="{1DF0C224-3A3E-55A6-A8D1-F8F2208D385B}" dt="2026-08-15T05:41:09.049" v="3435" actId="20577"/>
          <ac:spMkLst>
            <pc:docMk/>
            <pc:sldMk cId="2678843934" sldId="665"/>
            <ac:spMk id="10" creationId="{8237BBBA-CB91-7AE8-5F63-11C883103E1A}"/>
          </ac:spMkLst>
        </pc:spChg>
        <pc:picChg chg="add mod modCrop">
          <ac:chgData name="Bryan Sun" userId="851caa7714272873" providerId="LiveId" clId="{1DF0C224-3A3E-55A6-A8D1-F8F2208D385B}" dt="2026-08-15T05:33:07.970" v="2937" actId="1076"/>
          <ac:picMkLst>
            <pc:docMk/>
            <pc:sldMk cId="2678843934" sldId="665"/>
            <ac:picMk id="6" creationId="{E4CC5B14-6850-A11F-3DB4-75705ADB4F3B}"/>
          </ac:picMkLst>
        </pc:picChg>
      </pc:sldChg>
      <pc:sldChg chg="delSp modSp add mod delAnim modAnim">
        <pc:chgData name="Bryan Sun" userId="851caa7714272873" providerId="LiveId" clId="{1DF0C224-3A3E-55A6-A8D1-F8F2208D385B}" dt="2026-08-15T05:41:03.843" v="3433" actId="20577"/>
        <pc:sldMkLst>
          <pc:docMk/>
          <pc:sldMk cId="2045567204" sldId="666"/>
        </pc:sldMkLst>
        <pc:spChg chg="mod">
          <ac:chgData name="Bryan Sun" userId="851caa7714272873" providerId="LiveId" clId="{1DF0C224-3A3E-55A6-A8D1-F8F2208D385B}" dt="2026-08-15T05:41:03.843" v="3433" actId="20577"/>
          <ac:spMkLst>
            <pc:docMk/>
            <pc:sldMk cId="2045567204" sldId="666"/>
            <ac:spMk id="2" creationId="{83FD2BFF-FB1D-864A-2CB1-A74FAD12111C}"/>
          </ac:spMkLst>
        </pc:spChg>
        <pc:spChg chg="mod">
          <ac:chgData name="Bryan Sun" userId="851caa7714272873" providerId="LiveId" clId="{1DF0C224-3A3E-55A6-A8D1-F8F2208D385B}" dt="2026-08-15T05:37:27.494" v="3377" actId="948"/>
          <ac:spMkLst>
            <pc:docMk/>
            <pc:sldMk cId="2045567204" sldId="666"/>
            <ac:spMk id="4" creationId="{2FB3DA3E-41FF-9F19-961D-46780243763D}"/>
          </ac:spMkLst>
        </pc:spChg>
      </pc:sldChg>
      <pc:sldChg chg="addSp delSp modSp add mod delAnim modShow">
        <pc:chgData name="Bryan Sun" userId="851caa7714272873" providerId="LiveId" clId="{1DF0C224-3A3E-55A6-A8D1-F8F2208D385B}" dt="2026-08-15T05:43:04.543" v="3445" actId="1076"/>
        <pc:sldMkLst>
          <pc:docMk/>
          <pc:sldMk cId="3890667910" sldId="667"/>
        </pc:sldMkLst>
        <pc:spChg chg="add mod">
          <ac:chgData name="Bryan Sun" userId="851caa7714272873" providerId="LiveId" clId="{1DF0C224-3A3E-55A6-A8D1-F8F2208D385B}" dt="2026-08-15T05:43:04.543" v="3445" actId="1076"/>
          <ac:spMkLst>
            <pc:docMk/>
            <pc:sldMk cId="3890667910" sldId="667"/>
            <ac:spMk id="3" creationId="{20227A01-A142-AD77-B8FD-445534088398}"/>
          </ac:spMkLst>
        </pc:spChg>
        <pc:spChg chg="mod">
          <ac:chgData name="Bryan Sun" userId="851caa7714272873" providerId="LiveId" clId="{1DF0C224-3A3E-55A6-A8D1-F8F2208D385B}" dt="2026-08-15T05:41:00.061" v="3431" actId="313"/>
          <ac:spMkLst>
            <pc:docMk/>
            <pc:sldMk cId="3890667910" sldId="667"/>
            <ac:spMk id="4" creationId="{5631ABA6-5D7C-46CA-EC91-AFCA99A5FCBF}"/>
          </ac:spMkLst>
        </pc:spChg>
        <pc:picChg chg="add mod">
          <ac:chgData name="Bryan Sun" userId="851caa7714272873" providerId="LiveId" clId="{1DF0C224-3A3E-55A6-A8D1-F8F2208D385B}" dt="2026-08-15T05:43:01.125" v="3444" actId="1076"/>
          <ac:picMkLst>
            <pc:docMk/>
            <pc:sldMk cId="3890667910" sldId="667"/>
            <ac:picMk id="2" creationId="{7C32CEAF-0912-3580-6ED7-B1CE09B3956A}"/>
          </ac:picMkLst>
        </pc:picChg>
      </pc:sldChg>
      <pc:sldChg chg="addSp delSp modSp add mod delAnim modAnim">
        <pc:chgData name="Bryan Sun" userId="851caa7714272873" providerId="LiveId" clId="{1DF0C224-3A3E-55A6-A8D1-F8F2208D385B}" dt="2026-08-21T10:23:13.931" v="3740"/>
        <pc:sldMkLst>
          <pc:docMk/>
          <pc:sldMk cId="1923916292" sldId="668"/>
        </pc:sldMkLst>
        <pc:spChg chg="mod">
          <ac:chgData name="Bryan Sun" userId="851caa7714272873" providerId="LiveId" clId="{1DF0C224-3A3E-55A6-A8D1-F8F2208D385B}" dt="2026-08-21T10:18:02.420" v="3671" actId="20577"/>
          <ac:spMkLst>
            <pc:docMk/>
            <pc:sldMk cId="1923916292" sldId="668"/>
            <ac:spMk id="4" creationId="{085DA4E9-87AC-D65D-1C99-A19C70A2134E}"/>
          </ac:spMkLst>
        </pc:spChg>
        <pc:spChg chg="mod">
          <ac:chgData name="Bryan Sun" userId="851caa7714272873" providerId="LiveId" clId="{1DF0C224-3A3E-55A6-A8D1-F8F2208D385B}" dt="2026-08-21T10:13:39.121" v="3528" actId="20577"/>
          <ac:spMkLst>
            <pc:docMk/>
            <pc:sldMk cId="1923916292" sldId="668"/>
            <ac:spMk id="10" creationId="{66DEB9AF-9ADA-F9E5-DB32-5325C4380DBF}"/>
          </ac:spMkLst>
        </pc:spChg>
        <pc:picChg chg="add mod">
          <ac:chgData name="Bryan Sun" userId="851caa7714272873" providerId="LiveId" clId="{1DF0C224-3A3E-55A6-A8D1-F8F2208D385B}" dt="2026-08-21T10:19:28.205" v="3678" actId="1076"/>
          <ac:picMkLst>
            <pc:docMk/>
            <pc:sldMk cId="1923916292" sldId="668"/>
            <ac:picMk id="2" creationId="{21480A51-1EF2-4111-0672-67B2FD3A7FD2}"/>
          </ac:picMkLst>
        </pc:picChg>
      </pc:sldChg>
      <pc:sldChg chg="modSp add mod modAnim">
        <pc:chgData name="Bryan Sun" userId="851caa7714272873" providerId="LiveId" clId="{1DF0C224-3A3E-55A6-A8D1-F8F2208D385B}" dt="2026-08-21T23:49:10.206" v="4450" actId="113"/>
        <pc:sldMkLst>
          <pc:docMk/>
          <pc:sldMk cId="2856517202" sldId="669"/>
        </pc:sldMkLst>
        <pc:spChg chg="mod">
          <ac:chgData name="Bryan Sun" userId="851caa7714272873" providerId="LiveId" clId="{1DF0C224-3A3E-55A6-A8D1-F8F2208D385B}" dt="2026-08-21T10:19:59.357" v="3681" actId="20577"/>
          <ac:spMkLst>
            <pc:docMk/>
            <pc:sldMk cId="2856517202" sldId="669"/>
            <ac:spMk id="2" creationId="{628B7141-A4A6-E4C3-6515-42E1B6E12870}"/>
          </ac:spMkLst>
        </pc:spChg>
        <pc:spChg chg="mod">
          <ac:chgData name="Bryan Sun" userId="851caa7714272873" providerId="LiveId" clId="{1DF0C224-3A3E-55A6-A8D1-F8F2208D385B}" dt="2026-08-21T23:49:10.206" v="4450" actId="113"/>
          <ac:spMkLst>
            <pc:docMk/>
            <pc:sldMk cId="2856517202" sldId="669"/>
            <ac:spMk id="4" creationId="{495F4A3D-D8C5-769B-061B-2AB48CA7FBB0}"/>
          </ac:spMkLst>
        </pc:spChg>
      </pc:sldChg>
      <pc:sldChg chg="addSp delSp modSp add mod">
        <pc:chgData name="Bryan Sun" userId="851caa7714272873" providerId="LiveId" clId="{1DF0C224-3A3E-55A6-A8D1-F8F2208D385B}" dt="2026-08-21T10:25:25.447" v="3756" actId="1076"/>
        <pc:sldMkLst>
          <pc:docMk/>
          <pc:sldMk cId="3458837965" sldId="670"/>
        </pc:sldMkLst>
        <pc:spChg chg="mod">
          <ac:chgData name="Bryan Sun" userId="851caa7714272873" providerId="LiveId" clId="{1DF0C224-3A3E-55A6-A8D1-F8F2208D385B}" dt="2026-08-21T10:25:25.447" v="3756" actId="1076"/>
          <ac:spMkLst>
            <pc:docMk/>
            <pc:sldMk cId="3458837965" sldId="670"/>
            <ac:spMk id="3" creationId="{F80B80AC-143A-202D-7DD3-7D8F3B02CA69}"/>
          </ac:spMkLst>
        </pc:spChg>
        <pc:spChg chg="mod">
          <ac:chgData name="Bryan Sun" userId="851caa7714272873" providerId="LiveId" clId="{1DF0C224-3A3E-55A6-A8D1-F8F2208D385B}" dt="2026-08-21T10:23:39.417" v="3742"/>
          <ac:spMkLst>
            <pc:docMk/>
            <pc:sldMk cId="3458837965" sldId="670"/>
            <ac:spMk id="4" creationId="{7EA88207-7802-ABAE-9E36-8499519B9E53}"/>
          </ac:spMkLst>
        </pc:spChg>
        <pc:picChg chg="add mod">
          <ac:chgData name="Bryan Sun" userId="851caa7714272873" providerId="LiveId" clId="{1DF0C224-3A3E-55A6-A8D1-F8F2208D385B}" dt="2026-08-21T10:25:15.076" v="3753" actId="14100"/>
          <ac:picMkLst>
            <pc:docMk/>
            <pc:sldMk cId="3458837965" sldId="670"/>
            <ac:picMk id="5" creationId="{671F679B-4846-002B-6C5C-6B66056450D2}"/>
          </ac:picMkLst>
        </pc:picChg>
      </pc:sldChg>
      <pc:sldChg chg="addSp delSp modSp add mod delAnim modAnim">
        <pc:chgData name="Bryan Sun" userId="851caa7714272873" providerId="LiveId" clId="{1DF0C224-3A3E-55A6-A8D1-F8F2208D385B}" dt="2026-08-21T13:34:27.863" v="3970" actId="14100"/>
        <pc:sldMkLst>
          <pc:docMk/>
          <pc:sldMk cId="3902176783" sldId="671"/>
        </pc:sldMkLst>
        <pc:spChg chg="mod">
          <ac:chgData name="Bryan Sun" userId="851caa7714272873" providerId="LiveId" clId="{1DF0C224-3A3E-55A6-A8D1-F8F2208D385B}" dt="2026-08-21T13:34:27.863" v="3970" actId="14100"/>
          <ac:spMkLst>
            <pc:docMk/>
            <pc:sldMk cId="3902176783" sldId="671"/>
            <ac:spMk id="4" creationId="{33CF4DD7-0BFC-4C36-5C25-6D3C6F939234}"/>
          </ac:spMkLst>
        </pc:spChg>
        <pc:spChg chg="mod">
          <ac:chgData name="Bryan Sun" userId="851caa7714272873" providerId="LiveId" clId="{1DF0C224-3A3E-55A6-A8D1-F8F2208D385B}" dt="2026-08-21T13:21:32.398" v="3810" actId="20577"/>
          <ac:spMkLst>
            <pc:docMk/>
            <pc:sldMk cId="3902176783" sldId="671"/>
            <ac:spMk id="10" creationId="{52FF7DD2-5713-5477-E726-9FD7257844BE}"/>
          </ac:spMkLst>
        </pc:spChg>
        <pc:picChg chg="add mod modCrop">
          <ac:chgData name="Bryan Sun" userId="851caa7714272873" providerId="LiveId" clId="{1DF0C224-3A3E-55A6-A8D1-F8F2208D385B}" dt="2026-08-21T13:25:19.929" v="3845" actId="1076"/>
          <ac:picMkLst>
            <pc:docMk/>
            <pc:sldMk cId="3902176783" sldId="671"/>
            <ac:picMk id="3" creationId="{A64242D6-7788-99BD-0F74-CB06948BA983}"/>
          </ac:picMkLst>
        </pc:picChg>
      </pc:sldChg>
      <pc:sldChg chg="modSp add mod modAnim">
        <pc:chgData name="Bryan Sun" userId="851caa7714272873" providerId="LiveId" clId="{1DF0C224-3A3E-55A6-A8D1-F8F2208D385B}" dt="2026-08-21T13:33:16.641" v="3963" actId="20577"/>
        <pc:sldMkLst>
          <pc:docMk/>
          <pc:sldMk cId="1006512474" sldId="672"/>
        </pc:sldMkLst>
        <pc:spChg chg="mod">
          <ac:chgData name="Bryan Sun" userId="851caa7714272873" providerId="LiveId" clId="{1DF0C224-3A3E-55A6-A8D1-F8F2208D385B}" dt="2026-08-21T13:33:16.641" v="3963" actId="20577"/>
          <ac:spMkLst>
            <pc:docMk/>
            <pc:sldMk cId="1006512474" sldId="672"/>
            <ac:spMk id="2" creationId="{B010CEDE-79E2-D6F3-3715-AE41CA2732A1}"/>
          </ac:spMkLst>
        </pc:spChg>
        <pc:spChg chg="mod">
          <ac:chgData name="Bryan Sun" userId="851caa7714272873" providerId="LiveId" clId="{1DF0C224-3A3E-55A6-A8D1-F8F2208D385B}" dt="2026-08-21T13:28:56.894" v="3907" actId="20577"/>
          <ac:spMkLst>
            <pc:docMk/>
            <pc:sldMk cId="1006512474" sldId="672"/>
            <ac:spMk id="4" creationId="{69015E4C-8F0E-D0B3-0AA4-F302037210BB}"/>
          </ac:spMkLst>
        </pc:spChg>
      </pc:sldChg>
      <pc:sldChg chg="addSp delSp modSp add mod modAnim">
        <pc:chgData name="Bryan Sun" userId="851caa7714272873" providerId="LiveId" clId="{1DF0C224-3A3E-55A6-A8D1-F8F2208D385B}" dt="2026-08-21T13:33:33.725" v="3964"/>
        <pc:sldMkLst>
          <pc:docMk/>
          <pc:sldMk cId="1075103739" sldId="673"/>
        </pc:sldMkLst>
        <pc:spChg chg="mod">
          <ac:chgData name="Bryan Sun" userId="851caa7714272873" providerId="LiveId" clId="{1DF0C224-3A3E-55A6-A8D1-F8F2208D385B}" dt="2026-08-21T13:33:33.725" v="3964"/>
          <ac:spMkLst>
            <pc:docMk/>
            <pc:sldMk cId="1075103739" sldId="673"/>
            <ac:spMk id="4" creationId="{1204F7FA-0DD9-89A2-CF90-F4A97EB2EE42}"/>
          </ac:spMkLst>
        </pc:spChg>
        <pc:spChg chg="add mod">
          <ac:chgData name="Bryan Sun" userId="851caa7714272873" providerId="LiveId" clId="{1DF0C224-3A3E-55A6-A8D1-F8F2208D385B}" dt="2026-08-21T13:30:10.124" v="3924" actId="20577"/>
          <ac:spMkLst>
            <pc:docMk/>
            <pc:sldMk cId="1075103739" sldId="673"/>
            <ac:spMk id="6" creationId="{EB7BC03B-F929-68C7-5BF9-914999682A35}"/>
          </ac:spMkLst>
        </pc:spChg>
        <pc:picChg chg="add mod modCrop">
          <ac:chgData name="Bryan Sun" userId="851caa7714272873" providerId="LiveId" clId="{1DF0C224-3A3E-55A6-A8D1-F8F2208D385B}" dt="2026-08-21T13:33:02.792" v="3961" actId="1035"/>
          <ac:picMkLst>
            <pc:docMk/>
            <pc:sldMk cId="1075103739" sldId="673"/>
            <ac:picMk id="2" creationId="{FFBF638A-A72F-612F-3DC1-7BF930AC27A8}"/>
          </ac:picMkLst>
        </pc:picChg>
        <pc:picChg chg="add mod modCrop">
          <ac:chgData name="Bryan Sun" userId="851caa7714272873" providerId="LiveId" clId="{1DF0C224-3A3E-55A6-A8D1-F8F2208D385B}" dt="2026-08-21T13:33:02.792" v="3961" actId="1035"/>
          <ac:picMkLst>
            <pc:docMk/>
            <pc:sldMk cId="1075103739" sldId="673"/>
            <ac:picMk id="7" creationId="{1F390EF5-4C8E-E3FB-1FA8-4432D10E99ED}"/>
          </ac:picMkLst>
        </pc:picChg>
        <pc:picChg chg="add mod modCrop">
          <ac:chgData name="Bryan Sun" userId="851caa7714272873" providerId="LiveId" clId="{1DF0C224-3A3E-55A6-A8D1-F8F2208D385B}" dt="2026-08-21T13:33:02.792" v="3961" actId="1035"/>
          <ac:picMkLst>
            <pc:docMk/>
            <pc:sldMk cId="1075103739" sldId="673"/>
            <ac:picMk id="8" creationId="{8DBCDBFC-6431-192A-DF45-060C504558A2}"/>
          </ac:picMkLst>
        </pc:picChg>
      </pc:sldChg>
      <pc:sldChg chg="delSp modSp add mod modAnim">
        <pc:chgData name="Bryan Sun" userId="851caa7714272873" providerId="LiveId" clId="{1DF0C224-3A3E-55A6-A8D1-F8F2208D385B}" dt="2026-08-21T23:53:47.910" v="4565"/>
        <pc:sldMkLst>
          <pc:docMk/>
          <pc:sldMk cId="1433625624" sldId="674"/>
        </pc:sldMkLst>
        <pc:spChg chg="mod">
          <ac:chgData name="Bryan Sun" userId="851caa7714272873" providerId="LiveId" clId="{1DF0C224-3A3E-55A6-A8D1-F8F2208D385B}" dt="2026-08-21T23:53:26.666" v="4563" actId="20577"/>
          <ac:spMkLst>
            <pc:docMk/>
            <pc:sldMk cId="1433625624" sldId="674"/>
            <ac:spMk id="4" creationId="{9BA4975C-CD34-46C6-FB2D-B2E00AD59EA2}"/>
          </ac:spMkLst>
        </pc:spChg>
      </pc:sldChg>
      <pc:sldChg chg="addSp delSp modSp add mod delAnim">
        <pc:chgData name="Bryan Sun" userId="851caa7714272873" providerId="LiveId" clId="{1DF0C224-3A3E-55A6-A8D1-F8F2208D385B}" dt="2026-08-21T13:40:35.364" v="4246" actId="1076"/>
        <pc:sldMkLst>
          <pc:docMk/>
          <pc:sldMk cId="2250839352" sldId="675"/>
        </pc:sldMkLst>
        <pc:spChg chg="add mod">
          <ac:chgData name="Bryan Sun" userId="851caa7714272873" providerId="LiveId" clId="{1DF0C224-3A3E-55A6-A8D1-F8F2208D385B}" dt="2026-08-21T13:40:35.364" v="4246" actId="1076"/>
          <ac:spMkLst>
            <pc:docMk/>
            <pc:sldMk cId="2250839352" sldId="675"/>
            <ac:spMk id="5" creationId="{E1A1B386-13B8-FE8E-0373-D6B4AF5EA3C9}"/>
          </ac:spMkLst>
        </pc:spChg>
        <pc:picChg chg="add mod">
          <ac:chgData name="Bryan Sun" userId="851caa7714272873" providerId="LiveId" clId="{1DF0C224-3A3E-55A6-A8D1-F8F2208D385B}" dt="2026-08-21T13:39:48.487" v="4242" actId="14100"/>
          <ac:picMkLst>
            <pc:docMk/>
            <pc:sldMk cId="2250839352" sldId="675"/>
            <ac:picMk id="3" creationId="{ED017B7B-555E-0F9B-A0E2-5423FF66D802}"/>
          </ac:picMkLst>
        </pc:picChg>
      </pc:sldChg>
      <pc:sldChg chg="add mod modShow">
        <pc:chgData name="Bryan Sun" userId="851caa7714272873" providerId="LiveId" clId="{1DF0C224-3A3E-55A6-A8D1-F8F2208D385B}" dt="2026-08-21T13:43:05.532" v="4445" actId="729"/>
        <pc:sldMkLst>
          <pc:docMk/>
          <pc:sldMk cId="3263685160" sldId="676"/>
        </pc:sldMkLst>
      </pc:sldChg>
      <pc:sldChg chg="delSp modSp add mod delAnim">
        <pc:chgData name="Bryan Sun" userId="851caa7714272873" providerId="LiveId" clId="{1DF0C224-3A3E-55A6-A8D1-F8F2208D385B}" dt="2026-08-23T11:58:40.496" v="4662" actId="404"/>
        <pc:sldMkLst>
          <pc:docMk/>
          <pc:sldMk cId="697400910" sldId="677"/>
        </pc:sldMkLst>
        <pc:spChg chg="mod">
          <ac:chgData name="Bryan Sun" userId="851caa7714272873" providerId="LiveId" clId="{1DF0C224-3A3E-55A6-A8D1-F8F2208D385B}" dt="2026-08-23T11:58:40.496" v="4662" actId="404"/>
          <ac:spMkLst>
            <pc:docMk/>
            <pc:sldMk cId="697400910" sldId="677"/>
            <ac:spMk id="2" creationId="{F438EF63-E1DA-7769-EF4F-B6E47130E0C1}"/>
          </ac:spMkLst>
        </pc:spChg>
        <pc:spChg chg="mod">
          <ac:chgData name="Bryan Sun" userId="851caa7714272873" providerId="LiveId" clId="{1DF0C224-3A3E-55A6-A8D1-F8F2208D385B}" dt="2026-08-23T11:52:21.265" v="4570" actId="20577"/>
          <ac:spMkLst>
            <pc:docMk/>
            <pc:sldMk cId="697400910" sldId="677"/>
            <ac:spMk id="10" creationId="{6C6373BA-0577-A18A-0DDF-68E0EFD85193}"/>
          </ac:spMkLst>
        </pc:spChg>
      </pc:sldChg>
      <pc:sldChg chg="add mod modShow">
        <pc:chgData name="Bryan Sun" userId="851caa7714272873" providerId="LiveId" clId="{1DF0C224-3A3E-55A6-A8D1-F8F2208D385B}" dt="2026-08-23T11:52:29.924" v="4571" actId="729"/>
        <pc:sldMkLst>
          <pc:docMk/>
          <pc:sldMk cId="2083760515" sldId="678"/>
        </pc:sldMkLst>
      </pc:sldChg>
      <pc:sldChg chg="add mod modShow">
        <pc:chgData name="Bryan Sun" userId="851caa7714272873" providerId="LiveId" clId="{1DF0C224-3A3E-55A6-A8D1-F8F2208D385B}" dt="2026-08-23T11:52:29.924" v="4571" actId="729"/>
        <pc:sldMkLst>
          <pc:docMk/>
          <pc:sldMk cId="3549479941" sldId="679"/>
        </pc:sldMkLst>
      </pc:sldChg>
      <pc:sldChg chg="addSp modSp add mod modAnim">
        <pc:chgData name="Bryan Sun" userId="851caa7714272873" providerId="LiveId" clId="{1DF0C224-3A3E-55A6-A8D1-F8F2208D385B}" dt="2026-08-28T10:53:26.163" v="5236" actId="14100"/>
        <pc:sldMkLst>
          <pc:docMk/>
          <pc:sldMk cId="283412515" sldId="680"/>
        </pc:sldMkLst>
        <pc:spChg chg="mod">
          <ac:chgData name="Bryan Sun" userId="851caa7714272873" providerId="LiveId" clId="{1DF0C224-3A3E-55A6-A8D1-F8F2208D385B}" dt="2026-08-28T10:53:26.163" v="5236" actId="14100"/>
          <ac:spMkLst>
            <pc:docMk/>
            <pc:sldMk cId="283412515" sldId="680"/>
            <ac:spMk id="4" creationId="{4E94147E-59BF-4252-9156-AB6622E184BD}"/>
          </ac:spMkLst>
        </pc:spChg>
        <pc:spChg chg="mod">
          <ac:chgData name="Bryan Sun" userId="851caa7714272873" providerId="LiveId" clId="{1DF0C224-3A3E-55A6-A8D1-F8F2208D385B}" dt="2026-08-28T10:28:35.344" v="4683" actId="20577"/>
          <ac:spMkLst>
            <pc:docMk/>
            <pc:sldMk cId="283412515" sldId="680"/>
            <ac:spMk id="10" creationId="{E479FEAC-BD66-97C6-1EFE-804E9CA54D4C}"/>
          </ac:spMkLst>
        </pc:spChg>
        <pc:picChg chg="add mod">
          <ac:chgData name="Bryan Sun" userId="851caa7714272873" providerId="LiveId" clId="{1DF0C224-3A3E-55A6-A8D1-F8F2208D385B}" dt="2026-08-28T10:53:22.205" v="5235" actId="14100"/>
          <ac:picMkLst>
            <pc:docMk/>
            <pc:sldMk cId="283412515" sldId="680"/>
            <ac:picMk id="2" creationId="{37321A3D-4D8C-E894-D8D1-27DE35F3691A}"/>
          </ac:picMkLst>
        </pc:picChg>
      </pc:sldChg>
      <pc:sldChg chg="addSp delSp modSp add mod modAnim">
        <pc:chgData name="Bryan Sun" userId="851caa7714272873" providerId="LiveId" clId="{1DF0C224-3A3E-55A6-A8D1-F8F2208D385B}" dt="2026-08-28T10:57:33.654" v="5409"/>
        <pc:sldMkLst>
          <pc:docMk/>
          <pc:sldMk cId="2463173726" sldId="681"/>
        </pc:sldMkLst>
        <pc:spChg chg="mod">
          <ac:chgData name="Bryan Sun" userId="851caa7714272873" providerId="LiveId" clId="{1DF0C224-3A3E-55A6-A8D1-F8F2208D385B}" dt="2026-08-28T10:57:18.249" v="5407" actId="20577"/>
          <ac:spMkLst>
            <pc:docMk/>
            <pc:sldMk cId="2463173726" sldId="681"/>
            <ac:spMk id="2" creationId="{381C0B68-90EB-A761-7F6B-B655CC6C3371}"/>
          </ac:spMkLst>
        </pc:spChg>
        <pc:spChg chg="add mod">
          <ac:chgData name="Bryan Sun" userId="851caa7714272873" providerId="LiveId" clId="{1DF0C224-3A3E-55A6-A8D1-F8F2208D385B}" dt="2026-08-28T10:55:41.911" v="5364" actId="20577"/>
          <ac:spMkLst>
            <pc:docMk/>
            <pc:sldMk cId="2463173726" sldId="681"/>
            <ac:spMk id="4" creationId="{3D5E9D52-8892-BA5C-8205-A9B685ECCD8E}"/>
          </ac:spMkLst>
        </pc:spChg>
        <pc:spChg chg="add mod">
          <ac:chgData name="Bryan Sun" userId="851caa7714272873" providerId="LiveId" clId="{1DF0C224-3A3E-55A6-A8D1-F8F2208D385B}" dt="2026-08-28T10:57:32.013" v="5408"/>
          <ac:spMkLst>
            <pc:docMk/>
            <pc:sldMk cId="2463173726" sldId="681"/>
            <ac:spMk id="6" creationId="{E96AF236-A090-5631-16C7-BF891FB20644}"/>
          </ac:spMkLst>
        </pc:spChg>
        <pc:picChg chg="del">
          <ac:chgData name="Bryan Sun" userId="851caa7714272873" providerId="LiveId" clId="{1DF0C224-3A3E-55A6-A8D1-F8F2208D385B}" dt="2026-08-28T10:53:33.340" v="5237" actId="478"/>
          <ac:picMkLst>
            <pc:docMk/>
            <pc:sldMk cId="2463173726" sldId="681"/>
            <ac:picMk id="3" creationId="{F447E530-D622-369B-1951-C0B00B10DB26}"/>
          </ac:picMkLst>
        </pc:picChg>
      </pc:sldChg>
      <pc:sldChg chg="delSp modSp add mod modAnim modShow">
        <pc:chgData name="Bryan Sun" userId="851caa7714272873" providerId="LiveId" clId="{1DF0C224-3A3E-55A6-A8D1-F8F2208D385B}" dt="2026-08-28T11:01:13.383" v="5814"/>
        <pc:sldMkLst>
          <pc:docMk/>
          <pc:sldMk cId="3030562427" sldId="682"/>
        </pc:sldMkLst>
        <pc:spChg chg="mod">
          <ac:chgData name="Bryan Sun" userId="851caa7714272873" providerId="LiveId" clId="{1DF0C224-3A3E-55A6-A8D1-F8F2208D385B}" dt="2026-08-28T10:57:10.193" v="5389" actId="20577"/>
          <ac:spMkLst>
            <pc:docMk/>
            <pc:sldMk cId="3030562427" sldId="682"/>
            <ac:spMk id="4" creationId="{49CF6D78-1390-7A33-0F54-46B9D093FC01}"/>
          </ac:spMkLst>
        </pc:spChg>
        <pc:spChg chg="mod">
          <ac:chgData name="Bryan Sun" userId="851caa7714272873" providerId="LiveId" clId="{1DF0C224-3A3E-55A6-A8D1-F8F2208D385B}" dt="2026-08-28T11:01:04.602" v="5813" actId="113"/>
          <ac:spMkLst>
            <pc:docMk/>
            <pc:sldMk cId="3030562427" sldId="682"/>
            <ac:spMk id="6" creationId="{3BA094EB-EDF7-C3E7-5413-8B33162B50A1}"/>
          </ac:spMkLst>
        </pc:spChg>
        <pc:picChg chg="del">
          <ac:chgData name="Bryan Sun" userId="851caa7714272873" providerId="LiveId" clId="{1DF0C224-3A3E-55A6-A8D1-F8F2208D385B}" dt="2026-08-28T10:58:19.070" v="5463" actId="478"/>
          <ac:picMkLst>
            <pc:docMk/>
            <pc:sldMk cId="3030562427" sldId="682"/>
            <ac:picMk id="2" creationId="{5B7DE2CE-EC6A-F79B-F4D4-058B7EC56454}"/>
          </ac:picMkLst>
        </pc:picChg>
        <pc:picChg chg="del">
          <ac:chgData name="Bryan Sun" userId="851caa7714272873" providerId="LiveId" clId="{1DF0C224-3A3E-55A6-A8D1-F8F2208D385B}" dt="2026-08-28T10:58:19.070" v="5463" actId="478"/>
          <ac:picMkLst>
            <pc:docMk/>
            <pc:sldMk cId="3030562427" sldId="682"/>
            <ac:picMk id="7" creationId="{D10B9BE6-756F-F9A4-2D3F-4B48DC702DD0}"/>
          </ac:picMkLst>
        </pc:picChg>
        <pc:picChg chg="del">
          <ac:chgData name="Bryan Sun" userId="851caa7714272873" providerId="LiveId" clId="{1DF0C224-3A3E-55A6-A8D1-F8F2208D385B}" dt="2026-08-28T10:58:19.070" v="5463" actId="478"/>
          <ac:picMkLst>
            <pc:docMk/>
            <pc:sldMk cId="3030562427" sldId="682"/>
            <ac:picMk id="8" creationId="{6900FC01-C2B2-4DE6-0B95-3A5C2AB3CC75}"/>
          </ac:picMkLst>
        </pc:picChg>
      </pc:sldChg>
      <pc:sldChg chg="addSp delSp modSp add mod modAnim">
        <pc:chgData name="Bryan Sun" userId="851caa7714272873" providerId="LiveId" clId="{1DF0C224-3A3E-55A6-A8D1-F8F2208D385B}" dt="2026-08-28T11:32:33.654" v="6045"/>
        <pc:sldMkLst>
          <pc:docMk/>
          <pc:sldMk cId="1666914599" sldId="683"/>
        </pc:sldMkLst>
        <pc:spChg chg="mod">
          <ac:chgData name="Bryan Sun" userId="851caa7714272873" providerId="LiveId" clId="{1DF0C224-3A3E-55A6-A8D1-F8F2208D385B}" dt="2026-08-28T11:32:19.782" v="6044" actId="12"/>
          <ac:spMkLst>
            <pc:docMk/>
            <pc:sldMk cId="1666914599" sldId="683"/>
            <ac:spMk id="4" creationId="{F18C30C7-147A-52F1-CDC2-DA4DAEC27C8D}"/>
          </ac:spMkLst>
        </pc:spChg>
        <pc:spChg chg="add mod">
          <ac:chgData name="Bryan Sun" userId="851caa7714272873" providerId="LiveId" clId="{1DF0C224-3A3E-55A6-A8D1-F8F2208D385B}" dt="2026-08-28T11:31:50.567" v="6041" actId="1036"/>
          <ac:spMkLst>
            <pc:docMk/>
            <pc:sldMk cId="1666914599" sldId="683"/>
            <ac:spMk id="5" creationId="{4B38BD0E-1B60-D60A-F6F2-9BCF9E5CD228}"/>
          </ac:spMkLst>
        </pc:spChg>
        <pc:spChg chg="mod">
          <ac:chgData name="Bryan Sun" userId="851caa7714272873" providerId="LiveId" clId="{1DF0C224-3A3E-55A6-A8D1-F8F2208D385B}" dt="2026-08-28T11:23:22.785" v="5829" actId="20577"/>
          <ac:spMkLst>
            <pc:docMk/>
            <pc:sldMk cId="1666914599" sldId="683"/>
            <ac:spMk id="10" creationId="{7278DEA0-9B6A-FD32-EDDC-C2B3DB0C068A}"/>
          </ac:spMkLst>
        </pc:spChg>
        <pc:picChg chg="del">
          <ac:chgData name="Bryan Sun" userId="851caa7714272873" providerId="LiveId" clId="{1DF0C224-3A3E-55A6-A8D1-F8F2208D385B}" dt="2026-08-28T11:23:24.856" v="5830" actId="478"/>
          <ac:picMkLst>
            <pc:docMk/>
            <pc:sldMk cId="1666914599" sldId="683"/>
            <ac:picMk id="2" creationId="{0548305B-46A9-99BC-CE4C-11E4F8AA57C7}"/>
          </ac:picMkLst>
        </pc:picChg>
        <pc:picChg chg="add mod">
          <ac:chgData name="Bryan Sun" userId="851caa7714272873" providerId="LiveId" clId="{1DF0C224-3A3E-55A6-A8D1-F8F2208D385B}" dt="2026-08-28T11:23:59.864" v="5837" actId="14100"/>
          <ac:picMkLst>
            <pc:docMk/>
            <pc:sldMk cId="1666914599" sldId="683"/>
            <ac:picMk id="3" creationId="{9DA65132-4AE2-7E37-BB16-90EA443ADB90}"/>
          </ac:picMkLst>
        </pc:picChg>
      </pc:sldChg>
      <pc:sldChg chg="addSp delSp modSp add mod replId delAnim modAnim">
        <pc:chgData name="Bryan Sun" userId="851caa7714272873" providerId="LiveId" clId="{1DF0C224-3A3E-55A6-A8D1-F8F2208D385B}" dt="2026-08-28T12:08:30.823" v="6724" actId="20577"/>
        <pc:sldMkLst>
          <pc:docMk/>
          <pc:sldMk cId="3640090794" sldId="684"/>
        </pc:sldMkLst>
        <pc:spChg chg="mod">
          <ac:chgData name="Bryan Sun" userId="851caa7714272873" providerId="LiveId" clId="{1DF0C224-3A3E-55A6-A8D1-F8F2208D385B}" dt="2026-08-28T12:08:30.823" v="6724" actId="20577"/>
          <ac:spMkLst>
            <pc:docMk/>
            <pc:sldMk cId="3640090794" sldId="684"/>
            <ac:spMk id="2" creationId="{41E6622D-3B0D-2C18-1A76-DC9586B0FE79}"/>
          </ac:spMkLst>
        </pc:spChg>
        <pc:spChg chg="del">
          <ac:chgData name="Bryan Sun" userId="851caa7714272873" providerId="LiveId" clId="{1DF0C224-3A3E-55A6-A8D1-F8F2208D385B}" dt="2026-08-28T11:33:56.247" v="6046" actId="478"/>
          <ac:spMkLst>
            <pc:docMk/>
            <pc:sldMk cId="3640090794" sldId="684"/>
            <ac:spMk id="4" creationId="{9DC2B50A-12D6-0C5E-7DE8-FE310DC61789}"/>
          </ac:spMkLst>
        </pc:spChg>
        <pc:spChg chg="del">
          <ac:chgData name="Bryan Sun" userId="851caa7714272873" providerId="LiveId" clId="{1DF0C224-3A3E-55A6-A8D1-F8F2208D385B}" dt="2026-08-28T11:51:24.293" v="6452" actId="478"/>
          <ac:spMkLst>
            <pc:docMk/>
            <pc:sldMk cId="3640090794" sldId="684"/>
            <ac:spMk id="5" creationId="{E5D60F73-2CD6-61BC-AFAE-353F85155C0D}"/>
          </ac:spMkLst>
        </pc:spChg>
        <pc:spChg chg="add mod">
          <ac:chgData name="Bryan Sun" userId="851caa7714272873" providerId="LiveId" clId="{1DF0C224-3A3E-55A6-A8D1-F8F2208D385B}" dt="2026-08-28T11:51:33.813" v="6505" actId="1037"/>
          <ac:spMkLst>
            <pc:docMk/>
            <pc:sldMk cId="3640090794" sldId="684"/>
            <ac:spMk id="12" creationId="{70B80EAE-FB68-A22E-F8C8-D8E683A6FCBE}"/>
          </ac:spMkLst>
        </pc:spChg>
        <pc:spChg chg="add mod">
          <ac:chgData name="Bryan Sun" userId="851caa7714272873" providerId="LiveId" clId="{1DF0C224-3A3E-55A6-A8D1-F8F2208D385B}" dt="2026-08-28T11:56:38.302" v="6534" actId="1076"/>
          <ac:spMkLst>
            <pc:docMk/>
            <pc:sldMk cId="3640090794" sldId="684"/>
            <ac:spMk id="19" creationId="{64972A47-D067-FF09-C603-47D5C6884656}"/>
          </ac:spMkLst>
        </pc:spChg>
        <pc:spChg chg="add mod">
          <ac:chgData name="Bryan Sun" userId="851caa7714272873" providerId="LiveId" clId="{1DF0C224-3A3E-55A6-A8D1-F8F2208D385B}" dt="2026-08-28T11:51:33.813" v="6505" actId="1037"/>
          <ac:spMkLst>
            <pc:docMk/>
            <pc:sldMk cId="3640090794" sldId="684"/>
            <ac:spMk id="20" creationId="{BC7286AD-C9F5-18D3-6A85-E2D89BA52106}"/>
          </ac:spMkLst>
        </pc:spChg>
        <pc:spChg chg="add mod">
          <ac:chgData name="Bryan Sun" userId="851caa7714272873" providerId="LiveId" clId="{1DF0C224-3A3E-55A6-A8D1-F8F2208D385B}" dt="2026-08-28T11:51:33.813" v="6505" actId="1037"/>
          <ac:spMkLst>
            <pc:docMk/>
            <pc:sldMk cId="3640090794" sldId="684"/>
            <ac:spMk id="21" creationId="{669D1F17-E7E9-ADD9-D93A-3DA1294A596A}"/>
          </ac:spMkLst>
        </pc:spChg>
        <pc:spChg chg="add mod">
          <ac:chgData name="Bryan Sun" userId="851caa7714272873" providerId="LiveId" clId="{1DF0C224-3A3E-55A6-A8D1-F8F2208D385B}" dt="2026-08-28T11:51:33.813" v="6505" actId="1037"/>
          <ac:spMkLst>
            <pc:docMk/>
            <pc:sldMk cId="3640090794" sldId="684"/>
            <ac:spMk id="22" creationId="{327D01F6-8013-9479-68A4-0DB5A31E3E20}"/>
          </ac:spMkLst>
        </pc:spChg>
        <pc:spChg chg="add mod">
          <ac:chgData name="Bryan Sun" userId="851caa7714272873" providerId="LiveId" clId="{1DF0C224-3A3E-55A6-A8D1-F8F2208D385B}" dt="2026-08-28T11:51:33.813" v="6505" actId="1037"/>
          <ac:spMkLst>
            <pc:docMk/>
            <pc:sldMk cId="3640090794" sldId="684"/>
            <ac:spMk id="31" creationId="{94A70FB3-3FD3-7369-4A4A-D49F328CAE65}"/>
          </ac:spMkLst>
        </pc:spChg>
        <pc:spChg chg="add mod">
          <ac:chgData name="Bryan Sun" userId="851caa7714272873" providerId="LiveId" clId="{1DF0C224-3A3E-55A6-A8D1-F8F2208D385B}" dt="2026-08-28T11:58:20.286" v="6571" actId="20577"/>
          <ac:spMkLst>
            <pc:docMk/>
            <pc:sldMk cId="3640090794" sldId="684"/>
            <ac:spMk id="32" creationId="{404115D5-B2F8-5147-511F-006C33542F3B}"/>
          </ac:spMkLst>
        </pc:spChg>
        <pc:spChg chg="add mod">
          <ac:chgData name="Bryan Sun" userId="851caa7714272873" providerId="LiveId" clId="{1DF0C224-3A3E-55A6-A8D1-F8F2208D385B}" dt="2026-08-28T11:51:33.813" v="6505" actId="1037"/>
          <ac:spMkLst>
            <pc:docMk/>
            <pc:sldMk cId="3640090794" sldId="684"/>
            <ac:spMk id="33" creationId="{BCC645AB-05D4-A4AC-FFAE-99782E6E26E7}"/>
          </ac:spMkLst>
        </pc:spChg>
        <pc:spChg chg="add mod">
          <ac:chgData name="Bryan Sun" userId="851caa7714272873" providerId="LiveId" clId="{1DF0C224-3A3E-55A6-A8D1-F8F2208D385B}" dt="2026-08-28T11:56:30.583" v="6531"/>
          <ac:spMkLst>
            <pc:docMk/>
            <pc:sldMk cId="3640090794" sldId="684"/>
            <ac:spMk id="38" creationId="{EAA55C10-ABFD-4894-D091-681B35ADF8AD}"/>
          </ac:spMkLst>
        </pc:spChg>
        <pc:spChg chg="add mod">
          <ac:chgData name="Bryan Sun" userId="851caa7714272873" providerId="LiveId" clId="{1DF0C224-3A3E-55A6-A8D1-F8F2208D385B}" dt="2026-08-28T11:57:03.968" v="6553" actId="207"/>
          <ac:spMkLst>
            <pc:docMk/>
            <pc:sldMk cId="3640090794" sldId="684"/>
            <ac:spMk id="39" creationId="{3DC971BA-79E9-52F1-10B0-E7F17FED8A26}"/>
          </ac:spMkLst>
        </pc:spChg>
        <pc:spChg chg="add mod">
          <ac:chgData name="Bryan Sun" userId="851caa7714272873" providerId="LiveId" clId="{1DF0C224-3A3E-55A6-A8D1-F8F2208D385B}" dt="2026-08-28T12:08:06.906" v="6707" actId="114"/>
          <ac:spMkLst>
            <pc:docMk/>
            <pc:sldMk cId="3640090794" sldId="684"/>
            <ac:spMk id="40" creationId="{2D794758-F86E-346A-F9F0-AA13FE840B75}"/>
          </ac:spMkLst>
        </pc:spChg>
        <pc:spChg chg="add mod">
          <ac:chgData name="Bryan Sun" userId="851caa7714272873" providerId="LiveId" clId="{1DF0C224-3A3E-55A6-A8D1-F8F2208D385B}" dt="2026-08-28T11:59:30.359" v="6595" actId="114"/>
          <ac:spMkLst>
            <pc:docMk/>
            <pc:sldMk cId="3640090794" sldId="684"/>
            <ac:spMk id="41" creationId="{AAEBB6D4-F578-87C9-7A3B-449646EBE1F1}"/>
          </ac:spMkLst>
        </pc:spChg>
        <pc:spChg chg="add mod">
          <ac:chgData name="Bryan Sun" userId="851caa7714272873" providerId="LiveId" clId="{1DF0C224-3A3E-55A6-A8D1-F8F2208D385B}" dt="2026-08-28T12:02:15.904" v="6678" actId="207"/>
          <ac:spMkLst>
            <pc:docMk/>
            <pc:sldMk cId="3640090794" sldId="684"/>
            <ac:spMk id="42" creationId="{83D6E5DA-36D0-9285-A004-F72BFD1FED19}"/>
          </ac:spMkLst>
        </pc:spChg>
        <pc:spChg chg="add mod">
          <ac:chgData name="Bryan Sun" userId="851caa7714272873" providerId="LiveId" clId="{1DF0C224-3A3E-55A6-A8D1-F8F2208D385B}" dt="2026-08-28T12:02:25.801" v="6680" actId="1076"/>
          <ac:spMkLst>
            <pc:docMk/>
            <pc:sldMk cId="3640090794" sldId="684"/>
            <ac:spMk id="43" creationId="{C1A6913A-F3D4-F13C-4C10-B13FAC082E98}"/>
          </ac:spMkLst>
        </pc:spChg>
        <pc:spChg chg="add del mod">
          <ac:chgData name="Bryan Sun" userId="851caa7714272873" providerId="LiveId" clId="{1DF0C224-3A3E-55A6-A8D1-F8F2208D385B}" dt="2026-08-28T12:06:09.318" v="6704" actId="478"/>
          <ac:spMkLst>
            <pc:docMk/>
            <pc:sldMk cId="3640090794" sldId="684"/>
            <ac:spMk id="44" creationId="{E9D36217-4C63-84D4-0712-12AB39BAA9C0}"/>
          </ac:spMkLst>
        </pc:spChg>
        <pc:cxnChg chg="add mod">
          <ac:chgData name="Bryan Sun" userId="851caa7714272873" providerId="LiveId" clId="{1DF0C224-3A3E-55A6-A8D1-F8F2208D385B}" dt="2026-08-28T11:51:33.813" v="6505" actId="1037"/>
          <ac:cxnSpMkLst>
            <pc:docMk/>
            <pc:sldMk cId="3640090794" sldId="684"/>
            <ac:cxnSpMk id="6" creationId="{2417F2C1-F399-B83C-7B8D-E040CFA2D5A9}"/>
          </ac:cxnSpMkLst>
        </pc:cxnChg>
        <pc:cxnChg chg="add mod">
          <ac:chgData name="Bryan Sun" userId="851caa7714272873" providerId="LiveId" clId="{1DF0C224-3A3E-55A6-A8D1-F8F2208D385B}" dt="2026-08-28T11:51:33.813" v="6505" actId="1037"/>
          <ac:cxnSpMkLst>
            <pc:docMk/>
            <pc:sldMk cId="3640090794" sldId="684"/>
            <ac:cxnSpMk id="8" creationId="{9228D8B8-F2BB-D1E7-FE9A-A12AA763DEC9}"/>
          </ac:cxnSpMkLst>
        </pc:cxnChg>
        <pc:cxnChg chg="add mod">
          <ac:chgData name="Bryan Sun" userId="851caa7714272873" providerId="LiveId" clId="{1DF0C224-3A3E-55A6-A8D1-F8F2208D385B}" dt="2026-08-28T11:36:32.050" v="6080" actId="1036"/>
          <ac:cxnSpMkLst>
            <pc:docMk/>
            <pc:sldMk cId="3640090794" sldId="684"/>
            <ac:cxnSpMk id="10" creationId="{5CED8402-50DA-6713-EF47-54EC80306609}"/>
          </ac:cxnSpMkLst>
        </pc:cxnChg>
        <pc:cxnChg chg="add mod">
          <ac:chgData name="Bryan Sun" userId="851caa7714272873" providerId="LiveId" clId="{1DF0C224-3A3E-55A6-A8D1-F8F2208D385B}" dt="2026-08-28T11:42:05.469" v="6147" actId="14100"/>
          <ac:cxnSpMkLst>
            <pc:docMk/>
            <pc:sldMk cId="3640090794" sldId="684"/>
            <ac:cxnSpMk id="13" creationId="{ACF92CF7-E27C-D88F-EB78-AFC9D360E836}"/>
          </ac:cxnSpMkLst>
        </pc:cxnChg>
        <pc:cxnChg chg="add mod">
          <ac:chgData name="Bryan Sun" userId="851caa7714272873" providerId="LiveId" clId="{1DF0C224-3A3E-55A6-A8D1-F8F2208D385B}" dt="2026-08-28T11:42:02.333" v="6146" actId="14100"/>
          <ac:cxnSpMkLst>
            <pc:docMk/>
            <pc:sldMk cId="3640090794" sldId="684"/>
            <ac:cxnSpMk id="16" creationId="{8B710F9E-A8A7-FDD4-CC4C-4922EA9FB763}"/>
          </ac:cxnSpMkLst>
        </pc:cxnChg>
        <pc:cxnChg chg="add mod">
          <ac:chgData name="Bryan Sun" userId="851caa7714272873" providerId="LiveId" clId="{1DF0C224-3A3E-55A6-A8D1-F8F2208D385B}" dt="2026-08-28T11:47:12.199" v="6309" actId="14100"/>
          <ac:cxnSpMkLst>
            <pc:docMk/>
            <pc:sldMk cId="3640090794" sldId="684"/>
            <ac:cxnSpMk id="24" creationId="{4CE60164-9659-C202-E1E0-25C788FF17A0}"/>
          </ac:cxnSpMkLst>
        </pc:cxnChg>
        <pc:cxnChg chg="add mod">
          <ac:chgData name="Bryan Sun" userId="851caa7714272873" providerId="LiveId" clId="{1DF0C224-3A3E-55A6-A8D1-F8F2208D385B}" dt="2026-08-28T11:47:33.471" v="6314" actId="14100"/>
          <ac:cxnSpMkLst>
            <pc:docMk/>
            <pc:sldMk cId="3640090794" sldId="684"/>
            <ac:cxnSpMk id="27" creationId="{C20344D5-8D56-C42C-DBDB-52E05748F6D4}"/>
          </ac:cxnSpMkLst>
        </pc:cxnChg>
        <pc:cxnChg chg="add mod">
          <ac:chgData name="Bryan Sun" userId="851caa7714272873" providerId="LiveId" clId="{1DF0C224-3A3E-55A6-A8D1-F8F2208D385B}" dt="2026-08-28T11:56:07.530" v="6529" actId="692"/>
          <ac:cxnSpMkLst>
            <pc:docMk/>
            <pc:sldMk cId="3640090794" sldId="684"/>
            <ac:cxnSpMk id="34" creationId="{DEF2189B-44D4-3B7F-6259-E18F224B1B5E}"/>
          </ac:cxnSpMkLst>
        </pc:cxnChg>
      </pc:sldChg>
      <pc:sldChg chg="addSp delSp modSp add mod replId modAnim">
        <pc:chgData name="Bryan Sun" userId="851caa7714272873" providerId="LiveId" clId="{1DF0C224-3A3E-55A6-A8D1-F8F2208D385B}" dt="2026-08-28T12:11:08.833" v="6756" actId="20577"/>
        <pc:sldMkLst>
          <pc:docMk/>
          <pc:sldMk cId="1659663658" sldId="685"/>
        </pc:sldMkLst>
        <pc:spChg chg="add mod">
          <ac:chgData name="Bryan Sun" userId="851caa7714272873" providerId="LiveId" clId="{1DF0C224-3A3E-55A6-A8D1-F8F2208D385B}" dt="2026-08-28T12:11:08.833" v="6756" actId="20577"/>
          <ac:spMkLst>
            <pc:docMk/>
            <pc:sldMk cId="1659663658" sldId="685"/>
            <ac:spMk id="2" creationId="{5DDF8850-D2AB-5C68-F40C-AB3C6087E4C6}"/>
          </ac:spMkLst>
        </pc:spChg>
        <pc:spChg chg="mod">
          <ac:chgData name="Bryan Sun" userId="851caa7714272873" providerId="LiveId" clId="{1DF0C224-3A3E-55A6-A8D1-F8F2208D385B}" dt="2026-08-28T12:09:05.459" v="6736" actId="20577"/>
          <ac:spMkLst>
            <pc:docMk/>
            <pc:sldMk cId="1659663658" sldId="685"/>
            <ac:spMk id="4" creationId="{B1D68230-2173-8A29-E054-0FCBC62AA7B3}"/>
          </ac:spMkLst>
        </pc:spChg>
        <pc:spChg chg="del">
          <ac:chgData name="Bryan Sun" userId="851caa7714272873" providerId="LiveId" clId="{1DF0C224-3A3E-55A6-A8D1-F8F2208D385B}" dt="2026-08-28T12:09:41.030" v="6737" actId="478"/>
          <ac:spMkLst>
            <pc:docMk/>
            <pc:sldMk cId="1659663658" sldId="685"/>
            <ac:spMk id="6" creationId="{BA93B112-3A64-B838-92E6-556DA3B92686}"/>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BF57E18-AE3F-2847-188C-708C0769F8C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BD88CAC-4FD1-FB92-1D26-05807EA8107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2CB96D7-F201-492C-AA50-574A730BC27F}" type="datetimeFigureOut">
              <a:rPr lang="en-US" smtClean="0"/>
              <a:t>8/28/26</a:t>
            </a:fld>
            <a:endParaRPr lang="en-US"/>
          </a:p>
        </p:txBody>
      </p:sp>
      <p:sp>
        <p:nvSpPr>
          <p:cNvPr id="4" name="Footer Placeholder 3">
            <a:extLst>
              <a:ext uri="{FF2B5EF4-FFF2-40B4-BE49-F238E27FC236}">
                <a16:creationId xmlns:a16="http://schemas.microsoft.com/office/drawing/2014/main" id="{88A72C0D-360E-C973-5588-52DC04A86A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39340B36-8225-0BC2-989D-2156A5B1625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D563E-BCB2-465B-8A3C-AC86CE64F69C}" type="slidenum">
              <a:rPr lang="en-US" smtClean="0"/>
              <a:t>‹#›</a:t>
            </a:fld>
            <a:endParaRPr lang="en-US"/>
          </a:p>
        </p:txBody>
      </p:sp>
    </p:spTree>
    <p:extLst>
      <p:ext uri="{BB962C8B-B14F-4D97-AF65-F5344CB8AC3E}">
        <p14:creationId xmlns:p14="http://schemas.microsoft.com/office/powerpoint/2010/main" val="368771028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7D16CA8-7DCC-4F2C-A1EF-C632B9D3E96D}" type="datetimeFigureOut">
              <a:rPr lang="en-US" smtClean="0"/>
              <a:t>8/28/26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B990660-4B7D-4C11-96DB-B19FFA8CA93C}" type="slidenum">
              <a:rPr lang="en-US" smtClean="0"/>
              <a:t>‹#›</a:t>
            </a:fld>
            <a:endParaRPr lang="en-US"/>
          </a:p>
        </p:txBody>
      </p:sp>
    </p:spTree>
    <p:extLst>
      <p:ext uri="{BB962C8B-B14F-4D97-AF65-F5344CB8AC3E}">
        <p14:creationId xmlns:p14="http://schemas.microsoft.com/office/powerpoint/2010/main" val="37673614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en-AU"/>
          </a:p>
        </p:txBody>
      </p:sp>
      <p:sp>
        <p:nvSpPr>
          <p:cNvPr id="3" name="备注占位符 2"/>
          <p:cNvSpPr>
            <a:spLocks noGrp="1"/>
          </p:cNvSpPr>
          <p:nvPr>
            <p:ph type="body" idx="1"/>
          </p:nvPr>
        </p:nvSpPr>
        <p:spPr/>
        <p:txBody>
          <a:bodyPr/>
          <a:lstStyle/>
          <a:p>
            <a:pPr marL="228600" indent="-228600">
              <a:buAutoNum type="arabicPeriod"/>
            </a:pPr>
            <a:r>
              <a:rPr lang="en-US" altLang="zh-CN"/>
              <a:t>Introduce</a:t>
            </a:r>
            <a:r>
              <a:rPr lang="zh-CN" altLang="en-US"/>
              <a:t> </a:t>
            </a:r>
            <a:r>
              <a:rPr lang="en-US" altLang="zh-CN"/>
              <a:t>myself</a:t>
            </a:r>
            <a:r>
              <a:rPr lang="zh-CN" altLang="en-US"/>
              <a:t> </a:t>
            </a:r>
            <a:r>
              <a:rPr lang="en-US" altLang="zh-CN"/>
              <a:t>(5)</a:t>
            </a:r>
          </a:p>
          <a:p>
            <a:pPr marL="228600" indent="-228600">
              <a:buAutoNum type="arabicPeriod"/>
            </a:pPr>
            <a:r>
              <a:rPr lang="en-US" altLang="zh-CN"/>
              <a:t>Introduce</a:t>
            </a:r>
            <a:r>
              <a:rPr lang="zh-CN" altLang="en-US"/>
              <a:t> </a:t>
            </a:r>
            <a:r>
              <a:rPr lang="en-US" altLang="zh-CN"/>
              <a:t>each</a:t>
            </a:r>
            <a:r>
              <a:rPr lang="zh-CN" altLang="en-US"/>
              <a:t> </a:t>
            </a:r>
            <a:r>
              <a:rPr lang="en-US" altLang="zh-CN"/>
              <a:t>student:</a:t>
            </a:r>
            <a:r>
              <a:rPr lang="zh-CN" altLang="en-US"/>
              <a:t> </a:t>
            </a:r>
            <a:r>
              <a:rPr lang="en-US" altLang="zh-CN"/>
              <a:t>(3</a:t>
            </a:r>
            <a:r>
              <a:rPr lang="zh-CN" altLang="en-US"/>
              <a:t> </a:t>
            </a:r>
            <a:r>
              <a:rPr lang="en-US" altLang="zh-CN"/>
              <a:t>each)</a:t>
            </a:r>
          </a:p>
          <a:p>
            <a:pPr marL="685800" lvl="1" indent="-228600">
              <a:buFont typeface="Arial" panose="020B0604020202020204" pitchFamily="34" charset="0"/>
              <a:buChar char="•"/>
            </a:pPr>
            <a:r>
              <a:rPr lang="en-US" altLang="zh-CN"/>
              <a:t>Age</a:t>
            </a:r>
            <a:r>
              <a:rPr lang="zh-CN" altLang="en-US"/>
              <a:t> </a:t>
            </a:r>
            <a:r>
              <a:rPr lang="en-US" altLang="zh-CN"/>
              <a:t>/</a:t>
            </a:r>
            <a:r>
              <a:rPr lang="zh-CN" altLang="en-US"/>
              <a:t> </a:t>
            </a:r>
            <a:r>
              <a:rPr lang="en-US" altLang="zh-CN"/>
              <a:t>year</a:t>
            </a:r>
          </a:p>
          <a:p>
            <a:pPr marL="685800" lvl="1" indent="-228600">
              <a:buFont typeface="Arial" panose="020B0604020202020204" pitchFamily="34" charset="0"/>
              <a:buChar char="•"/>
            </a:pPr>
            <a:r>
              <a:rPr lang="en-US" altLang="zh-CN"/>
              <a:t>What</a:t>
            </a:r>
            <a:r>
              <a:rPr lang="zh-CN" altLang="en-US"/>
              <a:t> </a:t>
            </a:r>
            <a:r>
              <a:rPr lang="en-US" altLang="zh-CN"/>
              <a:t>have</a:t>
            </a:r>
            <a:r>
              <a:rPr lang="zh-CN" altLang="en-US"/>
              <a:t> </a:t>
            </a:r>
            <a:r>
              <a:rPr lang="en-US" altLang="zh-CN"/>
              <a:t>learned</a:t>
            </a:r>
            <a:r>
              <a:rPr lang="zh-CN" altLang="en-US"/>
              <a:t> </a:t>
            </a:r>
            <a:r>
              <a:rPr lang="en-US" altLang="zh-CN"/>
              <a:t>before?</a:t>
            </a:r>
          </a:p>
          <a:p>
            <a:pPr marL="685800" lvl="1" indent="-228600">
              <a:buFont typeface="Arial" panose="020B0604020202020204" pitchFamily="34" charset="0"/>
              <a:buChar char="•"/>
            </a:pPr>
            <a:r>
              <a:rPr lang="en-US" altLang="zh-CN"/>
              <a:t>What</a:t>
            </a:r>
            <a:r>
              <a:rPr lang="zh-CN" altLang="en-US"/>
              <a:t> </a:t>
            </a:r>
            <a:r>
              <a:rPr lang="en-US" altLang="zh-CN"/>
              <a:t>do</a:t>
            </a:r>
            <a:r>
              <a:rPr lang="zh-CN" altLang="en-US"/>
              <a:t> </a:t>
            </a:r>
            <a:r>
              <a:rPr lang="en-US" altLang="zh-CN"/>
              <a:t>you</a:t>
            </a:r>
            <a:r>
              <a:rPr lang="zh-CN" altLang="en-US"/>
              <a:t> </a:t>
            </a:r>
            <a:r>
              <a:rPr lang="en-US" altLang="zh-CN"/>
              <a:t>want</a:t>
            </a:r>
            <a:r>
              <a:rPr lang="zh-CN" altLang="en-US"/>
              <a:t> </a:t>
            </a:r>
            <a:r>
              <a:rPr lang="en-US" altLang="zh-CN"/>
              <a:t>to</a:t>
            </a:r>
            <a:r>
              <a:rPr lang="zh-CN" altLang="en-US"/>
              <a:t> </a:t>
            </a:r>
            <a:r>
              <a:rPr lang="en-US" altLang="zh-CN"/>
              <a:t>achieve?</a:t>
            </a:r>
          </a:p>
          <a:p>
            <a:pPr marL="685800" lvl="1" indent="-228600">
              <a:buFont typeface="Arial" panose="020B0604020202020204" pitchFamily="34" charset="0"/>
              <a:buChar char="•"/>
            </a:pPr>
            <a:r>
              <a:rPr lang="en-US" altLang="zh-CN"/>
              <a:t>What</a:t>
            </a:r>
            <a:r>
              <a:rPr lang="zh-CN" altLang="en-US"/>
              <a:t> </a:t>
            </a:r>
            <a:r>
              <a:rPr lang="en-US" altLang="zh-CN"/>
              <a:t>other</a:t>
            </a:r>
            <a:r>
              <a:rPr lang="zh-CN" altLang="en-US"/>
              <a:t> </a:t>
            </a:r>
            <a:r>
              <a:rPr lang="en-US" altLang="zh-CN"/>
              <a:t>hobbies</a:t>
            </a:r>
            <a:r>
              <a:rPr lang="zh-CN" altLang="en-US"/>
              <a:t> </a:t>
            </a:r>
            <a:r>
              <a:rPr lang="en-US" altLang="zh-CN"/>
              <a:t>do</a:t>
            </a:r>
            <a:r>
              <a:rPr lang="zh-CN" altLang="en-US"/>
              <a:t> </a:t>
            </a:r>
            <a:r>
              <a:rPr lang="en-US" altLang="zh-CN"/>
              <a:t>you</a:t>
            </a:r>
            <a:r>
              <a:rPr lang="zh-CN" altLang="en-US"/>
              <a:t> </a:t>
            </a:r>
            <a:r>
              <a:rPr lang="en-US" altLang="zh-CN"/>
              <a:t>have?</a:t>
            </a:r>
          </a:p>
          <a:p>
            <a:pPr marL="685800" lvl="1" indent="-228600">
              <a:buFont typeface="Arial" panose="020B0604020202020204" pitchFamily="34" charset="0"/>
              <a:buChar char="•"/>
            </a:pPr>
            <a:r>
              <a:rPr lang="en-US" altLang="zh-CN"/>
              <a:t>Write</a:t>
            </a:r>
            <a:r>
              <a:rPr lang="zh-CN" altLang="en-US"/>
              <a:t> </a:t>
            </a:r>
            <a:r>
              <a:rPr lang="en-US" altLang="zh-CN"/>
              <a:t>a</a:t>
            </a:r>
            <a:r>
              <a:rPr lang="zh-CN" altLang="en-US"/>
              <a:t> </a:t>
            </a:r>
            <a:r>
              <a:rPr lang="en-US" altLang="zh-CN"/>
              <a:t>name</a:t>
            </a:r>
            <a:r>
              <a:rPr lang="zh-CN" altLang="en-US"/>
              <a:t> </a:t>
            </a:r>
            <a:r>
              <a:rPr lang="en-US" altLang="zh-CN"/>
              <a:t>plate</a:t>
            </a:r>
          </a:p>
          <a:p>
            <a:pPr marL="228600" lvl="0" indent="-228600">
              <a:buFont typeface="Arial" panose="020B0604020202020204" pitchFamily="34" charset="0"/>
              <a:buChar char="•"/>
            </a:pPr>
            <a:endParaRPr lang="en-AU"/>
          </a:p>
        </p:txBody>
      </p:sp>
      <p:sp>
        <p:nvSpPr>
          <p:cNvPr id="4" name="灯片编号占位符 3"/>
          <p:cNvSpPr>
            <a:spLocks noGrp="1"/>
          </p:cNvSpPr>
          <p:nvPr>
            <p:ph type="sldNum" sz="quarter" idx="5"/>
          </p:nvPr>
        </p:nvSpPr>
        <p:spPr/>
        <p:txBody>
          <a:bodyPr/>
          <a:lstStyle/>
          <a:p>
            <a:fld id="{8B990660-4B7D-4C11-96DB-B19FFA8CA93C}" type="slidenum">
              <a:rPr lang="en-US" smtClean="0"/>
              <a:t>2</a:t>
            </a:fld>
            <a:endParaRPr lang="en-US"/>
          </a:p>
        </p:txBody>
      </p:sp>
    </p:spTree>
    <p:extLst>
      <p:ext uri="{BB962C8B-B14F-4D97-AF65-F5344CB8AC3E}">
        <p14:creationId xmlns:p14="http://schemas.microsoft.com/office/powerpoint/2010/main" val="32698691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4B958-E1D6-5C29-8E60-76F1F6C04AD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F9603F2-CD1B-A89E-AFCA-AC49CB8DE578}"/>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F6949682-6D11-C453-69F8-669A2C5B7FCF}"/>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B2EAC5B5-8F5E-B89A-A9D9-CE21D6EB4332}"/>
              </a:ext>
            </a:extLst>
          </p:cNvPr>
          <p:cNvSpPr>
            <a:spLocks noGrp="1"/>
          </p:cNvSpPr>
          <p:nvPr>
            <p:ph type="sldNum" sz="quarter" idx="5"/>
          </p:nvPr>
        </p:nvSpPr>
        <p:spPr/>
        <p:txBody>
          <a:bodyPr/>
          <a:lstStyle/>
          <a:p>
            <a:fld id="{8B990660-4B7D-4C11-96DB-B19FFA8CA93C}" type="slidenum">
              <a:rPr lang="en-US" smtClean="0"/>
              <a:t>5</a:t>
            </a:fld>
            <a:endParaRPr lang="en-US"/>
          </a:p>
        </p:txBody>
      </p:sp>
    </p:spTree>
    <p:extLst>
      <p:ext uri="{BB962C8B-B14F-4D97-AF65-F5344CB8AC3E}">
        <p14:creationId xmlns:p14="http://schemas.microsoft.com/office/powerpoint/2010/main" val="8875511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8B990660-4B7D-4C11-96DB-B19FFA8CA93C}" type="slidenum">
              <a:rPr lang="en-US" smtClean="0"/>
              <a:t>7</a:t>
            </a:fld>
            <a:endParaRPr lang="en-US"/>
          </a:p>
        </p:txBody>
      </p:sp>
    </p:spTree>
    <p:extLst>
      <p:ext uri="{BB962C8B-B14F-4D97-AF65-F5344CB8AC3E}">
        <p14:creationId xmlns:p14="http://schemas.microsoft.com/office/powerpoint/2010/main" val="2008425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074BC-EB23-7DDA-850D-AEDE590E280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5278D16-9135-8CFD-519B-0F3BC66C83A0}"/>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2F63F62C-671C-F4F1-589F-92794577AA03}"/>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3B67A4D0-5818-21A8-67AE-7CF18697FA3E}"/>
              </a:ext>
            </a:extLst>
          </p:cNvPr>
          <p:cNvSpPr>
            <a:spLocks noGrp="1"/>
          </p:cNvSpPr>
          <p:nvPr>
            <p:ph type="sldNum" sz="quarter" idx="5"/>
          </p:nvPr>
        </p:nvSpPr>
        <p:spPr/>
        <p:txBody>
          <a:bodyPr/>
          <a:lstStyle/>
          <a:p>
            <a:fld id="{8B990660-4B7D-4C11-96DB-B19FFA8CA93C}" type="slidenum">
              <a:rPr lang="en-US" smtClean="0"/>
              <a:t>8</a:t>
            </a:fld>
            <a:endParaRPr lang="en-US"/>
          </a:p>
        </p:txBody>
      </p:sp>
    </p:spTree>
    <p:extLst>
      <p:ext uri="{BB962C8B-B14F-4D97-AF65-F5344CB8AC3E}">
        <p14:creationId xmlns:p14="http://schemas.microsoft.com/office/powerpoint/2010/main" val="2447178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CFAF50-8E48-9D35-B45E-4FBD8D800F3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2B66DB7-9230-F87F-3E31-671E5ACD6604}"/>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C1428573-B651-972E-4F76-6A5277DAE0FE}"/>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CFC05A19-3CC8-BA3E-9C30-2C3976AE803E}"/>
              </a:ext>
            </a:extLst>
          </p:cNvPr>
          <p:cNvSpPr>
            <a:spLocks noGrp="1"/>
          </p:cNvSpPr>
          <p:nvPr>
            <p:ph type="sldNum" sz="quarter" idx="5"/>
          </p:nvPr>
        </p:nvSpPr>
        <p:spPr/>
        <p:txBody>
          <a:bodyPr/>
          <a:lstStyle/>
          <a:p>
            <a:fld id="{8B990660-4B7D-4C11-96DB-B19FFA8CA93C}" type="slidenum">
              <a:rPr lang="en-US" smtClean="0"/>
              <a:t>11</a:t>
            </a:fld>
            <a:endParaRPr lang="en-US"/>
          </a:p>
        </p:txBody>
      </p:sp>
    </p:spTree>
    <p:extLst>
      <p:ext uri="{BB962C8B-B14F-4D97-AF65-F5344CB8AC3E}">
        <p14:creationId xmlns:p14="http://schemas.microsoft.com/office/powerpoint/2010/main" val="27841920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B3F2F-57CA-050B-D248-64BDF9DE1A1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AB07B9-DADE-D9B7-0334-CDB3B5D9C765}"/>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1BDFFEF4-3E9D-58EF-2D62-E04EBE421F56}"/>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DFD3A93F-A3B1-2768-F095-7112AAA373E9}"/>
              </a:ext>
            </a:extLst>
          </p:cNvPr>
          <p:cNvSpPr>
            <a:spLocks noGrp="1"/>
          </p:cNvSpPr>
          <p:nvPr>
            <p:ph type="sldNum" sz="quarter" idx="5"/>
          </p:nvPr>
        </p:nvSpPr>
        <p:spPr/>
        <p:txBody>
          <a:bodyPr/>
          <a:lstStyle/>
          <a:p>
            <a:fld id="{8B990660-4B7D-4C11-96DB-B19FFA8CA93C}" type="slidenum">
              <a:rPr lang="en-US" smtClean="0"/>
              <a:t>14</a:t>
            </a:fld>
            <a:endParaRPr lang="en-US"/>
          </a:p>
        </p:txBody>
      </p:sp>
    </p:spTree>
    <p:extLst>
      <p:ext uri="{BB962C8B-B14F-4D97-AF65-F5344CB8AC3E}">
        <p14:creationId xmlns:p14="http://schemas.microsoft.com/office/powerpoint/2010/main" val="3795521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B85BD-468D-5AD2-0D18-8094759DF2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0A37FEB-4A72-6A00-7DFD-6F64DF0B53B0}"/>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7D5A83C6-FB71-ADCC-E4D2-FBDF41375329}"/>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5006456B-8512-8547-1E9C-FD9C1EDDC396}"/>
              </a:ext>
            </a:extLst>
          </p:cNvPr>
          <p:cNvSpPr>
            <a:spLocks noGrp="1"/>
          </p:cNvSpPr>
          <p:nvPr>
            <p:ph type="sldNum" sz="quarter" idx="5"/>
          </p:nvPr>
        </p:nvSpPr>
        <p:spPr/>
        <p:txBody>
          <a:bodyPr/>
          <a:lstStyle/>
          <a:p>
            <a:fld id="{8B990660-4B7D-4C11-96DB-B19FFA8CA93C}" type="slidenum">
              <a:rPr lang="en-US" smtClean="0"/>
              <a:t>17</a:t>
            </a:fld>
            <a:endParaRPr lang="en-US"/>
          </a:p>
        </p:txBody>
      </p:sp>
    </p:spTree>
    <p:extLst>
      <p:ext uri="{BB962C8B-B14F-4D97-AF65-F5344CB8AC3E}">
        <p14:creationId xmlns:p14="http://schemas.microsoft.com/office/powerpoint/2010/main" val="7909030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49A76-2396-19B3-A0F4-8A37D6FEBE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550DAA5-5742-393B-E3DF-7EBF21BA6492}"/>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08DB4248-00F4-D3DB-40EC-5AF51BD9DF23}"/>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BBD1409D-7E95-CC92-C0C3-DFBFF5A49959}"/>
              </a:ext>
            </a:extLst>
          </p:cNvPr>
          <p:cNvSpPr>
            <a:spLocks noGrp="1"/>
          </p:cNvSpPr>
          <p:nvPr>
            <p:ph type="sldNum" sz="quarter" idx="5"/>
          </p:nvPr>
        </p:nvSpPr>
        <p:spPr/>
        <p:txBody>
          <a:bodyPr/>
          <a:lstStyle/>
          <a:p>
            <a:fld id="{8B990660-4B7D-4C11-96DB-B19FFA8CA93C}" type="slidenum">
              <a:rPr lang="en-US" smtClean="0"/>
              <a:t>20</a:t>
            </a:fld>
            <a:endParaRPr lang="en-US"/>
          </a:p>
        </p:txBody>
      </p:sp>
    </p:spTree>
    <p:extLst>
      <p:ext uri="{BB962C8B-B14F-4D97-AF65-F5344CB8AC3E}">
        <p14:creationId xmlns:p14="http://schemas.microsoft.com/office/powerpoint/2010/main" val="4269165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949E5-7108-704F-7DC1-49B2E9DB78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48B7597-5FEF-8651-7007-F8201842073F}"/>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4E567D8B-4864-5836-46F6-EC12C2790BD2}"/>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B4274A8C-75DA-0F14-8AD6-EC367BD43C6C}"/>
              </a:ext>
            </a:extLst>
          </p:cNvPr>
          <p:cNvSpPr>
            <a:spLocks noGrp="1"/>
          </p:cNvSpPr>
          <p:nvPr>
            <p:ph type="sldNum" sz="quarter" idx="5"/>
          </p:nvPr>
        </p:nvSpPr>
        <p:spPr/>
        <p:txBody>
          <a:bodyPr/>
          <a:lstStyle/>
          <a:p>
            <a:fld id="{8B990660-4B7D-4C11-96DB-B19FFA8CA93C}" type="slidenum">
              <a:rPr lang="en-US" smtClean="0"/>
              <a:t>23</a:t>
            </a:fld>
            <a:endParaRPr lang="en-US"/>
          </a:p>
        </p:txBody>
      </p:sp>
    </p:spTree>
    <p:extLst>
      <p:ext uri="{BB962C8B-B14F-4D97-AF65-F5344CB8AC3E}">
        <p14:creationId xmlns:p14="http://schemas.microsoft.com/office/powerpoint/2010/main" val="2434519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7634C-4930-FCFB-EF9C-021C4C22D31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D3F9C8-7082-F8F9-5F30-B67D1D197DD9}"/>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85FCB4F9-4681-43C5-83C5-7EF544F257F4}"/>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637E0768-7461-51F3-ED3B-A7F1DB5B3296}"/>
              </a:ext>
            </a:extLst>
          </p:cNvPr>
          <p:cNvSpPr>
            <a:spLocks noGrp="1"/>
          </p:cNvSpPr>
          <p:nvPr>
            <p:ph type="sldNum" sz="quarter" idx="5"/>
          </p:nvPr>
        </p:nvSpPr>
        <p:spPr/>
        <p:txBody>
          <a:bodyPr/>
          <a:lstStyle/>
          <a:p>
            <a:fld id="{8B990660-4B7D-4C11-96DB-B19FFA8CA93C}" type="slidenum">
              <a:rPr lang="en-US" smtClean="0"/>
              <a:t>26</a:t>
            </a:fld>
            <a:endParaRPr lang="en-US"/>
          </a:p>
        </p:txBody>
      </p:sp>
    </p:spTree>
    <p:extLst>
      <p:ext uri="{BB962C8B-B14F-4D97-AF65-F5344CB8AC3E}">
        <p14:creationId xmlns:p14="http://schemas.microsoft.com/office/powerpoint/2010/main" val="7337847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55EA4-05FB-2653-0367-B00BD8683A9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7992B07-CCC1-C619-FF72-52314668DBDB}"/>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8D0DEBD1-1E27-6106-9EB6-0B9E16DF5BF1}"/>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E5B07870-9387-9499-1B54-7FCCD389029E}"/>
              </a:ext>
            </a:extLst>
          </p:cNvPr>
          <p:cNvSpPr>
            <a:spLocks noGrp="1"/>
          </p:cNvSpPr>
          <p:nvPr>
            <p:ph type="sldNum" sz="quarter" idx="5"/>
          </p:nvPr>
        </p:nvSpPr>
        <p:spPr/>
        <p:txBody>
          <a:bodyPr/>
          <a:lstStyle/>
          <a:p>
            <a:fld id="{8B990660-4B7D-4C11-96DB-B19FFA8CA93C}" type="slidenum">
              <a:rPr lang="en-US" smtClean="0"/>
              <a:t>29</a:t>
            </a:fld>
            <a:endParaRPr lang="en-US"/>
          </a:p>
        </p:txBody>
      </p:sp>
    </p:spTree>
    <p:extLst>
      <p:ext uri="{BB962C8B-B14F-4D97-AF65-F5344CB8AC3E}">
        <p14:creationId xmlns:p14="http://schemas.microsoft.com/office/powerpoint/2010/main" val="19237718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2A49F-49CB-7E76-4233-7E5160D136E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BDB02BD-42D4-A1FA-E1BB-304C6FDC3A3C}"/>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F2390EB0-AD8E-A7BD-9210-2CBA3B86D224}"/>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F88E0C2C-DEDA-CC30-9F4E-9FA5F0782A5C}"/>
              </a:ext>
            </a:extLst>
          </p:cNvPr>
          <p:cNvSpPr>
            <a:spLocks noGrp="1"/>
          </p:cNvSpPr>
          <p:nvPr>
            <p:ph type="sldNum" sz="quarter" idx="5"/>
          </p:nvPr>
        </p:nvSpPr>
        <p:spPr/>
        <p:txBody>
          <a:bodyPr/>
          <a:lstStyle/>
          <a:p>
            <a:fld id="{8B990660-4B7D-4C11-96DB-B19FFA8CA93C}" type="slidenum">
              <a:rPr lang="en-US" smtClean="0"/>
              <a:t>32</a:t>
            </a:fld>
            <a:endParaRPr lang="en-US"/>
          </a:p>
        </p:txBody>
      </p:sp>
    </p:spTree>
    <p:extLst>
      <p:ext uri="{BB962C8B-B14F-4D97-AF65-F5344CB8AC3E}">
        <p14:creationId xmlns:p14="http://schemas.microsoft.com/office/powerpoint/2010/main" val="957435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C544D-FB8C-0A99-4DCF-F5ED22C5F30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B29CE19-8D1D-E429-E723-1A82ABF4720B}"/>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4BFCD883-9B82-425B-2749-3B6807E9B874}"/>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57D08771-BCD8-06DE-EE98-742C711646DE}"/>
              </a:ext>
            </a:extLst>
          </p:cNvPr>
          <p:cNvSpPr>
            <a:spLocks noGrp="1"/>
          </p:cNvSpPr>
          <p:nvPr>
            <p:ph type="sldNum" sz="quarter" idx="5"/>
          </p:nvPr>
        </p:nvSpPr>
        <p:spPr/>
        <p:txBody>
          <a:bodyPr/>
          <a:lstStyle/>
          <a:p>
            <a:fld id="{8B990660-4B7D-4C11-96DB-B19FFA8CA93C}" type="slidenum">
              <a:rPr lang="en-US" smtClean="0"/>
              <a:t>35</a:t>
            </a:fld>
            <a:endParaRPr lang="en-US"/>
          </a:p>
        </p:txBody>
      </p:sp>
    </p:spTree>
    <p:extLst>
      <p:ext uri="{BB962C8B-B14F-4D97-AF65-F5344CB8AC3E}">
        <p14:creationId xmlns:p14="http://schemas.microsoft.com/office/powerpoint/2010/main" val="2343070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404DD-CDE8-DFB7-589E-3A4E6E2ED9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B6F1CEF-5BE1-ADE0-865C-BFC63E15BA72}"/>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F4C5F991-C456-3089-2009-26E0AD180882}"/>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E817D8DF-83CE-89AD-2D10-477BC76DFA90}"/>
              </a:ext>
            </a:extLst>
          </p:cNvPr>
          <p:cNvSpPr>
            <a:spLocks noGrp="1"/>
          </p:cNvSpPr>
          <p:nvPr>
            <p:ph type="sldNum" sz="quarter" idx="5"/>
          </p:nvPr>
        </p:nvSpPr>
        <p:spPr/>
        <p:txBody>
          <a:bodyPr/>
          <a:lstStyle/>
          <a:p>
            <a:fld id="{8B990660-4B7D-4C11-96DB-B19FFA8CA93C}" type="slidenum">
              <a:rPr lang="en-US" smtClean="0"/>
              <a:t>38</a:t>
            </a:fld>
            <a:endParaRPr lang="en-US"/>
          </a:p>
        </p:txBody>
      </p:sp>
    </p:spTree>
    <p:extLst>
      <p:ext uri="{BB962C8B-B14F-4D97-AF65-F5344CB8AC3E}">
        <p14:creationId xmlns:p14="http://schemas.microsoft.com/office/powerpoint/2010/main" val="2515681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3555E-1501-4BB0-D73D-C8F3D40893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0939707-7CDD-E597-9996-C1617269DEF6}"/>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8F809B3F-BE9D-8C9E-29C2-36C0B5DFE536}"/>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4C3A7781-D3C7-B576-9BD9-FB8A7342D0AB}"/>
              </a:ext>
            </a:extLst>
          </p:cNvPr>
          <p:cNvSpPr>
            <a:spLocks noGrp="1"/>
          </p:cNvSpPr>
          <p:nvPr>
            <p:ph type="sldNum" sz="quarter" idx="5"/>
          </p:nvPr>
        </p:nvSpPr>
        <p:spPr/>
        <p:txBody>
          <a:bodyPr/>
          <a:lstStyle/>
          <a:p>
            <a:fld id="{8B990660-4B7D-4C11-96DB-B19FFA8CA93C}" type="slidenum">
              <a:rPr lang="en-US" smtClean="0"/>
              <a:t>41</a:t>
            </a:fld>
            <a:endParaRPr lang="en-US"/>
          </a:p>
        </p:txBody>
      </p:sp>
    </p:spTree>
    <p:extLst>
      <p:ext uri="{BB962C8B-B14F-4D97-AF65-F5344CB8AC3E}">
        <p14:creationId xmlns:p14="http://schemas.microsoft.com/office/powerpoint/2010/main" val="26872196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12FCAB-EBB9-C82E-3249-51FBF5F06F6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73AF726-D48B-5800-75BC-C7268978E944}"/>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B41A9070-C9AB-3915-4CA2-9F6CACCC59D1}"/>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179BCB73-F2DA-55FD-5D60-2FE606B2A75A}"/>
              </a:ext>
            </a:extLst>
          </p:cNvPr>
          <p:cNvSpPr>
            <a:spLocks noGrp="1"/>
          </p:cNvSpPr>
          <p:nvPr>
            <p:ph type="sldNum" sz="quarter" idx="5"/>
          </p:nvPr>
        </p:nvSpPr>
        <p:spPr/>
        <p:txBody>
          <a:bodyPr/>
          <a:lstStyle/>
          <a:p>
            <a:fld id="{8B990660-4B7D-4C11-96DB-B19FFA8CA93C}" type="slidenum">
              <a:rPr lang="en-US" smtClean="0"/>
              <a:t>44</a:t>
            </a:fld>
            <a:endParaRPr lang="en-US"/>
          </a:p>
        </p:txBody>
      </p:sp>
    </p:spTree>
    <p:extLst>
      <p:ext uri="{BB962C8B-B14F-4D97-AF65-F5344CB8AC3E}">
        <p14:creationId xmlns:p14="http://schemas.microsoft.com/office/powerpoint/2010/main" val="12905604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C7656-1309-A311-D107-6B48F04AF1C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C86CD64-9554-719A-4D50-A2BCD3A9FCA4}"/>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AF1EF349-C02B-4A2B-8EFC-04AEB21BBF37}"/>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9F26734F-B05B-0177-B890-A42588DA36CC}"/>
              </a:ext>
            </a:extLst>
          </p:cNvPr>
          <p:cNvSpPr>
            <a:spLocks noGrp="1"/>
          </p:cNvSpPr>
          <p:nvPr>
            <p:ph type="sldNum" sz="quarter" idx="5"/>
          </p:nvPr>
        </p:nvSpPr>
        <p:spPr/>
        <p:txBody>
          <a:bodyPr/>
          <a:lstStyle/>
          <a:p>
            <a:fld id="{8B990660-4B7D-4C11-96DB-B19FFA8CA93C}" type="slidenum">
              <a:rPr lang="en-US" smtClean="0"/>
              <a:t>47</a:t>
            </a:fld>
            <a:endParaRPr lang="en-US"/>
          </a:p>
        </p:txBody>
      </p:sp>
    </p:spTree>
    <p:extLst>
      <p:ext uri="{BB962C8B-B14F-4D97-AF65-F5344CB8AC3E}">
        <p14:creationId xmlns:p14="http://schemas.microsoft.com/office/powerpoint/2010/main" val="348117481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8B990660-4B7D-4C11-96DB-B19FFA8CA93C}" type="slidenum">
              <a:rPr lang="en-US" smtClean="0"/>
              <a:t>49</a:t>
            </a:fld>
            <a:endParaRPr lang="en-US"/>
          </a:p>
        </p:txBody>
      </p:sp>
    </p:spTree>
    <p:extLst>
      <p:ext uri="{BB962C8B-B14F-4D97-AF65-F5344CB8AC3E}">
        <p14:creationId xmlns:p14="http://schemas.microsoft.com/office/powerpoint/2010/main" val="2886858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021632-E43D-48DF-53A9-FE7928E63EB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BC244D7-8BA1-8BC5-0575-64155F3DAF74}"/>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7D7C7FE1-B8F3-8C4B-DA3F-3BCE0916A521}"/>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596429CC-3647-E366-B388-0C59E8CC5D73}"/>
              </a:ext>
            </a:extLst>
          </p:cNvPr>
          <p:cNvSpPr>
            <a:spLocks noGrp="1"/>
          </p:cNvSpPr>
          <p:nvPr>
            <p:ph type="sldNum" sz="quarter" idx="5"/>
          </p:nvPr>
        </p:nvSpPr>
        <p:spPr/>
        <p:txBody>
          <a:bodyPr/>
          <a:lstStyle/>
          <a:p>
            <a:fld id="{8B990660-4B7D-4C11-96DB-B19FFA8CA93C}" type="slidenum">
              <a:rPr lang="en-US" smtClean="0"/>
              <a:t>50</a:t>
            </a:fld>
            <a:endParaRPr lang="en-US"/>
          </a:p>
        </p:txBody>
      </p:sp>
    </p:spTree>
    <p:extLst>
      <p:ext uri="{BB962C8B-B14F-4D97-AF65-F5344CB8AC3E}">
        <p14:creationId xmlns:p14="http://schemas.microsoft.com/office/powerpoint/2010/main" val="22263785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44AD6-CB11-1FED-3613-578EFEC7D9E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A0B10-D4CE-22FA-4DF0-C8453D3FAEBC}"/>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BFC7CFAB-050D-2E09-87AC-637C8359132A}"/>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0D89E7FE-0D1C-F9A0-5B41-B6BA4448DBC1}"/>
              </a:ext>
            </a:extLst>
          </p:cNvPr>
          <p:cNvSpPr>
            <a:spLocks noGrp="1"/>
          </p:cNvSpPr>
          <p:nvPr>
            <p:ph type="sldNum" sz="quarter" idx="5"/>
          </p:nvPr>
        </p:nvSpPr>
        <p:spPr/>
        <p:txBody>
          <a:bodyPr/>
          <a:lstStyle/>
          <a:p>
            <a:fld id="{8B990660-4B7D-4C11-96DB-B19FFA8CA93C}" type="slidenum">
              <a:rPr lang="en-US" smtClean="0"/>
              <a:t>53</a:t>
            </a:fld>
            <a:endParaRPr lang="en-US"/>
          </a:p>
        </p:txBody>
      </p:sp>
    </p:spTree>
    <p:extLst>
      <p:ext uri="{BB962C8B-B14F-4D97-AF65-F5344CB8AC3E}">
        <p14:creationId xmlns:p14="http://schemas.microsoft.com/office/powerpoint/2010/main" val="20258128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A6ED4-B0AF-75B1-C8B5-4FD8A0BA853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603B967-B0F4-FDF0-1BDE-A4968E3BF148}"/>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7C1D50C7-7EA6-A738-9F7F-F61F97F7EBEC}"/>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B2A8CE71-CD6B-A3AC-F6A0-45429B6FE9D6}"/>
              </a:ext>
            </a:extLst>
          </p:cNvPr>
          <p:cNvSpPr>
            <a:spLocks noGrp="1"/>
          </p:cNvSpPr>
          <p:nvPr>
            <p:ph type="sldNum" sz="quarter" idx="5"/>
          </p:nvPr>
        </p:nvSpPr>
        <p:spPr/>
        <p:txBody>
          <a:bodyPr/>
          <a:lstStyle/>
          <a:p>
            <a:fld id="{8B990660-4B7D-4C11-96DB-B19FFA8CA93C}" type="slidenum">
              <a:rPr lang="en-US" smtClean="0"/>
              <a:t>56</a:t>
            </a:fld>
            <a:endParaRPr lang="en-US"/>
          </a:p>
        </p:txBody>
      </p:sp>
    </p:spTree>
    <p:extLst>
      <p:ext uri="{BB962C8B-B14F-4D97-AF65-F5344CB8AC3E}">
        <p14:creationId xmlns:p14="http://schemas.microsoft.com/office/powerpoint/2010/main" val="36987101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47602-34FF-8F1F-04E3-3605BD5349B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892F571-9F80-73E5-3804-04780E0DA17D}"/>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DE872280-AA0B-E75C-1307-E2B04679FBD3}"/>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ADB0FFB1-76EF-AE89-64E8-E066D741006E}"/>
              </a:ext>
            </a:extLst>
          </p:cNvPr>
          <p:cNvSpPr>
            <a:spLocks noGrp="1"/>
          </p:cNvSpPr>
          <p:nvPr>
            <p:ph type="sldNum" sz="quarter" idx="5"/>
          </p:nvPr>
        </p:nvSpPr>
        <p:spPr/>
        <p:txBody>
          <a:bodyPr/>
          <a:lstStyle/>
          <a:p>
            <a:fld id="{8B990660-4B7D-4C11-96DB-B19FFA8CA93C}" type="slidenum">
              <a:rPr lang="en-US" smtClean="0"/>
              <a:t>59</a:t>
            </a:fld>
            <a:endParaRPr lang="en-US"/>
          </a:p>
        </p:txBody>
      </p:sp>
    </p:spTree>
    <p:extLst>
      <p:ext uri="{BB962C8B-B14F-4D97-AF65-F5344CB8AC3E}">
        <p14:creationId xmlns:p14="http://schemas.microsoft.com/office/powerpoint/2010/main" val="336646345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7C8EE9-8A66-2D77-B8EE-02FE36E98AA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4D8B29B-5614-C06C-DAE7-70D75D9A7275}"/>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8ABE749C-2F9F-F188-83DE-AD9CCFC6F3F4}"/>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AE4CE580-6B90-D77F-C68C-11894B04672D}"/>
              </a:ext>
            </a:extLst>
          </p:cNvPr>
          <p:cNvSpPr>
            <a:spLocks noGrp="1"/>
          </p:cNvSpPr>
          <p:nvPr>
            <p:ph type="sldNum" sz="quarter" idx="5"/>
          </p:nvPr>
        </p:nvSpPr>
        <p:spPr/>
        <p:txBody>
          <a:bodyPr/>
          <a:lstStyle/>
          <a:p>
            <a:fld id="{8B990660-4B7D-4C11-96DB-B19FFA8CA93C}" type="slidenum">
              <a:rPr lang="en-US" smtClean="0"/>
              <a:t>62</a:t>
            </a:fld>
            <a:endParaRPr lang="en-US"/>
          </a:p>
        </p:txBody>
      </p:sp>
    </p:spTree>
    <p:extLst>
      <p:ext uri="{BB962C8B-B14F-4D97-AF65-F5344CB8AC3E}">
        <p14:creationId xmlns:p14="http://schemas.microsoft.com/office/powerpoint/2010/main" val="37838957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62D381-A161-1193-C0EF-B48DBC7C216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C64551F-4BA3-D8BE-10D6-E7FD711487AC}"/>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7D7F1E41-491D-8F47-97DC-5A837FDAB352}"/>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455E1C2D-C4EC-8BB9-346B-85202C0F0363}"/>
              </a:ext>
            </a:extLst>
          </p:cNvPr>
          <p:cNvSpPr>
            <a:spLocks noGrp="1"/>
          </p:cNvSpPr>
          <p:nvPr>
            <p:ph type="sldNum" sz="quarter" idx="5"/>
          </p:nvPr>
        </p:nvSpPr>
        <p:spPr/>
        <p:txBody>
          <a:bodyPr/>
          <a:lstStyle/>
          <a:p>
            <a:fld id="{8B990660-4B7D-4C11-96DB-B19FFA8CA93C}" type="slidenum">
              <a:rPr lang="en-US" smtClean="0"/>
              <a:t>65</a:t>
            </a:fld>
            <a:endParaRPr lang="en-US"/>
          </a:p>
        </p:txBody>
      </p:sp>
    </p:spTree>
    <p:extLst>
      <p:ext uri="{BB962C8B-B14F-4D97-AF65-F5344CB8AC3E}">
        <p14:creationId xmlns:p14="http://schemas.microsoft.com/office/powerpoint/2010/main" val="21803890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EB700-8313-8EEC-316D-286EF51947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02C6B5-E2DB-62B8-80EF-8746D995BE3E}"/>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9C56D4DB-93FE-4968-54F4-CADECCFA3AEF}"/>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4307F366-3386-DDA5-B894-32120DC1BA66}"/>
              </a:ext>
            </a:extLst>
          </p:cNvPr>
          <p:cNvSpPr>
            <a:spLocks noGrp="1"/>
          </p:cNvSpPr>
          <p:nvPr>
            <p:ph type="sldNum" sz="quarter" idx="5"/>
          </p:nvPr>
        </p:nvSpPr>
        <p:spPr/>
        <p:txBody>
          <a:bodyPr/>
          <a:lstStyle/>
          <a:p>
            <a:fld id="{8B990660-4B7D-4C11-96DB-B19FFA8CA93C}" type="slidenum">
              <a:rPr lang="en-US" smtClean="0"/>
              <a:t>68</a:t>
            </a:fld>
            <a:endParaRPr lang="en-US"/>
          </a:p>
        </p:txBody>
      </p:sp>
    </p:spTree>
    <p:extLst>
      <p:ext uri="{BB962C8B-B14F-4D97-AF65-F5344CB8AC3E}">
        <p14:creationId xmlns:p14="http://schemas.microsoft.com/office/powerpoint/2010/main" val="6020069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BD514-D493-3B2B-871F-FEB5451014F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2F82E2B-5489-ED86-5C5C-5E44BEB28A71}"/>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53E8EFFC-57BF-99EA-A09A-56C713C65945}"/>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A1C7B8BB-F6DF-EDA8-E7C7-291CB9CF1D65}"/>
              </a:ext>
            </a:extLst>
          </p:cNvPr>
          <p:cNvSpPr>
            <a:spLocks noGrp="1"/>
          </p:cNvSpPr>
          <p:nvPr>
            <p:ph type="sldNum" sz="quarter" idx="5"/>
          </p:nvPr>
        </p:nvSpPr>
        <p:spPr/>
        <p:txBody>
          <a:bodyPr/>
          <a:lstStyle/>
          <a:p>
            <a:fld id="{8B990660-4B7D-4C11-96DB-B19FFA8CA93C}" type="slidenum">
              <a:rPr lang="en-US" smtClean="0"/>
              <a:t>71</a:t>
            </a:fld>
            <a:endParaRPr lang="en-US"/>
          </a:p>
        </p:txBody>
      </p:sp>
    </p:spTree>
    <p:extLst>
      <p:ext uri="{BB962C8B-B14F-4D97-AF65-F5344CB8AC3E}">
        <p14:creationId xmlns:p14="http://schemas.microsoft.com/office/powerpoint/2010/main" val="100853756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73C54-5D98-167C-B4A7-4202B9E1C62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C08BB33-9078-EAF4-9F91-4A056082DDD1}"/>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6AAEEFFF-5BB0-D763-D376-A8B42F2CAD7D}"/>
              </a:ext>
            </a:extLst>
          </p:cNvPr>
          <p:cNvSpPr>
            <a:spLocks noGrp="1"/>
          </p:cNvSpPr>
          <p:nvPr>
            <p:ph type="body" idx="1"/>
          </p:nvPr>
        </p:nvSpPr>
        <p:spPr/>
        <p:txBody>
          <a:bodyPr/>
          <a:lstStyle/>
          <a:p>
            <a:pPr marL="228600" lvl="0" indent="-228600">
              <a:buFont typeface="Arial" panose="020B0604020202020204" pitchFamily="34" charset="0"/>
              <a:buChar char="•"/>
            </a:pPr>
            <a:endParaRPr lang="en-AU" dirty="0"/>
          </a:p>
        </p:txBody>
      </p:sp>
      <p:sp>
        <p:nvSpPr>
          <p:cNvPr id="4" name="灯片编号占位符 3">
            <a:extLst>
              <a:ext uri="{FF2B5EF4-FFF2-40B4-BE49-F238E27FC236}">
                <a16:creationId xmlns:a16="http://schemas.microsoft.com/office/drawing/2014/main" id="{9CCF8705-CC2B-4C5E-10D5-7E00D86932D1}"/>
              </a:ext>
            </a:extLst>
          </p:cNvPr>
          <p:cNvSpPr>
            <a:spLocks noGrp="1"/>
          </p:cNvSpPr>
          <p:nvPr>
            <p:ph type="sldNum" sz="quarter" idx="5"/>
          </p:nvPr>
        </p:nvSpPr>
        <p:spPr/>
        <p:txBody>
          <a:bodyPr/>
          <a:lstStyle/>
          <a:p>
            <a:fld id="{8B990660-4B7D-4C11-96DB-B19FFA8CA93C}" type="slidenum">
              <a:rPr lang="en-US" smtClean="0"/>
              <a:t>74</a:t>
            </a:fld>
            <a:endParaRPr lang="en-US"/>
          </a:p>
        </p:txBody>
      </p:sp>
    </p:spTree>
    <p:extLst>
      <p:ext uri="{BB962C8B-B14F-4D97-AF65-F5344CB8AC3E}">
        <p14:creationId xmlns:p14="http://schemas.microsoft.com/office/powerpoint/2010/main" val="17796693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4B44D7-DA6B-C3DD-2B20-8C858198B0D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28BCCCE-68D7-4562-8D33-55DEC7B41ED3}"/>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50C2D0D2-3A1A-E724-3E16-F1AB04798478}"/>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5DB9823A-11FD-6B4B-D1CB-4CDDCADAE482}"/>
              </a:ext>
            </a:extLst>
          </p:cNvPr>
          <p:cNvSpPr>
            <a:spLocks noGrp="1"/>
          </p:cNvSpPr>
          <p:nvPr>
            <p:ph type="sldNum" sz="quarter" idx="5"/>
          </p:nvPr>
        </p:nvSpPr>
        <p:spPr/>
        <p:txBody>
          <a:bodyPr/>
          <a:lstStyle/>
          <a:p>
            <a:fld id="{8B990660-4B7D-4C11-96DB-B19FFA8CA93C}" type="slidenum">
              <a:rPr lang="en-US" smtClean="0"/>
              <a:t>78</a:t>
            </a:fld>
            <a:endParaRPr lang="en-US"/>
          </a:p>
        </p:txBody>
      </p:sp>
    </p:spTree>
    <p:extLst>
      <p:ext uri="{BB962C8B-B14F-4D97-AF65-F5344CB8AC3E}">
        <p14:creationId xmlns:p14="http://schemas.microsoft.com/office/powerpoint/2010/main" val="2006361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E4A89-A73F-4030-7B14-5581AE07C91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F32B99A-9AEB-01F8-7F6E-770836CB7875}"/>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3BFC213C-39FB-9A58-85C9-43C588CF552F}"/>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F0031DC6-9333-19B0-632F-91CE2FD30B99}"/>
              </a:ext>
            </a:extLst>
          </p:cNvPr>
          <p:cNvSpPr>
            <a:spLocks noGrp="1"/>
          </p:cNvSpPr>
          <p:nvPr>
            <p:ph type="sldNum" sz="quarter" idx="5"/>
          </p:nvPr>
        </p:nvSpPr>
        <p:spPr/>
        <p:txBody>
          <a:bodyPr/>
          <a:lstStyle/>
          <a:p>
            <a:fld id="{8B990660-4B7D-4C11-96DB-B19FFA8CA93C}" type="slidenum">
              <a:rPr lang="en-US" smtClean="0"/>
              <a:t>81</a:t>
            </a:fld>
            <a:endParaRPr lang="en-US"/>
          </a:p>
        </p:txBody>
      </p:sp>
    </p:spTree>
    <p:extLst>
      <p:ext uri="{BB962C8B-B14F-4D97-AF65-F5344CB8AC3E}">
        <p14:creationId xmlns:p14="http://schemas.microsoft.com/office/powerpoint/2010/main" val="14021354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DDEB0B-14CD-AA0E-B59F-1CBA703BAF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D83C272-DDB2-EC6C-A2DF-B1AE47683A77}"/>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B7F6B441-B992-B64F-FB86-74B89D7E4C65}"/>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11883156-9664-6029-AF30-CF3B1BE3DD63}"/>
              </a:ext>
            </a:extLst>
          </p:cNvPr>
          <p:cNvSpPr>
            <a:spLocks noGrp="1"/>
          </p:cNvSpPr>
          <p:nvPr>
            <p:ph type="sldNum" sz="quarter" idx="5"/>
          </p:nvPr>
        </p:nvSpPr>
        <p:spPr/>
        <p:txBody>
          <a:bodyPr/>
          <a:lstStyle/>
          <a:p>
            <a:fld id="{8B990660-4B7D-4C11-96DB-B19FFA8CA93C}" type="slidenum">
              <a:rPr lang="en-US" smtClean="0"/>
              <a:t>84</a:t>
            </a:fld>
            <a:endParaRPr lang="en-US"/>
          </a:p>
        </p:txBody>
      </p:sp>
    </p:spTree>
    <p:extLst>
      <p:ext uri="{BB962C8B-B14F-4D97-AF65-F5344CB8AC3E}">
        <p14:creationId xmlns:p14="http://schemas.microsoft.com/office/powerpoint/2010/main" val="12769894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76465-64E4-1047-445E-ACE12535EA7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F4D3409-618B-F675-C1B0-304E23E26B31}"/>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BD9697AE-4B2C-DE76-B1A1-B2C6A2A62919}"/>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9953B070-F576-B3BD-A35A-28D2FCC2A817}"/>
              </a:ext>
            </a:extLst>
          </p:cNvPr>
          <p:cNvSpPr>
            <a:spLocks noGrp="1"/>
          </p:cNvSpPr>
          <p:nvPr>
            <p:ph type="sldNum" sz="quarter" idx="5"/>
          </p:nvPr>
        </p:nvSpPr>
        <p:spPr/>
        <p:txBody>
          <a:bodyPr/>
          <a:lstStyle/>
          <a:p>
            <a:fld id="{8B990660-4B7D-4C11-96DB-B19FFA8CA93C}" type="slidenum">
              <a:rPr lang="en-US" smtClean="0"/>
              <a:t>87</a:t>
            </a:fld>
            <a:endParaRPr lang="en-US"/>
          </a:p>
        </p:txBody>
      </p:sp>
    </p:spTree>
    <p:extLst>
      <p:ext uri="{BB962C8B-B14F-4D97-AF65-F5344CB8AC3E}">
        <p14:creationId xmlns:p14="http://schemas.microsoft.com/office/powerpoint/2010/main" val="30434733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C97D6-43BF-82F2-91AC-EB028421A7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2FB95D8-CCF3-05E2-51A2-1290FBA41612}"/>
              </a:ext>
            </a:extLst>
          </p:cNvPr>
          <p:cNvSpPr>
            <a:spLocks noGrp="1" noRot="1" noChangeAspect="1"/>
          </p:cNvSpPr>
          <p:nvPr>
            <p:ph type="sldImg"/>
          </p:nvPr>
        </p:nvSpPr>
        <p:spPr/>
        <p:txBody>
          <a:bodyPr/>
          <a:lstStyle/>
          <a:p>
            <a:endParaRPr lang="en-AU"/>
          </a:p>
        </p:txBody>
      </p:sp>
      <p:sp>
        <p:nvSpPr>
          <p:cNvPr id="3" name="备注占位符 2">
            <a:extLst>
              <a:ext uri="{FF2B5EF4-FFF2-40B4-BE49-F238E27FC236}">
                <a16:creationId xmlns:a16="http://schemas.microsoft.com/office/drawing/2014/main" id="{2C762745-E4F1-CB7C-FF8D-CF5DB07C08EA}"/>
              </a:ext>
            </a:extLst>
          </p:cNvPr>
          <p:cNvSpPr>
            <a:spLocks noGrp="1"/>
          </p:cNvSpPr>
          <p:nvPr>
            <p:ph type="body" idx="1"/>
          </p:nvPr>
        </p:nvSpPr>
        <p:spPr/>
        <p:txBody>
          <a:bodyPr/>
          <a:lstStyle/>
          <a:p>
            <a:pPr marL="228600" lvl="0" indent="-228600">
              <a:buFont typeface="Arial" panose="020B0604020202020204" pitchFamily="34" charset="0"/>
              <a:buChar char="•"/>
            </a:pPr>
            <a:endParaRPr lang="en-AU"/>
          </a:p>
        </p:txBody>
      </p:sp>
      <p:sp>
        <p:nvSpPr>
          <p:cNvPr id="4" name="灯片编号占位符 3">
            <a:extLst>
              <a:ext uri="{FF2B5EF4-FFF2-40B4-BE49-F238E27FC236}">
                <a16:creationId xmlns:a16="http://schemas.microsoft.com/office/drawing/2014/main" id="{A060396E-4212-796A-8E1D-4D81B262FE69}"/>
              </a:ext>
            </a:extLst>
          </p:cNvPr>
          <p:cNvSpPr>
            <a:spLocks noGrp="1"/>
          </p:cNvSpPr>
          <p:nvPr>
            <p:ph type="sldNum" sz="quarter" idx="5"/>
          </p:nvPr>
        </p:nvSpPr>
        <p:spPr/>
        <p:txBody>
          <a:bodyPr/>
          <a:lstStyle/>
          <a:p>
            <a:fld id="{8B990660-4B7D-4C11-96DB-B19FFA8CA93C}" type="slidenum">
              <a:rPr lang="en-US" smtClean="0"/>
              <a:t>90</a:t>
            </a:fld>
            <a:endParaRPr lang="en-US"/>
          </a:p>
        </p:txBody>
      </p:sp>
    </p:spTree>
    <p:extLst>
      <p:ext uri="{BB962C8B-B14F-4D97-AF65-F5344CB8AC3E}">
        <p14:creationId xmlns:p14="http://schemas.microsoft.com/office/powerpoint/2010/main" val="10703125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tx2">
            <a:lumMod val="25000"/>
            <a:lumOff val="7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5C416-A3A2-4CF9-9532-2C0BFB51CFDF}"/>
              </a:ext>
            </a:extLst>
          </p:cNvPr>
          <p:cNvSpPr>
            <a:spLocks noGrp="1"/>
          </p:cNvSpPr>
          <p:nvPr>
            <p:ph type="ctrTitle" hasCustomPrompt="1"/>
          </p:nvPr>
        </p:nvSpPr>
        <p:spPr>
          <a:xfrm>
            <a:off x="4553712" y="960121"/>
            <a:ext cx="3915918" cy="3056343"/>
          </a:xfrm>
        </p:spPr>
        <p:txBody>
          <a:bodyPr anchor="b">
            <a:normAutofit/>
          </a:bodyPr>
          <a:lstStyle>
            <a:lvl1pPr algn="l">
              <a:defRPr sz="3000" b="1" baseline="0"/>
            </a:lvl1pPr>
          </a:lstStyle>
          <a:p>
            <a:r>
              <a:rPr lang="en-US"/>
              <a:t>CLICK TO add TITLE</a:t>
            </a:r>
          </a:p>
        </p:txBody>
      </p:sp>
      <p:pic>
        <p:nvPicPr>
          <p:cNvPr id="4" name="Graphic 3">
            <a:extLst>
              <a:ext uri="{FF2B5EF4-FFF2-40B4-BE49-F238E27FC236}">
                <a16:creationId xmlns:a16="http://schemas.microsoft.com/office/drawing/2014/main" id="{E46E52ED-0545-03BB-5AB6-4552E92B99FF}"/>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0617"/>
          <a:stretch/>
        </p:blipFill>
        <p:spPr>
          <a:xfrm>
            <a:off x="0" y="0"/>
            <a:ext cx="4614786" cy="6858000"/>
          </a:xfrm>
          <a:prstGeom prst="rect">
            <a:avLst/>
          </a:prstGeom>
        </p:spPr>
      </p:pic>
    </p:spTree>
    <p:extLst>
      <p:ext uri="{BB962C8B-B14F-4D97-AF65-F5344CB8AC3E}">
        <p14:creationId xmlns:p14="http://schemas.microsoft.com/office/powerpoint/2010/main" val="3839583478"/>
      </p:ext>
    </p:extLst>
  </p:cSld>
  <p:clrMapOvr>
    <a:masterClrMapping/>
  </p:clrMapOvr>
  <p:extLst>
    <p:ext uri="{DCECCB84-F9BA-43D5-87BE-67443E8EF086}">
      <p15:sldGuideLst xmlns:p15="http://schemas.microsoft.com/office/powerpoint/2012/main">
        <p15:guide id="1" pos="5544"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69798" y="72518"/>
            <a:ext cx="6223035" cy="1326514"/>
          </a:xfrm>
        </p:spPr>
        <p:txBody>
          <a:bodyPr anchor="b">
            <a:normAutofit/>
          </a:bodyPr>
          <a:lstStyle>
            <a:lvl1pPr>
              <a:defRPr sz="2100" baseline="0"/>
            </a:lvl1pPr>
          </a:lstStyle>
          <a:p>
            <a:r>
              <a:rPr lang="en-US"/>
              <a:t>Click to add title</a:t>
            </a:r>
          </a:p>
        </p:txBody>
      </p:sp>
      <p:sp>
        <p:nvSpPr>
          <p:cNvPr id="8" name="Text Placeholder 7">
            <a:extLst>
              <a:ext uri="{FF2B5EF4-FFF2-40B4-BE49-F238E27FC236}">
                <a16:creationId xmlns:a16="http://schemas.microsoft.com/office/drawing/2014/main" id="{1183D993-BA0D-4589-B631-1793D008E888}"/>
              </a:ext>
            </a:extLst>
          </p:cNvPr>
          <p:cNvSpPr>
            <a:spLocks noGrp="1"/>
          </p:cNvSpPr>
          <p:nvPr>
            <p:ph type="body" sz="quarter" idx="13" hasCustomPrompt="1"/>
          </p:nvPr>
        </p:nvSpPr>
        <p:spPr>
          <a:xfrm>
            <a:off x="649224" y="2072640"/>
            <a:ext cx="6243067" cy="3493008"/>
          </a:xfrm>
        </p:spPr>
        <p:txBody>
          <a:bodyPr>
            <a:normAutofit/>
          </a:bodyPr>
          <a:lstStyle>
            <a:lvl1pPr marL="171450" indent="-171450">
              <a:lnSpc>
                <a:spcPts val="1800"/>
              </a:lnSpc>
              <a:spcBef>
                <a:spcPts val="0"/>
              </a:spcBef>
              <a:spcAft>
                <a:spcPts val="900"/>
              </a:spcAft>
              <a:buFont typeface="Arial" panose="020B0604020202020204" pitchFamily="34" charset="0"/>
              <a:buChar char="•"/>
              <a:defRPr sz="1500"/>
            </a:lvl1pPr>
            <a:lvl2pPr marL="600075" indent="-257175">
              <a:lnSpc>
                <a:spcPts val="1800"/>
              </a:lnSpc>
              <a:buFont typeface="Arial" panose="020B0604020202020204" pitchFamily="34" charset="0"/>
              <a:buChar char="•"/>
              <a:defRPr sz="1500"/>
            </a:lvl2pPr>
            <a:lvl3pPr marL="942975" indent="-257175">
              <a:lnSpc>
                <a:spcPts val="1800"/>
              </a:lnSpc>
              <a:buFont typeface="Arial" panose="020B0604020202020204" pitchFamily="34" charset="0"/>
              <a:buChar char="•"/>
              <a:defRPr sz="1500"/>
            </a:lvl3pPr>
            <a:lvl4pPr marL="1285875" indent="-257175">
              <a:lnSpc>
                <a:spcPts val="1800"/>
              </a:lnSpc>
              <a:buFont typeface="Arial" panose="020B0604020202020204" pitchFamily="34" charset="0"/>
              <a:buChar char="•"/>
              <a:defRPr sz="1500"/>
            </a:lvl4pPr>
            <a:lvl5pPr marL="1628775" indent="-257175">
              <a:lnSpc>
                <a:spcPts val="1800"/>
              </a:lnSpc>
              <a:buFont typeface="Arial" panose="020B0604020202020204" pitchFamily="34" charset="0"/>
              <a:buChar char="•"/>
              <a:defRPr sz="1500"/>
            </a:lvl5pPr>
          </a:lstStyle>
          <a:p>
            <a:pPr lvl="0"/>
            <a:r>
              <a:rPr lang="en-US"/>
              <a:t>Click to add text</a:t>
            </a:r>
          </a:p>
          <a:p>
            <a:pPr lvl="1"/>
            <a:r>
              <a:rPr lang="en-US"/>
              <a:t>Second level</a:t>
            </a:r>
          </a:p>
          <a:p>
            <a:pPr lvl="2"/>
            <a:r>
              <a:rPr lang="en-US"/>
              <a:t>Third level </a:t>
            </a:r>
          </a:p>
          <a:p>
            <a:pPr lvl="3"/>
            <a:r>
              <a:rPr lang="en-US"/>
              <a:t>Fourth level </a:t>
            </a:r>
          </a:p>
          <a:p>
            <a:pPr lvl="4"/>
            <a:r>
              <a:rPr lang="en-US"/>
              <a:t>Fifth level </a:t>
            </a:r>
          </a:p>
          <a:p>
            <a:pPr lvl="0"/>
            <a:endParaRPr lang="en-US"/>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a:xfrm>
            <a:off x="683514" y="6246623"/>
            <a:ext cx="2002536" cy="365125"/>
          </a:xfrm>
        </p:spPr>
        <p:txBody>
          <a:bodyPr/>
          <a:lstStyle>
            <a:lvl1pPr>
              <a:defRPr sz="1050">
                <a:latin typeface="+mj-lt"/>
              </a:defRPr>
            </a:lvl1pPr>
          </a:lstStyle>
          <a:p>
            <a:fld id="{B5CEABB6-07DC-46E8-9B57-56EC44A396E5}" type="slidenum">
              <a:rPr lang="en-US" smtClean="0"/>
              <a:pPr/>
              <a:t>‹#›</a:t>
            </a:fld>
            <a:endParaRPr lang="en-US"/>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a:xfrm>
            <a:off x="2854646" y="6246623"/>
            <a:ext cx="2057400" cy="365125"/>
          </a:xfrm>
        </p:spPr>
        <p:txBody>
          <a:bodyPr/>
          <a:lstStyle>
            <a:lvl1pPr algn="r">
              <a:defRPr/>
            </a:lvl1pPr>
          </a:lstStyle>
          <a:p>
            <a:r>
              <a:rPr lang="en-US"/>
              <a:t>Presentation Title</a:t>
            </a:r>
          </a:p>
        </p:txBody>
      </p:sp>
      <p:pic>
        <p:nvPicPr>
          <p:cNvPr id="9" name="Graphic 8">
            <a:extLst>
              <a:ext uri="{FF2B5EF4-FFF2-40B4-BE49-F238E27FC236}">
                <a16:creationId xmlns:a16="http://schemas.microsoft.com/office/drawing/2014/main" id="{900D319D-67F8-5830-99A3-7EB562C28B34}"/>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586" r="26226" b="3861"/>
          <a:stretch/>
        </p:blipFill>
        <p:spPr>
          <a:xfrm>
            <a:off x="7061597" y="264696"/>
            <a:ext cx="2082404" cy="6593304"/>
          </a:xfrm>
          <a:prstGeom prst="rect">
            <a:avLst/>
          </a:prstGeom>
        </p:spPr>
      </p:pic>
    </p:spTree>
    <p:extLst>
      <p:ext uri="{BB962C8B-B14F-4D97-AF65-F5344CB8AC3E}">
        <p14:creationId xmlns:p14="http://schemas.microsoft.com/office/powerpoint/2010/main" val="316123020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accent5">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76656" y="420624"/>
            <a:ext cx="4398264" cy="3621024"/>
          </a:xfrm>
        </p:spPr>
        <p:txBody>
          <a:bodyPr anchor="b">
            <a:normAutofit/>
          </a:bodyPr>
          <a:lstStyle>
            <a:lvl1pPr>
              <a:defRPr sz="3000" baseline="0"/>
            </a:lvl1pPr>
          </a:lstStyle>
          <a:p>
            <a:r>
              <a:rPr lang="en-US"/>
              <a:t>Click to add title</a:t>
            </a:r>
          </a:p>
        </p:txBody>
      </p:sp>
      <p:sp>
        <p:nvSpPr>
          <p:cNvPr id="10" name="Picture Placeholder 9">
            <a:extLst>
              <a:ext uri="{FF2B5EF4-FFF2-40B4-BE49-F238E27FC236}">
                <a16:creationId xmlns:a16="http://schemas.microsoft.com/office/drawing/2014/main" id="{843EFB24-F4C6-4987-E8E2-3842A2B63630}"/>
              </a:ext>
            </a:extLst>
          </p:cNvPr>
          <p:cNvSpPr>
            <a:spLocks noGrp="1"/>
          </p:cNvSpPr>
          <p:nvPr>
            <p:ph type="pic" sz="quarter" idx="10"/>
          </p:nvPr>
        </p:nvSpPr>
        <p:spPr>
          <a:xfrm>
            <a:off x="5719477" y="-9144"/>
            <a:ext cx="3436144" cy="6602413"/>
          </a:xfrm>
        </p:spPr>
        <p:txBody>
          <a:bodyPr>
            <a:normAutofit/>
          </a:bodyPr>
          <a:lstStyle>
            <a:lvl1pPr marL="0" indent="0" algn="ctr">
              <a:buNone/>
              <a:defRPr sz="1500"/>
            </a:lvl1pPr>
          </a:lstStyle>
          <a:p>
            <a:r>
              <a:rPr lang="en-US"/>
              <a:t>Click icon to add picture</a:t>
            </a:r>
          </a:p>
        </p:txBody>
      </p:sp>
      <p:sp>
        <p:nvSpPr>
          <p:cNvPr id="11" name="Rectangle 10">
            <a:extLst>
              <a:ext uri="{FF2B5EF4-FFF2-40B4-BE49-F238E27FC236}">
                <a16:creationId xmlns:a16="http://schemas.microsoft.com/office/drawing/2014/main" id="{DEF559BF-05B9-49D7-5976-7CD930A65A18}"/>
              </a:ext>
              <a:ext uri="{C183D7F6-B498-43B3-948B-1728B52AA6E4}">
                <adec:decorative xmlns:adec="http://schemas.microsoft.com/office/drawing/2017/decorative" val="1"/>
              </a:ext>
            </a:extLst>
          </p:cNvPr>
          <p:cNvSpPr/>
          <p:nvPr userDrawn="1"/>
        </p:nvSpPr>
        <p:spPr>
          <a:xfrm>
            <a:off x="0" y="6583680"/>
            <a:ext cx="5715000" cy="27432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6944310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4572000" y="176784"/>
            <a:ext cx="4398264" cy="3621024"/>
          </a:xfrm>
        </p:spPr>
        <p:txBody>
          <a:bodyPr anchor="b">
            <a:normAutofit/>
          </a:bodyPr>
          <a:lstStyle>
            <a:lvl1pPr>
              <a:defRPr sz="3000" baseline="0"/>
            </a:lvl1pPr>
          </a:lstStyle>
          <a:p>
            <a:r>
              <a:rPr lang="en-US"/>
              <a:t>Click to add title</a:t>
            </a:r>
          </a:p>
        </p:txBody>
      </p:sp>
      <p:sp>
        <p:nvSpPr>
          <p:cNvPr id="10" name="Picture Placeholder 9">
            <a:extLst>
              <a:ext uri="{FF2B5EF4-FFF2-40B4-BE49-F238E27FC236}">
                <a16:creationId xmlns:a16="http://schemas.microsoft.com/office/drawing/2014/main" id="{843EFB24-F4C6-4987-E8E2-3842A2B63630}"/>
              </a:ext>
            </a:extLst>
          </p:cNvPr>
          <p:cNvSpPr>
            <a:spLocks noGrp="1"/>
          </p:cNvSpPr>
          <p:nvPr>
            <p:ph type="pic" sz="quarter" idx="10"/>
          </p:nvPr>
        </p:nvSpPr>
        <p:spPr>
          <a:xfrm>
            <a:off x="-11430" y="-15240"/>
            <a:ext cx="3436144" cy="6602413"/>
          </a:xfrm>
        </p:spPr>
        <p:txBody>
          <a:bodyPr>
            <a:normAutofit/>
          </a:bodyPr>
          <a:lstStyle>
            <a:lvl1pPr marL="0" indent="0" algn="ctr">
              <a:buNone/>
              <a:defRPr sz="1500"/>
            </a:lvl1pPr>
          </a:lstStyle>
          <a:p>
            <a:r>
              <a:rPr lang="en-US"/>
              <a:t>Click icon to add picture</a:t>
            </a:r>
          </a:p>
        </p:txBody>
      </p:sp>
      <p:sp>
        <p:nvSpPr>
          <p:cNvPr id="6" name="Text Placeholder 5">
            <a:extLst>
              <a:ext uri="{FF2B5EF4-FFF2-40B4-BE49-F238E27FC236}">
                <a16:creationId xmlns:a16="http://schemas.microsoft.com/office/drawing/2014/main" id="{4482B228-AAF1-5EA9-ED96-1A99DB6FB33A}"/>
              </a:ext>
            </a:extLst>
          </p:cNvPr>
          <p:cNvSpPr>
            <a:spLocks noGrp="1"/>
          </p:cNvSpPr>
          <p:nvPr>
            <p:ph type="body" sz="quarter" idx="11" hasCustomPrompt="1"/>
          </p:nvPr>
        </p:nvSpPr>
        <p:spPr>
          <a:xfrm>
            <a:off x="4572000" y="4084321"/>
            <a:ext cx="4398169" cy="2362835"/>
          </a:xfrm>
        </p:spPr>
        <p:txBody>
          <a:bodyPr>
            <a:normAutofit/>
          </a:bodyPr>
          <a:lstStyle>
            <a:lvl1pPr marL="0" indent="0">
              <a:buNone/>
              <a:defRPr sz="2100"/>
            </a:lvl1pPr>
            <a:lvl2pPr marL="342900" indent="0">
              <a:buNone/>
              <a:defRPr sz="1800"/>
            </a:lvl2pPr>
            <a:lvl3pPr marL="685800" indent="0">
              <a:buNone/>
              <a:defRPr sz="1500"/>
            </a:lvl3pPr>
            <a:lvl4pPr marL="1028700" indent="0">
              <a:buNone/>
              <a:defRPr sz="1350"/>
            </a:lvl4pPr>
            <a:lvl5pPr marL="1371600" indent="0">
              <a:buNone/>
              <a:defRPr sz="1350"/>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FDE537B4-8186-9628-C273-28B8EA981466}"/>
              </a:ext>
              <a:ext uri="{C183D7F6-B498-43B3-948B-1728B52AA6E4}">
                <adec:decorative xmlns:adec="http://schemas.microsoft.com/office/drawing/2017/decorative" val="1"/>
              </a:ext>
            </a:extLst>
          </p:cNvPr>
          <p:cNvSpPr/>
          <p:nvPr userDrawn="1"/>
        </p:nvSpPr>
        <p:spPr>
          <a:xfrm>
            <a:off x="3429000" y="6583680"/>
            <a:ext cx="5715000" cy="27432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39062702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chemeClr val="accent6">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4572000" y="441961"/>
            <a:ext cx="4231423" cy="3316893"/>
          </a:xfrm>
        </p:spPr>
        <p:txBody>
          <a:bodyPr anchor="b">
            <a:normAutofit/>
          </a:bodyPr>
          <a:lstStyle>
            <a:lvl1pPr>
              <a:defRPr sz="3000"/>
            </a:lvl1pPr>
          </a:lstStyle>
          <a:p>
            <a:r>
              <a:rPr lang="en-US"/>
              <a:t>CLICK TO add TITLE</a:t>
            </a:r>
          </a:p>
        </p:txBody>
      </p:sp>
      <p:sp>
        <p:nvSpPr>
          <p:cNvPr id="675" name="Text Placeholder 7">
            <a:extLst>
              <a:ext uri="{FF2B5EF4-FFF2-40B4-BE49-F238E27FC236}">
                <a16:creationId xmlns:a16="http://schemas.microsoft.com/office/drawing/2014/main" id="{2E8766DA-C6C6-45DD-A32E-F7A76297B36B}"/>
              </a:ext>
            </a:extLst>
          </p:cNvPr>
          <p:cNvSpPr>
            <a:spLocks noGrp="1"/>
          </p:cNvSpPr>
          <p:nvPr>
            <p:ph type="body" sz="quarter" idx="13" hasCustomPrompt="1"/>
          </p:nvPr>
        </p:nvSpPr>
        <p:spPr>
          <a:xfrm>
            <a:off x="4582270" y="4068392"/>
            <a:ext cx="4185440" cy="2197590"/>
          </a:xfrm>
        </p:spPr>
        <p:txBody>
          <a:bodyPr>
            <a:normAutofit/>
          </a:bodyPr>
          <a:lstStyle>
            <a:lvl1pPr marL="0" indent="0">
              <a:lnSpc>
                <a:spcPts val="1800"/>
              </a:lnSpc>
              <a:buNone/>
              <a:defRPr sz="2100"/>
            </a:lvl1pPr>
            <a:lvl2pPr marL="342900" indent="0">
              <a:lnSpc>
                <a:spcPts val="1800"/>
              </a:lnSpc>
              <a:buNone/>
              <a:defRPr sz="1500"/>
            </a:lvl2pPr>
            <a:lvl3pPr marL="685800" indent="0">
              <a:lnSpc>
                <a:spcPts val="1800"/>
              </a:lnSpc>
              <a:buNone/>
              <a:defRPr sz="1500"/>
            </a:lvl3pPr>
            <a:lvl4pPr marL="1028700" indent="0">
              <a:lnSpc>
                <a:spcPts val="1800"/>
              </a:lnSpc>
              <a:buNone/>
              <a:defRPr sz="1500"/>
            </a:lvl4pPr>
            <a:lvl5pPr marL="1371600" indent="0">
              <a:lnSpc>
                <a:spcPts val="1800"/>
              </a:lnSpc>
              <a:buNone/>
              <a:defRPr sz="1500"/>
            </a:lvl5pPr>
          </a:lstStyle>
          <a:p>
            <a:pPr lvl="0"/>
            <a:r>
              <a:rPr lang="en-US"/>
              <a:t>Click to add text</a:t>
            </a:r>
          </a:p>
        </p:txBody>
      </p:sp>
      <p:pic>
        <p:nvPicPr>
          <p:cNvPr id="7" name="Graphic 6">
            <a:extLst>
              <a:ext uri="{FF2B5EF4-FFF2-40B4-BE49-F238E27FC236}">
                <a16:creationId xmlns:a16="http://schemas.microsoft.com/office/drawing/2014/main" id="{CD18796B-7A45-F026-1306-A9ADE06D8864}"/>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21706"/>
          <a:stretch/>
        </p:blipFill>
        <p:spPr>
          <a:xfrm>
            <a:off x="1" y="0"/>
            <a:ext cx="3495800" cy="6858000"/>
          </a:xfrm>
          <a:prstGeom prst="rect">
            <a:avLst/>
          </a:prstGeom>
        </p:spPr>
      </p:pic>
    </p:spTree>
    <p:extLst>
      <p:ext uri="{BB962C8B-B14F-4D97-AF65-F5344CB8AC3E}">
        <p14:creationId xmlns:p14="http://schemas.microsoft.com/office/powerpoint/2010/main" val="33187684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69798" y="72518"/>
            <a:ext cx="7803881" cy="1326514"/>
          </a:xfrm>
        </p:spPr>
        <p:txBody>
          <a:bodyPr anchor="b">
            <a:normAutofit/>
          </a:bodyPr>
          <a:lstStyle>
            <a:lvl1pPr>
              <a:defRPr sz="2100" baseline="0"/>
            </a:lvl1pPr>
          </a:lstStyle>
          <a:p>
            <a:r>
              <a:rPr lang="en-US"/>
              <a:t>CLICK TO add TITLE</a:t>
            </a:r>
          </a:p>
        </p:txBody>
      </p:sp>
      <p:sp>
        <p:nvSpPr>
          <p:cNvPr id="10" name="Content Placeholder 9">
            <a:extLst>
              <a:ext uri="{FF2B5EF4-FFF2-40B4-BE49-F238E27FC236}">
                <a16:creationId xmlns:a16="http://schemas.microsoft.com/office/drawing/2014/main" id="{934FA256-5ADA-A5BF-D116-1CFAA7EF867D}"/>
              </a:ext>
            </a:extLst>
          </p:cNvPr>
          <p:cNvSpPr>
            <a:spLocks noGrp="1"/>
          </p:cNvSpPr>
          <p:nvPr>
            <p:ph sz="quarter" idx="13" hasCustomPrompt="1"/>
          </p:nvPr>
        </p:nvSpPr>
        <p:spPr>
          <a:xfrm>
            <a:off x="670322" y="2073275"/>
            <a:ext cx="3665696" cy="3687763"/>
          </a:xfrm>
        </p:spPr>
        <p:txBody>
          <a:bodyPr>
            <a:normAutofit/>
          </a:bodyPr>
          <a:lstStyle>
            <a:lvl1pPr marL="0" indent="0">
              <a:lnSpc>
                <a:spcPct val="100000"/>
              </a:lnSpc>
              <a:spcBef>
                <a:spcPts val="0"/>
              </a:spcBef>
              <a:spcAft>
                <a:spcPts val="900"/>
              </a:spcAft>
              <a:buNone/>
              <a:defRPr sz="1500"/>
            </a:lvl1pPr>
            <a:lvl2pPr marL="171450">
              <a:lnSpc>
                <a:spcPct val="100000"/>
              </a:lnSpc>
              <a:spcBef>
                <a:spcPts val="0"/>
              </a:spcBef>
              <a:spcAft>
                <a:spcPts val="900"/>
              </a:spcAft>
              <a:defRPr sz="1500"/>
            </a:lvl2pPr>
            <a:lvl3pPr marL="514350">
              <a:lnSpc>
                <a:spcPct val="100000"/>
              </a:lnSpc>
              <a:spcBef>
                <a:spcPts val="0"/>
              </a:spcBef>
              <a:spcAft>
                <a:spcPts val="900"/>
              </a:spcAft>
              <a:defRPr sz="1500"/>
            </a:lvl3pPr>
            <a:lvl4pPr marL="171450">
              <a:lnSpc>
                <a:spcPct val="100000"/>
              </a:lnSpc>
              <a:spcBef>
                <a:spcPts val="0"/>
              </a:spcBef>
              <a:spcAft>
                <a:spcPts val="900"/>
              </a:spcAft>
              <a:defRPr sz="1500"/>
            </a:lvl4pPr>
            <a:lvl5pPr marL="857250">
              <a:lnSpc>
                <a:spcPct val="100000"/>
              </a:lnSpc>
              <a:spcBef>
                <a:spcPts val="0"/>
              </a:spcBef>
              <a:spcAft>
                <a:spcPts val="900"/>
              </a:spcAft>
              <a:defRPr sz="1500"/>
            </a:lvl5pPr>
            <a:lvl6pPr marL="1200150">
              <a:defRPr/>
            </a:lvl6pPr>
          </a:lstStyle>
          <a:p>
            <a:pPr lvl="0"/>
            <a:r>
              <a:rPr lang="en-US"/>
              <a:t>Click to add content</a:t>
            </a:r>
          </a:p>
          <a:p>
            <a:pPr lvl="1"/>
            <a:r>
              <a:rPr lang="en-US"/>
              <a:t>Second level</a:t>
            </a:r>
          </a:p>
          <a:p>
            <a:pPr lvl="2"/>
            <a:r>
              <a:rPr lang="en-US"/>
              <a:t>Third level</a:t>
            </a:r>
          </a:p>
          <a:p>
            <a:pPr lvl="4"/>
            <a:r>
              <a:rPr lang="en-US"/>
              <a:t>Fourth level</a:t>
            </a:r>
          </a:p>
          <a:p>
            <a:pPr lvl="5"/>
            <a:r>
              <a:rPr lang="en-US"/>
              <a:t>Fifth level</a:t>
            </a:r>
          </a:p>
        </p:txBody>
      </p:sp>
      <p:sp>
        <p:nvSpPr>
          <p:cNvPr id="11" name="Content Placeholder 9">
            <a:extLst>
              <a:ext uri="{FF2B5EF4-FFF2-40B4-BE49-F238E27FC236}">
                <a16:creationId xmlns:a16="http://schemas.microsoft.com/office/drawing/2014/main" id="{13B79C6E-CF07-9F13-4C7C-A28E3488E3D0}"/>
              </a:ext>
            </a:extLst>
          </p:cNvPr>
          <p:cNvSpPr>
            <a:spLocks noGrp="1"/>
          </p:cNvSpPr>
          <p:nvPr>
            <p:ph sz="quarter" idx="14" hasCustomPrompt="1"/>
          </p:nvPr>
        </p:nvSpPr>
        <p:spPr>
          <a:xfrm>
            <a:off x="4807983" y="2073275"/>
            <a:ext cx="3665696" cy="3687763"/>
          </a:xfrm>
        </p:spPr>
        <p:txBody>
          <a:bodyPr>
            <a:normAutofit/>
          </a:bodyPr>
          <a:lstStyle>
            <a:lvl1pPr marL="0" indent="0">
              <a:lnSpc>
                <a:spcPct val="100000"/>
              </a:lnSpc>
              <a:spcBef>
                <a:spcPts val="0"/>
              </a:spcBef>
              <a:spcAft>
                <a:spcPts val="900"/>
              </a:spcAft>
              <a:buNone/>
              <a:defRPr sz="1500"/>
            </a:lvl1pPr>
            <a:lvl2pPr marL="171450">
              <a:lnSpc>
                <a:spcPct val="100000"/>
              </a:lnSpc>
              <a:spcBef>
                <a:spcPts val="0"/>
              </a:spcBef>
              <a:spcAft>
                <a:spcPts val="900"/>
              </a:spcAft>
              <a:defRPr sz="1500"/>
            </a:lvl2pPr>
            <a:lvl3pPr marL="514350">
              <a:lnSpc>
                <a:spcPct val="100000"/>
              </a:lnSpc>
              <a:spcBef>
                <a:spcPts val="0"/>
              </a:spcBef>
              <a:spcAft>
                <a:spcPts val="900"/>
              </a:spcAft>
              <a:defRPr sz="1500"/>
            </a:lvl3pPr>
            <a:lvl4pPr marL="857250">
              <a:lnSpc>
                <a:spcPct val="100000"/>
              </a:lnSpc>
              <a:spcBef>
                <a:spcPts val="0"/>
              </a:spcBef>
              <a:spcAft>
                <a:spcPts val="900"/>
              </a:spcAft>
              <a:defRPr sz="1500"/>
            </a:lvl4pPr>
            <a:lvl5pPr marL="1200150">
              <a:lnSpc>
                <a:spcPct val="100000"/>
              </a:lnSpc>
              <a:spcBef>
                <a:spcPts val="0"/>
              </a:spcBef>
              <a:spcAft>
                <a:spcPts val="900"/>
              </a:spcAft>
              <a:defRPr sz="1500"/>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a:xfrm>
            <a:off x="683514" y="6246623"/>
            <a:ext cx="2002536" cy="365125"/>
          </a:xfrm>
        </p:spPr>
        <p:txBody>
          <a:bodyPr/>
          <a:lstStyle>
            <a:lvl1pPr>
              <a:defRPr sz="1050">
                <a:latin typeface="+mj-lt"/>
              </a:defRPr>
            </a:lvl1pPr>
          </a:lstStyle>
          <a:p>
            <a:fld id="{B5CEABB6-07DC-46E8-9B57-56EC44A396E5}" type="slidenum">
              <a:rPr lang="en-US" smtClean="0"/>
              <a:pPr/>
              <a:t>‹#›</a:t>
            </a:fld>
            <a:endParaRPr lang="en-US"/>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a:xfrm>
            <a:off x="2854646" y="6246623"/>
            <a:ext cx="2057400" cy="365125"/>
          </a:xfrm>
        </p:spPr>
        <p:txBody>
          <a:bodyPr/>
          <a:lstStyle>
            <a:lvl1pPr algn="r">
              <a:defRPr/>
            </a:lvl1pPr>
          </a:lstStyle>
          <a:p>
            <a:r>
              <a:rPr lang="en-US"/>
              <a:t>Presentation Title</a:t>
            </a:r>
          </a:p>
        </p:txBody>
      </p:sp>
    </p:spTree>
    <p:extLst>
      <p:ext uri="{BB962C8B-B14F-4D97-AF65-F5344CB8AC3E}">
        <p14:creationId xmlns:p14="http://schemas.microsoft.com/office/powerpoint/2010/main" val="440132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Two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69798" y="72518"/>
            <a:ext cx="7803881" cy="1326514"/>
          </a:xfrm>
        </p:spPr>
        <p:txBody>
          <a:bodyPr anchor="b">
            <a:normAutofit/>
          </a:bodyPr>
          <a:lstStyle>
            <a:lvl1pPr>
              <a:defRPr sz="2100" baseline="0"/>
            </a:lvl1pPr>
          </a:lstStyle>
          <a:p>
            <a:r>
              <a:rPr lang="en-US"/>
              <a:t>CLICK TO add TITLE</a:t>
            </a:r>
          </a:p>
        </p:txBody>
      </p:sp>
      <p:sp>
        <p:nvSpPr>
          <p:cNvPr id="10" name="Content Placeholder 9">
            <a:extLst>
              <a:ext uri="{FF2B5EF4-FFF2-40B4-BE49-F238E27FC236}">
                <a16:creationId xmlns:a16="http://schemas.microsoft.com/office/drawing/2014/main" id="{934FA256-5ADA-A5BF-D116-1CFAA7EF867D}"/>
              </a:ext>
            </a:extLst>
          </p:cNvPr>
          <p:cNvSpPr>
            <a:spLocks noGrp="1"/>
          </p:cNvSpPr>
          <p:nvPr>
            <p:ph sz="quarter" idx="13" hasCustomPrompt="1"/>
          </p:nvPr>
        </p:nvSpPr>
        <p:spPr>
          <a:xfrm>
            <a:off x="670323" y="2073275"/>
            <a:ext cx="2358628" cy="3687763"/>
          </a:xfrm>
        </p:spPr>
        <p:txBody>
          <a:bodyPr>
            <a:normAutofit/>
          </a:bodyPr>
          <a:lstStyle>
            <a:lvl1pPr marL="240030" indent="-240030">
              <a:lnSpc>
                <a:spcPct val="100000"/>
              </a:lnSpc>
              <a:spcBef>
                <a:spcPts val="0"/>
              </a:spcBef>
              <a:spcAft>
                <a:spcPts val="900"/>
              </a:spcAft>
              <a:buFont typeface="+mj-lt"/>
              <a:buAutoNum type="arabicPeriod"/>
              <a:defRPr sz="1500"/>
            </a:lvl1pPr>
            <a:lvl2pPr marL="514350" indent="-240030">
              <a:lnSpc>
                <a:spcPct val="100000"/>
              </a:lnSpc>
              <a:spcBef>
                <a:spcPts val="0"/>
              </a:spcBef>
              <a:spcAft>
                <a:spcPts val="900"/>
              </a:spcAft>
              <a:buFont typeface="+mj-lt"/>
              <a:buAutoNum type="alphaLcPeriod"/>
              <a:defRPr sz="1500"/>
            </a:lvl2pPr>
            <a:lvl3pPr marL="857250" indent="-240030">
              <a:lnSpc>
                <a:spcPct val="100000"/>
              </a:lnSpc>
              <a:spcBef>
                <a:spcPts val="0"/>
              </a:spcBef>
              <a:spcAft>
                <a:spcPts val="900"/>
              </a:spcAft>
              <a:buFont typeface="+mj-lt"/>
              <a:buAutoNum type="arabicParenR"/>
              <a:defRPr sz="1500"/>
            </a:lvl3pPr>
            <a:lvl4pPr marL="1200150" indent="-240030">
              <a:lnSpc>
                <a:spcPct val="100000"/>
              </a:lnSpc>
              <a:spcBef>
                <a:spcPts val="0"/>
              </a:spcBef>
              <a:spcAft>
                <a:spcPts val="900"/>
              </a:spcAft>
              <a:buFont typeface="+mj-lt"/>
              <a:buAutoNum type="alphaLcParenR"/>
              <a:defRPr sz="1500"/>
            </a:lvl4pPr>
            <a:lvl5pPr marL="1543050" indent="-240030">
              <a:lnSpc>
                <a:spcPct val="100000"/>
              </a:lnSpc>
              <a:spcBef>
                <a:spcPts val="0"/>
              </a:spcBef>
              <a:spcAft>
                <a:spcPts val="900"/>
              </a:spcAft>
              <a:buFont typeface="+mj-lt"/>
              <a:buAutoNum type="romanLcPeriod"/>
              <a:defRPr sz="1500"/>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13B79C6E-CF07-9F13-4C7C-A28E3488E3D0}"/>
              </a:ext>
            </a:extLst>
          </p:cNvPr>
          <p:cNvSpPr>
            <a:spLocks noGrp="1"/>
          </p:cNvSpPr>
          <p:nvPr>
            <p:ph sz="quarter" idx="14" hasCustomPrompt="1"/>
          </p:nvPr>
        </p:nvSpPr>
        <p:spPr>
          <a:xfrm>
            <a:off x="3417570" y="2073275"/>
            <a:ext cx="4644629" cy="3687763"/>
          </a:xfrm>
        </p:spPr>
        <p:txBody>
          <a:bodyPr>
            <a:normAutofit/>
          </a:bodyPr>
          <a:lstStyle>
            <a:lvl1pPr marL="0" indent="0">
              <a:lnSpc>
                <a:spcPct val="100000"/>
              </a:lnSpc>
              <a:spcBef>
                <a:spcPts val="0"/>
              </a:spcBef>
              <a:spcAft>
                <a:spcPts val="900"/>
              </a:spcAft>
              <a:buNone/>
              <a:defRPr sz="1500"/>
            </a:lvl1pPr>
            <a:lvl2pPr marL="171450">
              <a:lnSpc>
                <a:spcPct val="100000"/>
              </a:lnSpc>
              <a:spcBef>
                <a:spcPts val="0"/>
              </a:spcBef>
              <a:spcAft>
                <a:spcPts val="900"/>
              </a:spcAft>
              <a:defRPr sz="1500"/>
            </a:lvl2pPr>
            <a:lvl3pPr marL="514350">
              <a:lnSpc>
                <a:spcPct val="100000"/>
              </a:lnSpc>
              <a:spcBef>
                <a:spcPts val="0"/>
              </a:spcBef>
              <a:spcAft>
                <a:spcPts val="900"/>
              </a:spcAft>
              <a:defRPr sz="1500"/>
            </a:lvl3pPr>
            <a:lvl4pPr marL="857250">
              <a:lnSpc>
                <a:spcPct val="100000"/>
              </a:lnSpc>
              <a:spcBef>
                <a:spcPts val="0"/>
              </a:spcBef>
              <a:spcAft>
                <a:spcPts val="900"/>
              </a:spcAft>
              <a:defRPr sz="1500"/>
            </a:lvl4pPr>
            <a:lvl5pPr marL="1200150">
              <a:lnSpc>
                <a:spcPct val="100000"/>
              </a:lnSpc>
              <a:spcBef>
                <a:spcPts val="0"/>
              </a:spcBef>
              <a:spcAft>
                <a:spcPts val="900"/>
              </a:spcAft>
              <a:defRPr sz="1500"/>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a:xfrm>
            <a:off x="683514" y="6246623"/>
            <a:ext cx="2002536" cy="365125"/>
          </a:xfrm>
        </p:spPr>
        <p:txBody>
          <a:bodyPr/>
          <a:lstStyle>
            <a:lvl1pPr>
              <a:defRPr sz="1050">
                <a:latin typeface="+mj-lt"/>
              </a:defRPr>
            </a:lvl1pPr>
          </a:lstStyle>
          <a:p>
            <a:fld id="{B5CEABB6-07DC-46E8-9B57-56EC44A396E5}" type="slidenum">
              <a:rPr lang="en-US" smtClean="0"/>
              <a:pPr/>
              <a:t>‹#›</a:t>
            </a:fld>
            <a:endParaRPr lang="en-US"/>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a:xfrm>
            <a:off x="2854646" y="6246623"/>
            <a:ext cx="2057400" cy="365125"/>
          </a:xfrm>
        </p:spPr>
        <p:txBody>
          <a:bodyPr/>
          <a:lstStyle>
            <a:lvl1pPr algn="r">
              <a:defRPr/>
            </a:lvl1pPr>
          </a:lstStyle>
          <a:p>
            <a:r>
              <a:rPr lang="en-US"/>
              <a:t>Presentation Title</a:t>
            </a:r>
          </a:p>
        </p:txBody>
      </p:sp>
    </p:spTree>
    <p:extLst>
      <p:ext uri="{BB962C8B-B14F-4D97-AF65-F5344CB8AC3E}">
        <p14:creationId xmlns:p14="http://schemas.microsoft.com/office/powerpoint/2010/main" val="20948852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Content and Image">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C5815B7-4DEA-0E4D-6E8B-EDAD6559AF21}"/>
              </a:ext>
              <a:ext uri="{C183D7F6-B498-43B3-948B-1728B52AA6E4}">
                <adec:decorative xmlns:adec="http://schemas.microsoft.com/office/drawing/2017/decorative" val="1"/>
              </a:ext>
            </a:extLst>
          </p:cNvPr>
          <p:cNvSpPr/>
          <p:nvPr userDrawn="1"/>
        </p:nvSpPr>
        <p:spPr>
          <a:xfrm>
            <a:off x="0" y="6593304"/>
            <a:ext cx="1636568" cy="274321"/>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9" name="Graphic 8">
            <a:extLst>
              <a:ext uri="{FF2B5EF4-FFF2-40B4-BE49-F238E27FC236}">
                <a16:creationId xmlns:a16="http://schemas.microsoft.com/office/drawing/2014/main" id="{D1046054-0FA9-558E-22C0-007C8D3DAFD0}"/>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21367" t="32063" r="19367" b="20417"/>
          <a:stretch/>
        </p:blipFill>
        <p:spPr>
          <a:xfrm>
            <a:off x="3732934" y="0"/>
            <a:ext cx="5411066" cy="1439070"/>
          </a:xfrm>
          <a:prstGeom prst="rect">
            <a:avLst/>
          </a:prstGeom>
        </p:spPr>
      </p:pic>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74370" y="137160"/>
            <a:ext cx="4629150" cy="1249680"/>
          </a:xfrm>
        </p:spPr>
        <p:txBody>
          <a:bodyPr anchor="b">
            <a:normAutofit/>
          </a:bodyPr>
          <a:lstStyle>
            <a:lvl1pPr>
              <a:defRPr sz="2100" baseline="0"/>
            </a:lvl1pPr>
          </a:lstStyle>
          <a:p>
            <a:r>
              <a:rPr lang="en-US"/>
              <a:t>Click to add title</a:t>
            </a:r>
          </a:p>
        </p:txBody>
      </p:sp>
      <p:sp>
        <p:nvSpPr>
          <p:cNvPr id="6" name="Text Placeholder 5">
            <a:extLst>
              <a:ext uri="{FF2B5EF4-FFF2-40B4-BE49-F238E27FC236}">
                <a16:creationId xmlns:a16="http://schemas.microsoft.com/office/drawing/2014/main" id="{4482B228-AAF1-5EA9-ED96-1A99DB6FB33A}"/>
              </a:ext>
            </a:extLst>
          </p:cNvPr>
          <p:cNvSpPr>
            <a:spLocks noGrp="1"/>
          </p:cNvSpPr>
          <p:nvPr>
            <p:ph type="body" sz="quarter" idx="11" hasCustomPrompt="1"/>
          </p:nvPr>
        </p:nvSpPr>
        <p:spPr>
          <a:xfrm>
            <a:off x="674370" y="2087880"/>
            <a:ext cx="7658100" cy="1954692"/>
          </a:xfrm>
        </p:spPr>
        <p:txBody>
          <a:bodyPr>
            <a:normAutofit/>
          </a:bodyPr>
          <a:lstStyle>
            <a:lvl1pPr marL="0" indent="0">
              <a:lnSpc>
                <a:spcPct val="100000"/>
              </a:lnSpc>
              <a:spcBef>
                <a:spcPts val="0"/>
              </a:spcBef>
              <a:spcAft>
                <a:spcPts val="900"/>
              </a:spcAft>
              <a:buNone/>
              <a:defRPr sz="1500"/>
            </a:lvl1pPr>
            <a:lvl2pPr marL="342900" indent="0">
              <a:lnSpc>
                <a:spcPct val="100000"/>
              </a:lnSpc>
              <a:spcBef>
                <a:spcPts val="0"/>
              </a:spcBef>
              <a:spcAft>
                <a:spcPts val="900"/>
              </a:spcAft>
              <a:buNone/>
              <a:defRPr sz="1350"/>
            </a:lvl2pPr>
            <a:lvl3pPr marL="685800" indent="0">
              <a:lnSpc>
                <a:spcPct val="100000"/>
              </a:lnSpc>
              <a:spcBef>
                <a:spcPts val="0"/>
              </a:spcBef>
              <a:spcAft>
                <a:spcPts val="900"/>
              </a:spcAft>
              <a:buNone/>
              <a:defRPr sz="1200"/>
            </a:lvl3pPr>
            <a:lvl4pPr marL="1028700" indent="0">
              <a:lnSpc>
                <a:spcPct val="100000"/>
              </a:lnSpc>
              <a:spcBef>
                <a:spcPts val="0"/>
              </a:spcBef>
              <a:spcAft>
                <a:spcPts val="900"/>
              </a:spcAft>
              <a:buNone/>
              <a:defRPr sz="1050"/>
            </a:lvl4pPr>
            <a:lvl5pPr marL="1371600" indent="0">
              <a:lnSpc>
                <a:spcPct val="100000"/>
              </a:lnSpc>
              <a:spcBef>
                <a:spcPts val="0"/>
              </a:spcBef>
              <a:spcAft>
                <a:spcPts val="900"/>
              </a:spcAft>
              <a:buNone/>
              <a:defRPr sz="1050"/>
            </a:lvl5pPr>
          </a:lstStyle>
          <a:p>
            <a:pPr lvl="0"/>
            <a:r>
              <a:rPr lang="en-US"/>
              <a:t>Click to add text</a:t>
            </a:r>
          </a:p>
          <a:p>
            <a:pPr lvl="1"/>
            <a:r>
              <a:rPr lang="en-US"/>
              <a:t>Second level</a:t>
            </a:r>
          </a:p>
          <a:p>
            <a:pPr lvl="2"/>
            <a:r>
              <a:rPr lang="en-US"/>
              <a:t>Third level</a:t>
            </a:r>
          </a:p>
          <a:p>
            <a:pPr lvl="3"/>
            <a:r>
              <a:rPr lang="en-US"/>
              <a:t>Fourth level</a:t>
            </a:r>
          </a:p>
        </p:txBody>
      </p:sp>
      <p:sp>
        <p:nvSpPr>
          <p:cNvPr id="5" name="Slide Number Placeholder 5">
            <a:extLst>
              <a:ext uri="{FF2B5EF4-FFF2-40B4-BE49-F238E27FC236}">
                <a16:creationId xmlns:a16="http://schemas.microsoft.com/office/drawing/2014/main" id="{C56AE9A4-A246-1D03-CC3B-E4043EAF1CEF}"/>
              </a:ext>
            </a:extLst>
          </p:cNvPr>
          <p:cNvSpPr>
            <a:spLocks noGrp="1"/>
          </p:cNvSpPr>
          <p:nvPr>
            <p:ph type="sldNum" sz="quarter" idx="12"/>
          </p:nvPr>
        </p:nvSpPr>
        <p:spPr>
          <a:xfrm>
            <a:off x="683514" y="6246623"/>
            <a:ext cx="891540" cy="365125"/>
          </a:xfrm>
        </p:spPr>
        <p:txBody>
          <a:bodyPr/>
          <a:lstStyle>
            <a:lvl1pPr>
              <a:defRPr sz="1050">
                <a:latin typeface="+mj-lt"/>
              </a:defRPr>
            </a:lvl1pPr>
          </a:lstStyle>
          <a:p>
            <a:fld id="{B5CEABB6-07DC-46E8-9B57-56EC44A396E5}" type="slidenum">
              <a:rPr lang="en-US" smtClean="0"/>
              <a:pPr/>
              <a:t>‹#›</a:t>
            </a:fld>
            <a:endParaRPr lang="en-US"/>
          </a:p>
        </p:txBody>
      </p:sp>
      <p:sp>
        <p:nvSpPr>
          <p:cNvPr id="10" name="Picture Placeholder 9">
            <a:extLst>
              <a:ext uri="{FF2B5EF4-FFF2-40B4-BE49-F238E27FC236}">
                <a16:creationId xmlns:a16="http://schemas.microsoft.com/office/drawing/2014/main" id="{843EFB24-F4C6-4987-E8E2-3842A2B63630}"/>
              </a:ext>
            </a:extLst>
          </p:cNvPr>
          <p:cNvSpPr>
            <a:spLocks noGrp="1"/>
          </p:cNvSpPr>
          <p:nvPr>
            <p:ph type="pic" sz="quarter" idx="10"/>
          </p:nvPr>
        </p:nvSpPr>
        <p:spPr>
          <a:xfrm>
            <a:off x="1634491" y="4094802"/>
            <a:ext cx="7520939" cy="2468880"/>
          </a:xfrm>
        </p:spPr>
        <p:txBody>
          <a:bodyPr>
            <a:normAutofit/>
          </a:bodyPr>
          <a:lstStyle>
            <a:lvl1pPr marL="0" indent="0" algn="ctr">
              <a:buNone/>
              <a:defRPr sz="1500"/>
            </a:lvl1pPr>
          </a:lstStyle>
          <a:p>
            <a:r>
              <a:rPr lang="en-US"/>
              <a:t>Click icon to add picture</a:t>
            </a:r>
          </a:p>
        </p:txBody>
      </p:sp>
    </p:spTree>
    <p:extLst>
      <p:ext uri="{BB962C8B-B14F-4D97-AF65-F5344CB8AC3E}">
        <p14:creationId xmlns:p14="http://schemas.microsoft.com/office/powerpoint/2010/main" val="28326419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74370" y="137160"/>
            <a:ext cx="4629150" cy="1249680"/>
          </a:xfrm>
        </p:spPr>
        <p:txBody>
          <a:bodyPr anchor="b">
            <a:normAutofit/>
          </a:bodyPr>
          <a:lstStyle>
            <a:lvl1pPr>
              <a:defRPr sz="2100" baseline="0"/>
            </a:lvl1pPr>
          </a:lstStyle>
          <a:p>
            <a:r>
              <a:rPr lang="en-US"/>
              <a:t>Click to add title</a:t>
            </a:r>
          </a:p>
        </p:txBody>
      </p:sp>
      <p:sp>
        <p:nvSpPr>
          <p:cNvPr id="6" name="Text Placeholder 5">
            <a:extLst>
              <a:ext uri="{FF2B5EF4-FFF2-40B4-BE49-F238E27FC236}">
                <a16:creationId xmlns:a16="http://schemas.microsoft.com/office/drawing/2014/main" id="{4482B228-AAF1-5EA9-ED96-1A99DB6FB33A}"/>
              </a:ext>
            </a:extLst>
          </p:cNvPr>
          <p:cNvSpPr>
            <a:spLocks noGrp="1"/>
          </p:cNvSpPr>
          <p:nvPr>
            <p:ph type="body" sz="quarter" idx="11" hasCustomPrompt="1"/>
          </p:nvPr>
        </p:nvSpPr>
        <p:spPr>
          <a:xfrm>
            <a:off x="674370" y="2026920"/>
            <a:ext cx="2263140" cy="3901758"/>
          </a:xfrm>
        </p:spPr>
        <p:txBody>
          <a:bodyPr>
            <a:normAutofit/>
          </a:bodyPr>
          <a:lstStyle>
            <a:lvl1pPr marL="0" indent="0">
              <a:lnSpc>
                <a:spcPct val="100000"/>
              </a:lnSpc>
              <a:spcBef>
                <a:spcPts val="0"/>
              </a:spcBef>
              <a:spcAft>
                <a:spcPts val="900"/>
              </a:spcAft>
              <a:buNone/>
              <a:defRPr sz="1500"/>
            </a:lvl1pPr>
            <a:lvl2pPr marL="342900" indent="0">
              <a:lnSpc>
                <a:spcPct val="100000"/>
              </a:lnSpc>
              <a:spcBef>
                <a:spcPts val="0"/>
              </a:spcBef>
              <a:spcAft>
                <a:spcPts val="900"/>
              </a:spcAft>
              <a:buNone/>
              <a:defRPr sz="1350"/>
            </a:lvl2pPr>
            <a:lvl3pPr marL="685800" indent="0">
              <a:lnSpc>
                <a:spcPct val="100000"/>
              </a:lnSpc>
              <a:spcBef>
                <a:spcPts val="0"/>
              </a:spcBef>
              <a:spcAft>
                <a:spcPts val="900"/>
              </a:spcAft>
              <a:buNone/>
              <a:defRPr sz="1200"/>
            </a:lvl3pPr>
            <a:lvl4pPr marL="1028700" indent="0">
              <a:lnSpc>
                <a:spcPct val="100000"/>
              </a:lnSpc>
              <a:spcBef>
                <a:spcPts val="0"/>
              </a:spcBef>
              <a:spcAft>
                <a:spcPts val="900"/>
              </a:spcAft>
              <a:buNone/>
              <a:defRPr sz="1050"/>
            </a:lvl4pPr>
            <a:lvl5pPr marL="1371600" indent="0">
              <a:lnSpc>
                <a:spcPct val="100000"/>
              </a:lnSpc>
              <a:spcBef>
                <a:spcPts val="0"/>
              </a:spcBef>
              <a:spcAft>
                <a:spcPts val="900"/>
              </a:spcAft>
              <a:buNone/>
              <a:defRPr sz="1050"/>
            </a:lvl5pPr>
          </a:lstStyle>
          <a:p>
            <a:pPr lvl="0"/>
            <a:r>
              <a:rPr lang="en-US"/>
              <a:t>Click to add text</a:t>
            </a:r>
          </a:p>
          <a:p>
            <a:pPr lvl="1"/>
            <a:r>
              <a:rPr lang="en-US"/>
              <a:t>Second level</a:t>
            </a:r>
          </a:p>
          <a:p>
            <a:pPr lvl="2"/>
            <a:r>
              <a:rPr lang="en-US"/>
              <a:t>Third level</a:t>
            </a:r>
          </a:p>
          <a:p>
            <a:pPr lvl="3"/>
            <a:r>
              <a:rPr lang="en-US"/>
              <a:t>Fourth level</a:t>
            </a:r>
          </a:p>
        </p:txBody>
      </p:sp>
      <p:sp>
        <p:nvSpPr>
          <p:cNvPr id="11" name="Content Placeholder 10">
            <a:extLst>
              <a:ext uri="{FF2B5EF4-FFF2-40B4-BE49-F238E27FC236}">
                <a16:creationId xmlns:a16="http://schemas.microsoft.com/office/drawing/2014/main" id="{0821CE3F-B178-0F88-575A-C8CB5D40EB0F}"/>
              </a:ext>
            </a:extLst>
          </p:cNvPr>
          <p:cNvSpPr>
            <a:spLocks noGrp="1"/>
          </p:cNvSpPr>
          <p:nvPr>
            <p:ph sz="quarter" idx="13" hasCustomPrompt="1"/>
          </p:nvPr>
        </p:nvSpPr>
        <p:spPr>
          <a:xfrm>
            <a:off x="3394473" y="2026603"/>
            <a:ext cx="5075158" cy="3902075"/>
          </a:xfrm>
        </p:spPr>
        <p:txBody>
          <a:bodyPr/>
          <a:lstStyle>
            <a:lvl1pPr>
              <a:spcBef>
                <a:spcPts val="0"/>
              </a:spcBef>
              <a:spcAft>
                <a:spcPts val="900"/>
              </a:spcAft>
              <a:defRPr/>
            </a:lvl1pPr>
            <a:lvl2pPr>
              <a:spcBef>
                <a:spcPts val="0"/>
              </a:spcBef>
              <a:spcAft>
                <a:spcPts val="450"/>
              </a:spcAft>
              <a:defRPr/>
            </a:lvl2pPr>
            <a:lvl3pPr>
              <a:spcBef>
                <a:spcPts val="0"/>
              </a:spcBef>
              <a:spcAft>
                <a:spcPts val="450"/>
              </a:spcAft>
              <a:defRPr/>
            </a:lvl3pPr>
            <a:lvl4pPr>
              <a:spcBef>
                <a:spcPts val="0"/>
              </a:spcBef>
              <a:spcAft>
                <a:spcPts val="450"/>
              </a:spcAft>
              <a:defRPr sz="1500"/>
            </a:lvl4pPr>
            <a:lvl5pPr>
              <a:spcBef>
                <a:spcPts val="0"/>
              </a:spcBef>
              <a:spcAft>
                <a:spcPts val="450"/>
              </a:spcAft>
              <a:defRPr sz="1500"/>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5">
            <a:extLst>
              <a:ext uri="{FF2B5EF4-FFF2-40B4-BE49-F238E27FC236}">
                <a16:creationId xmlns:a16="http://schemas.microsoft.com/office/drawing/2014/main" id="{C56AE9A4-A246-1D03-CC3B-E4043EAF1CEF}"/>
              </a:ext>
            </a:extLst>
          </p:cNvPr>
          <p:cNvSpPr>
            <a:spLocks noGrp="1"/>
          </p:cNvSpPr>
          <p:nvPr>
            <p:ph type="sldNum" sz="quarter" idx="12"/>
          </p:nvPr>
        </p:nvSpPr>
        <p:spPr>
          <a:xfrm>
            <a:off x="683514" y="6246623"/>
            <a:ext cx="891540" cy="365125"/>
          </a:xfrm>
        </p:spPr>
        <p:txBody>
          <a:bodyPr/>
          <a:lstStyle>
            <a:lvl1pPr>
              <a:defRPr sz="1050">
                <a:latin typeface="+mj-lt"/>
              </a:defRPr>
            </a:lvl1pPr>
          </a:lstStyle>
          <a:p>
            <a:fld id="{B5CEABB6-07DC-46E8-9B57-56EC44A396E5}" type="slidenum">
              <a:rPr lang="en-US" smtClean="0"/>
              <a:pPr/>
              <a:t>‹#›</a:t>
            </a:fld>
            <a:endParaRPr lang="en-US"/>
          </a:p>
        </p:txBody>
      </p:sp>
    </p:spTree>
    <p:extLst>
      <p:ext uri="{BB962C8B-B14F-4D97-AF65-F5344CB8AC3E}">
        <p14:creationId xmlns:p14="http://schemas.microsoft.com/office/powerpoint/2010/main" val="14230719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ummary 1">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D06404F0-C6D6-98DF-5397-EF0F68B0140E}"/>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9256" t="-150" r="58720" b="30269"/>
          <a:stretch/>
        </p:blipFill>
        <p:spPr>
          <a:xfrm>
            <a:off x="6729413" y="5081287"/>
            <a:ext cx="2414588" cy="1776714"/>
          </a:xfrm>
          <a:prstGeom prst="rect">
            <a:avLst/>
          </a:prstGeom>
        </p:spPr>
      </p:pic>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69798" y="72518"/>
            <a:ext cx="7803881" cy="1326514"/>
          </a:xfrm>
        </p:spPr>
        <p:txBody>
          <a:bodyPr anchor="b">
            <a:normAutofit/>
          </a:bodyPr>
          <a:lstStyle>
            <a:lvl1pPr>
              <a:defRPr sz="2100" baseline="0"/>
            </a:lvl1pPr>
          </a:lstStyle>
          <a:p>
            <a:r>
              <a:rPr lang="en-US"/>
              <a:t>CLICK TO add TITLE</a:t>
            </a:r>
          </a:p>
        </p:txBody>
      </p:sp>
      <p:sp>
        <p:nvSpPr>
          <p:cNvPr id="11" name="Content Placeholder 9">
            <a:extLst>
              <a:ext uri="{FF2B5EF4-FFF2-40B4-BE49-F238E27FC236}">
                <a16:creationId xmlns:a16="http://schemas.microsoft.com/office/drawing/2014/main" id="{13B79C6E-CF07-9F13-4C7C-A28E3488E3D0}"/>
              </a:ext>
            </a:extLst>
          </p:cNvPr>
          <p:cNvSpPr>
            <a:spLocks noGrp="1"/>
          </p:cNvSpPr>
          <p:nvPr>
            <p:ph sz="quarter" idx="14" hasCustomPrompt="1"/>
          </p:nvPr>
        </p:nvSpPr>
        <p:spPr>
          <a:xfrm>
            <a:off x="683514" y="2058670"/>
            <a:ext cx="4644629" cy="3687763"/>
          </a:xfrm>
        </p:spPr>
        <p:txBody>
          <a:bodyPr>
            <a:normAutofit/>
          </a:bodyPr>
          <a:lstStyle>
            <a:lvl1pPr marL="171450" indent="-171450">
              <a:lnSpc>
                <a:spcPct val="100000"/>
              </a:lnSpc>
              <a:spcBef>
                <a:spcPts val="0"/>
              </a:spcBef>
              <a:spcAft>
                <a:spcPts val="450"/>
              </a:spcAft>
              <a:buFont typeface="Arial" panose="020B0604020202020204" pitchFamily="34" charset="0"/>
              <a:buChar char="•"/>
              <a:defRPr sz="1500"/>
            </a:lvl1pPr>
            <a:lvl2pPr marL="514350" indent="-171450">
              <a:lnSpc>
                <a:spcPct val="100000"/>
              </a:lnSpc>
              <a:spcBef>
                <a:spcPts val="0"/>
              </a:spcBef>
              <a:spcAft>
                <a:spcPts val="450"/>
              </a:spcAft>
              <a:defRPr sz="1500"/>
            </a:lvl2pPr>
            <a:lvl3pPr marL="857250" indent="-171450">
              <a:lnSpc>
                <a:spcPct val="100000"/>
              </a:lnSpc>
              <a:spcBef>
                <a:spcPts val="0"/>
              </a:spcBef>
              <a:spcAft>
                <a:spcPts val="450"/>
              </a:spcAft>
              <a:defRPr sz="1500"/>
            </a:lvl3pPr>
            <a:lvl4pPr marL="1200150" indent="-171450">
              <a:lnSpc>
                <a:spcPct val="100000"/>
              </a:lnSpc>
              <a:spcBef>
                <a:spcPts val="0"/>
              </a:spcBef>
              <a:spcAft>
                <a:spcPts val="450"/>
              </a:spcAft>
              <a:defRPr sz="1500"/>
            </a:lvl4pPr>
            <a:lvl5pPr marL="1543050" indent="-171450">
              <a:lnSpc>
                <a:spcPct val="100000"/>
              </a:lnSpc>
              <a:spcBef>
                <a:spcPts val="0"/>
              </a:spcBef>
              <a:spcAft>
                <a:spcPts val="450"/>
              </a:spcAft>
              <a:defRPr sz="1500"/>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10" name="Content Placeholder 9">
            <a:extLst>
              <a:ext uri="{FF2B5EF4-FFF2-40B4-BE49-F238E27FC236}">
                <a16:creationId xmlns:a16="http://schemas.microsoft.com/office/drawing/2014/main" id="{934FA256-5ADA-A5BF-D116-1CFAA7EF867D}"/>
              </a:ext>
            </a:extLst>
          </p:cNvPr>
          <p:cNvSpPr>
            <a:spLocks noGrp="1"/>
          </p:cNvSpPr>
          <p:nvPr>
            <p:ph sz="quarter" idx="13" hasCustomPrompt="1"/>
          </p:nvPr>
        </p:nvSpPr>
        <p:spPr>
          <a:xfrm>
            <a:off x="6221613" y="2058671"/>
            <a:ext cx="2252066" cy="3687763"/>
          </a:xfrm>
        </p:spPr>
        <p:txBody>
          <a:bodyPr>
            <a:normAutofit/>
          </a:bodyPr>
          <a:lstStyle>
            <a:lvl1pPr marL="0" indent="0">
              <a:lnSpc>
                <a:spcPct val="100000"/>
              </a:lnSpc>
              <a:spcBef>
                <a:spcPts val="750"/>
              </a:spcBef>
              <a:spcAft>
                <a:spcPts val="450"/>
              </a:spcAft>
              <a:buFont typeface="+mj-lt"/>
              <a:buNone/>
              <a:defRPr sz="1500"/>
            </a:lvl1pPr>
            <a:lvl2pPr marL="171450" indent="-171450">
              <a:lnSpc>
                <a:spcPct val="100000"/>
              </a:lnSpc>
              <a:spcBef>
                <a:spcPts val="750"/>
              </a:spcBef>
              <a:spcAft>
                <a:spcPts val="450"/>
              </a:spcAft>
              <a:buFont typeface="+mj-lt"/>
              <a:buNone/>
              <a:defRPr sz="1500"/>
            </a:lvl2pPr>
            <a:lvl3pPr marL="0" indent="0">
              <a:lnSpc>
                <a:spcPct val="100000"/>
              </a:lnSpc>
              <a:spcBef>
                <a:spcPts val="750"/>
              </a:spcBef>
              <a:spcAft>
                <a:spcPts val="450"/>
              </a:spcAft>
              <a:buFont typeface="+mj-lt"/>
              <a:buNone/>
              <a:defRPr sz="1500"/>
            </a:lvl3pPr>
            <a:lvl4pPr marL="0" indent="0">
              <a:lnSpc>
                <a:spcPct val="100000"/>
              </a:lnSpc>
              <a:spcBef>
                <a:spcPts val="750"/>
              </a:spcBef>
              <a:spcAft>
                <a:spcPts val="450"/>
              </a:spcAft>
              <a:buFont typeface="+mj-lt"/>
              <a:buNone/>
              <a:defRPr sz="1500"/>
            </a:lvl4pPr>
            <a:lvl5pPr marL="0" indent="0">
              <a:lnSpc>
                <a:spcPct val="100000"/>
              </a:lnSpc>
              <a:spcBef>
                <a:spcPts val="750"/>
              </a:spcBef>
              <a:spcAft>
                <a:spcPts val="450"/>
              </a:spcAft>
              <a:buFont typeface="+mj-lt"/>
              <a:buNone/>
              <a:defRPr sz="1500"/>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a:xfrm>
            <a:off x="683514" y="6246623"/>
            <a:ext cx="2002536" cy="365125"/>
          </a:xfrm>
        </p:spPr>
        <p:txBody>
          <a:bodyPr/>
          <a:lstStyle>
            <a:lvl1pPr>
              <a:defRPr sz="1050">
                <a:latin typeface="+mj-lt"/>
              </a:defRPr>
            </a:lvl1pPr>
          </a:lstStyle>
          <a:p>
            <a:fld id="{B5CEABB6-07DC-46E8-9B57-56EC44A396E5}" type="slidenum">
              <a:rPr lang="en-US" smtClean="0"/>
              <a:pPr/>
              <a:t>‹#›</a:t>
            </a:fld>
            <a:endParaRPr lang="en-US"/>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a:xfrm>
            <a:off x="2854646" y="6246623"/>
            <a:ext cx="2057400" cy="365125"/>
          </a:xfrm>
        </p:spPr>
        <p:txBody>
          <a:bodyPr/>
          <a:lstStyle>
            <a:lvl1pPr algn="r">
              <a:defRPr/>
            </a:lvl1pPr>
          </a:lstStyle>
          <a:p>
            <a:r>
              <a:rPr lang="en-US"/>
              <a:t>Presentation Title</a:t>
            </a:r>
          </a:p>
        </p:txBody>
      </p:sp>
    </p:spTree>
    <p:extLst>
      <p:ext uri="{BB962C8B-B14F-4D97-AF65-F5344CB8AC3E}">
        <p14:creationId xmlns:p14="http://schemas.microsoft.com/office/powerpoint/2010/main" val="2196348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69798" y="72518"/>
            <a:ext cx="7803881" cy="1326514"/>
          </a:xfrm>
        </p:spPr>
        <p:txBody>
          <a:bodyPr anchor="b">
            <a:normAutofit/>
          </a:bodyPr>
          <a:lstStyle>
            <a:lvl1pPr>
              <a:defRPr sz="2100" baseline="0"/>
            </a:lvl1pPr>
          </a:lstStyle>
          <a:p>
            <a:r>
              <a:rPr lang="en-US"/>
              <a:t>CLICK TO add TITLE</a:t>
            </a:r>
          </a:p>
        </p:txBody>
      </p:sp>
      <p:sp>
        <p:nvSpPr>
          <p:cNvPr id="11" name="Content Placeholder 9">
            <a:extLst>
              <a:ext uri="{FF2B5EF4-FFF2-40B4-BE49-F238E27FC236}">
                <a16:creationId xmlns:a16="http://schemas.microsoft.com/office/drawing/2014/main" id="{13B79C6E-CF07-9F13-4C7C-A28E3488E3D0}"/>
              </a:ext>
            </a:extLst>
          </p:cNvPr>
          <p:cNvSpPr>
            <a:spLocks noGrp="1"/>
          </p:cNvSpPr>
          <p:nvPr>
            <p:ph sz="quarter" idx="14" hasCustomPrompt="1"/>
          </p:nvPr>
        </p:nvSpPr>
        <p:spPr>
          <a:xfrm>
            <a:off x="683514" y="2043430"/>
            <a:ext cx="7803881" cy="3925467"/>
          </a:xfrm>
        </p:spPr>
        <p:txBody>
          <a:bodyPr>
            <a:normAutofit/>
          </a:bodyPr>
          <a:lstStyle>
            <a:lvl1pPr marL="171450" indent="-171450">
              <a:lnSpc>
                <a:spcPct val="100000"/>
              </a:lnSpc>
              <a:spcBef>
                <a:spcPts val="0"/>
              </a:spcBef>
              <a:spcAft>
                <a:spcPts val="900"/>
              </a:spcAft>
              <a:buFont typeface="Arial" panose="020B0604020202020204" pitchFamily="34" charset="0"/>
              <a:buChar char="•"/>
              <a:defRPr sz="1500"/>
            </a:lvl1pPr>
            <a:lvl2pPr marL="514350" indent="-171450">
              <a:lnSpc>
                <a:spcPct val="100000"/>
              </a:lnSpc>
              <a:spcBef>
                <a:spcPts val="375"/>
              </a:spcBef>
              <a:spcAft>
                <a:spcPts val="450"/>
              </a:spcAft>
              <a:defRPr sz="1500"/>
            </a:lvl2pPr>
            <a:lvl3pPr marL="857250" indent="-171450">
              <a:lnSpc>
                <a:spcPct val="100000"/>
              </a:lnSpc>
              <a:spcBef>
                <a:spcPts val="375"/>
              </a:spcBef>
              <a:spcAft>
                <a:spcPts val="450"/>
              </a:spcAft>
              <a:defRPr sz="1500"/>
            </a:lvl3pPr>
            <a:lvl4pPr marL="1200150" indent="-171450">
              <a:lnSpc>
                <a:spcPct val="100000"/>
              </a:lnSpc>
              <a:spcBef>
                <a:spcPts val="375"/>
              </a:spcBef>
              <a:spcAft>
                <a:spcPts val="450"/>
              </a:spcAft>
              <a:defRPr sz="1500"/>
            </a:lvl4pPr>
            <a:lvl5pPr marL="1543050" indent="-171450">
              <a:lnSpc>
                <a:spcPct val="100000"/>
              </a:lnSpc>
              <a:spcBef>
                <a:spcPts val="375"/>
              </a:spcBef>
              <a:spcAft>
                <a:spcPts val="450"/>
              </a:spcAft>
              <a:defRPr sz="1500"/>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A0FDD81F-9379-48E6-9B14-83486F920A39}"/>
              </a:ext>
            </a:extLst>
          </p:cNvPr>
          <p:cNvSpPr>
            <a:spLocks noGrp="1"/>
          </p:cNvSpPr>
          <p:nvPr>
            <p:ph type="sldNum" sz="quarter" idx="12"/>
          </p:nvPr>
        </p:nvSpPr>
        <p:spPr>
          <a:xfrm>
            <a:off x="683514" y="6246623"/>
            <a:ext cx="2002536" cy="365125"/>
          </a:xfrm>
        </p:spPr>
        <p:txBody>
          <a:bodyPr/>
          <a:lstStyle>
            <a:lvl1pPr>
              <a:defRPr sz="1050">
                <a:latin typeface="+mj-lt"/>
              </a:defRPr>
            </a:lvl1pPr>
          </a:lstStyle>
          <a:p>
            <a:fld id="{B5CEABB6-07DC-46E8-9B57-56EC44A396E5}" type="slidenum">
              <a:rPr lang="en-US" smtClean="0"/>
              <a:pPr/>
              <a:t>‹#›</a:t>
            </a:fld>
            <a:endParaRPr lang="en-US"/>
          </a:p>
        </p:txBody>
      </p:sp>
      <p:sp>
        <p:nvSpPr>
          <p:cNvPr id="5" name="Footer Placeholder 4">
            <a:extLst>
              <a:ext uri="{FF2B5EF4-FFF2-40B4-BE49-F238E27FC236}">
                <a16:creationId xmlns:a16="http://schemas.microsoft.com/office/drawing/2014/main" id="{FD10B5D8-71E9-48DC-A04C-559359603CB0}"/>
              </a:ext>
            </a:extLst>
          </p:cNvPr>
          <p:cNvSpPr>
            <a:spLocks noGrp="1"/>
          </p:cNvSpPr>
          <p:nvPr>
            <p:ph type="ftr" sz="quarter" idx="11"/>
          </p:nvPr>
        </p:nvSpPr>
        <p:spPr>
          <a:xfrm>
            <a:off x="2854646" y="6246623"/>
            <a:ext cx="2057400" cy="365125"/>
          </a:xfrm>
        </p:spPr>
        <p:txBody>
          <a:bodyPr/>
          <a:lstStyle>
            <a:lvl1pPr algn="r">
              <a:defRPr/>
            </a:lvl1pPr>
          </a:lstStyle>
          <a:p>
            <a:r>
              <a:rPr lang="en-US"/>
              <a:t>Presentation Title</a:t>
            </a:r>
          </a:p>
        </p:txBody>
      </p:sp>
    </p:spTree>
    <p:extLst>
      <p:ext uri="{BB962C8B-B14F-4D97-AF65-F5344CB8AC3E}">
        <p14:creationId xmlns:p14="http://schemas.microsoft.com/office/powerpoint/2010/main" val="36768248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4">
            <a:lumMod val="40000"/>
            <a:lumOff val="60000"/>
          </a:schemeClr>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25F4A3D2-0CBC-CF43-C14A-141B19AE6711}"/>
              </a:ext>
              <a:ext uri="{C183D7F6-B498-43B3-948B-1728B52AA6E4}">
                <adec:decorative xmlns:adec="http://schemas.microsoft.com/office/drawing/2017/decorative" val="1"/>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3433" t="-5525" r="24023" b="11733"/>
          <a:stretch/>
        </p:blipFill>
        <p:spPr>
          <a:xfrm>
            <a:off x="3358576" y="0"/>
            <a:ext cx="5785424" cy="6858000"/>
          </a:xfrm>
          <a:prstGeom prst="rect">
            <a:avLst/>
          </a:prstGeom>
        </p:spPr>
      </p:pic>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683514" y="505016"/>
            <a:ext cx="4331742" cy="3284932"/>
          </a:xfrm>
        </p:spPr>
        <p:txBody>
          <a:bodyPr anchor="b">
            <a:normAutofit/>
          </a:bodyPr>
          <a:lstStyle>
            <a:lvl1pPr>
              <a:defRPr sz="3000" baseline="0"/>
            </a:lvl1pPr>
          </a:lstStyle>
          <a:p>
            <a:r>
              <a:rPr lang="en-US"/>
              <a:t>Click to add title</a:t>
            </a:r>
          </a:p>
        </p:txBody>
      </p:sp>
      <p:sp>
        <p:nvSpPr>
          <p:cNvPr id="8" name="Text Placeholder 7">
            <a:extLst>
              <a:ext uri="{FF2B5EF4-FFF2-40B4-BE49-F238E27FC236}">
                <a16:creationId xmlns:a16="http://schemas.microsoft.com/office/drawing/2014/main" id="{1183D993-BA0D-4589-B631-1793D008E888}"/>
              </a:ext>
            </a:extLst>
          </p:cNvPr>
          <p:cNvSpPr>
            <a:spLocks noGrp="1"/>
          </p:cNvSpPr>
          <p:nvPr>
            <p:ph type="body" sz="quarter" idx="13" hasCustomPrompt="1"/>
          </p:nvPr>
        </p:nvSpPr>
        <p:spPr>
          <a:xfrm>
            <a:off x="683515" y="4006024"/>
            <a:ext cx="4345686" cy="2346960"/>
          </a:xfrm>
        </p:spPr>
        <p:txBody>
          <a:bodyPr>
            <a:normAutofit/>
          </a:bodyPr>
          <a:lstStyle>
            <a:lvl1pPr marL="0" indent="0">
              <a:lnSpc>
                <a:spcPts val="1800"/>
              </a:lnSpc>
              <a:spcBef>
                <a:spcPts val="0"/>
              </a:spcBef>
              <a:spcAft>
                <a:spcPts val="900"/>
              </a:spcAft>
              <a:buFont typeface="Arial" panose="020B0604020202020204" pitchFamily="34" charset="0"/>
              <a:buNone/>
              <a:defRPr sz="1500"/>
            </a:lvl1pPr>
            <a:lvl2pPr marL="600075" indent="-257175">
              <a:lnSpc>
                <a:spcPts val="1800"/>
              </a:lnSpc>
              <a:buFont typeface="Arial" panose="020B0604020202020204" pitchFamily="34" charset="0"/>
              <a:buChar char="•"/>
              <a:defRPr sz="1500"/>
            </a:lvl2pPr>
            <a:lvl3pPr marL="942975" indent="-257175">
              <a:lnSpc>
                <a:spcPts val="1800"/>
              </a:lnSpc>
              <a:buFont typeface="Arial" panose="020B0604020202020204" pitchFamily="34" charset="0"/>
              <a:buChar char="•"/>
              <a:defRPr sz="1500"/>
            </a:lvl3pPr>
            <a:lvl4pPr marL="1285875" indent="-257175">
              <a:lnSpc>
                <a:spcPts val="1800"/>
              </a:lnSpc>
              <a:buFont typeface="Arial" panose="020B0604020202020204" pitchFamily="34" charset="0"/>
              <a:buChar char="•"/>
              <a:defRPr sz="1500"/>
            </a:lvl4pPr>
            <a:lvl5pPr marL="1628775" indent="-257175">
              <a:lnSpc>
                <a:spcPts val="1800"/>
              </a:lnSpc>
              <a:buFont typeface="Arial" panose="020B0604020202020204" pitchFamily="34" charset="0"/>
              <a:buChar char="•"/>
              <a:defRPr sz="1500"/>
            </a:lvl5pPr>
          </a:lstStyle>
          <a:p>
            <a:pPr lvl="0"/>
            <a:r>
              <a:rPr lang="en-US"/>
              <a:t>Click to add text</a:t>
            </a:r>
          </a:p>
          <a:p>
            <a:pPr lvl="1"/>
            <a:r>
              <a:rPr lang="en-US"/>
              <a:t>Second level</a:t>
            </a:r>
          </a:p>
          <a:p>
            <a:pPr lvl="2"/>
            <a:r>
              <a:rPr lang="en-US"/>
              <a:t>Third level </a:t>
            </a:r>
          </a:p>
          <a:p>
            <a:pPr lvl="3"/>
            <a:r>
              <a:rPr lang="en-US"/>
              <a:t>Fourth level </a:t>
            </a:r>
          </a:p>
          <a:p>
            <a:pPr lvl="4"/>
            <a:r>
              <a:rPr lang="en-US"/>
              <a:t>Fifth level </a:t>
            </a:r>
          </a:p>
          <a:p>
            <a:pPr lvl="0"/>
            <a:endParaRPr lang="en-US"/>
          </a:p>
        </p:txBody>
      </p:sp>
    </p:spTree>
    <p:extLst>
      <p:ext uri="{BB962C8B-B14F-4D97-AF65-F5344CB8AC3E}">
        <p14:creationId xmlns:p14="http://schemas.microsoft.com/office/powerpoint/2010/main" val="38281557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3D039-0A18-4031-8A63-D83666B066F6}"/>
              </a:ext>
            </a:extLst>
          </p:cNvPr>
          <p:cNvSpPr>
            <a:spLocks noGrp="1"/>
          </p:cNvSpPr>
          <p:nvPr>
            <p:ph type="title" hasCustomPrompt="1"/>
          </p:nvPr>
        </p:nvSpPr>
        <p:spPr>
          <a:xfrm>
            <a:off x="623888" y="4672585"/>
            <a:ext cx="7886700" cy="1299411"/>
          </a:xfrm>
        </p:spPr>
        <p:txBody>
          <a:bodyPr anchor="b">
            <a:normAutofit/>
          </a:bodyPr>
          <a:lstStyle>
            <a:lvl1pPr>
              <a:defRPr sz="3000"/>
            </a:lvl1pPr>
          </a:lstStyle>
          <a:p>
            <a:r>
              <a:rPr lang="en-US"/>
              <a:t>Click to add title</a:t>
            </a:r>
          </a:p>
        </p:txBody>
      </p:sp>
      <p:grpSp>
        <p:nvGrpSpPr>
          <p:cNvPr id="815" name="Group 814">
            <a:extLst>
              <a:ext uri="{FF2B5EF4-FFF2-40B4-BE49-F238E27FC236}">
                <a16:creationId xmlns:a16="http://schemas.microsoft.com/office/drawing/2014/main" id="{98F70650-8E48-1844-382B-91FBA9C8DD1F}"/>
              </a:ext>
              <a:ext uri="{C183D7F6-B498-43B3-948B-1728B52AA6E4}">
                <adec:decorative xmlns:adec="http://schemas.microsoft.com/office/drawing/2017/decorative" val="1"/>
              </a:ext>
            </a:extLst>
          </p:cNvPr>
          <p:cNvGrpSpPr/>
          <p:nvPr userDrawn="1"/>
        </p:nvGrpSpPr>
        <p:grpSpPr>
          <a:xfrm>
            <a:off x="4288" y="-50037"/>
            <a:ext cx="9139523" cy="3025624"/>
            <a:chOff x="5716" y="-50037"/>
            <a:chExt cx="12186031" cy="3025624"/>
          </a:xfrm>
        </p:grpSpPr>
        <p:sp>
          <p:nvSpPr>
            <p:cNvPr id="12" name="Freeform: Shape 11">
              <a:extLst>
                <a:ext uri="{FF2B5EF4-FFF2-40B4-BE49-F238E27FC236}">
                  <a16:creationId xmlns:a16="http://schemas.microsoft.com/office/drawing/2014/main" id="{696CB0C7-73C9-4B92-88CA-FE7D026ED481}"/>
                </a:ext>
              </a:extLst>
            </p:cNvPr>
            <p:cNvSpPr/>
            <p:nvPr/>
          </p:nvSpPr>
          <p:spPr>
            <a:xfrm>
              <a:off x="9865435" y="2327548"/>
              <a:ext cx="952261" cy="268535"/>
            </a:xfrm>
            <a:custGeom>
              <a:avLst/>
              <a:gdLst>
                <a:gd name="connsiteX0" fmla="*/ 952262 w 952261"/>
                <a:gd name="connsiteY0" fmla="*/ 268535 h 268535"/>
                <a:gd name="connsiteX1" fmla="*/ 475750 w 952261"/>
                <a:gd name="connsiteY1" fmla="*/ 116175 h 268535"/>
                <a:gd name="connsiteX2" fmla="*/ 162900 w 952261"/>
                <a:gd name="connsiteY2" fmla="*/ 21711 h 268535"/>
                <a:gd name="connsiteX3" fmla="*/ 159345 w 952261"/>
                <a:gd name="connsiteY3" fmla="*/ 16506 h 268535"/>
                <a:gd name="connsiteX4" fmla="*/ 0 w 952261"/>
                <a:gd name="connsiteY4" fmla="*/ 0 h 268535"/>
                <a:gd name="connsiteX5" fmla="*/ 133698 w 952261"/>
                <a:gd name="connsiteY5" fmla="*/ 38090 h 268535"/>
                <a:gd name="connsiteX6" fmla="*/ 133698 w 952261"/>
                <a:gd name="connsiteY6" fmla="*/ 38090 h 268535"/>
                <a:gd name="connsiteX7" fmla="*/ 134587 w 952261"/>
                <a:gd name="connsiteY7" fmla="*/ 38090 h 268535"/>
                <a:gd name="connsiteX8" fmla="*/ 135475 w 952261"/>
                <a:gd name="connsiteY8" fmla="*/ 38725 h 268535"/>
                <a:gd name="connsiteX9" fmla="*/ 135475 w 952261"/>
                <a:gd name="connsiteY9" fmla="*/ 38725 h 268535"/>
                <a:gd name="connsiteX10" fmla="*/ 135475 w 952261"/>
                <a:gd name="connsiteY10" fmla="*/ 38725 h 268535"/>
                <a:gd name="connsiteX11" fmla="*/ 135475 w 952261"/>
                <a:gd name="connsiteY11" fmla="*/ 39614 h 268535"/>
                <a:gd name="connsiteX12" fmla="*/ 135475 w 952261"/>
                <a:gd name="connsiteY12" fmla="*/ 40503 h 268535"/>
                <a:gd name="connsiteX13" fmla="*/ 135475 w 952261"/>
                <a:gd name="connsiteY13" fmla="*/ 41391 h 268535"/>
                <a:gd name="connsiteX14" fmla="*/ 135475 w 952261"/>
                <a:gd name="connsiteY14" fmla="*/ 42407 h 268535"/>
                <a:gd name="connsiteX15" fmla="*/ 135475 w 952261"/>
                <a:gd name="connsiteY15" fmla="*/ 42407 h 268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52261" h="268535">
                  <a:moveTo>
                    <a:pt x="952262" y="268535"/>
                  </a:moveTo>
                  <a:lnTo>
                    <a:pt x="475750" y="116175"/>
                  </a:lnTo>
                  <a:lnTo>
                    <a:pt x="162900" y="21711"/>
                  </a:lnTo>
                  <a:cubicBezTo>
                    <a:pt x="160628" y="21051"/>
                    <a:pt x="159130" y="18867"/>
                    <a:pt x="159345" y="16506"/>
                  </a:cubicBezTo>
                  <a:lnTo>
                    <a:pt x="0" y="0"/>
                  </a:lnTo>
                  <a:lnTo>
                    <a:pt x="133698" y="38090"/>
                  </a:lnTo>
                  <a:lnTo>
                    <a:pt x="133698" y="38090"/>
                  </a:lnTo>
                  <a:lnTo>
                    <a:pt x="134587" y="38090"/>
                  </a:lnTo>
                  <a:lnTo>
                    <a:pt x="135475" y="38725"/>
                  </a:lnTo>
                  <a:lnTo>
                    <a:pt x="135475" y="38725"/>
                  </a:lnTo>
                  <a:lnTo>
                    <a:pt x="135475" y="38725"/>
                  </a:lnTo>
                  <a:cubicBezTo>
                    <a:pt x="135500" y="39017"/>
                    <a:pt x="135500" y="39322"/>
                    <a:pt x="135475" y="39614"/>
                  </a:cubicBezTo>
                  <a:cubicBezTo>
                    <a:pt x="135526" y="39906"/>
                    <a:pt x="135526" y="40210"/>
                    <a:pt x="135475" y="40503"/>
                  </a:cubicBezTo>
                  <a:cubicBezTo>
                    <a:pt x="135538" y="40795"/>
                    <a:pt x="135538" y="41099"/>
                    <a:pt x="135475" y="41391"/>
                  </a:cubicBezTo>
                  <a:cubicBezTo>
                    <a:pt x="135538" y="41722"/>
                    <a:pt x="135538" y="42077"/>
                    <a:pt x="135475" y="42407"/>
                  </a:cubicBezTo>
                  <a:lnTo>
                    <a:pt x="135475" y="42407"/>
                  </a:lnTo>
                  <a:close/>
                </a:path>
              </a:pathLst>
            </a:custGeom>
            <a:noFill/>
            <a:ln w="12690" cap="flat">
              <a:noFill/>
              <a:prstDash val="solid"/>
              <a:miter/>
            </a:ln>
          </p:spPr>
          <p:txBody>
            <a:bodyPr rtlCol="0" anchor="ctr"/>
            <a:lstStyle/>
            <a:p>
              <a:endParaRPr lang="en-US" sz="1350"/>
            </a:p>
          </p:txBody>
        </p:sp>
        <p:sp>
          <p:nvSpPr>
            <p:cNvPr id="13" name="Freeform: Shape 12">
              <a:extLst>
                <a:ext uri="{FF2B5EF4-FFF2-40B4-BE49-F238E27FC236}">
                  <a16:creationId xmlns:a16="http://schemas.microsoft.com/office/drawing/2014/main" id="{00EB8F1C-0D8E-4E0F-BD64-E9093BCEC615}"/>
                </a:ext>
              </a:extLst>
            </p:cNvPr>
            <p:cNvSpPr/>
            <p:nvPr/>
          </p:nvSpPr>
          <p:spPr>
            <a:xfrm>
              <a:off x="8614163" y="1807872"/>
              <a:ext cx="51549" cy="49897"/>
            </a:xfrm>
            <a:custGeom>
              <a:avLst/>
              <a:gdLst>
                <a:gd name="connsiteX0" fmla="*/ 48502 w 51549"/>
                <a:gd name="connsiteY0" fmla="*/ 9142 h 49897"/>
                <a:gd name="connsiteX1" fmla="*/ 48502 w 51549"/>
                <a:gd name="connsiteY1" fmla="*/ 9142 h 49897"/>
                <a:gd name="connsiteX2" fmla="*/ 49518 w 51549"/>
                <a:gd name="connsiteY2" fmla="*/ 9142 h 49897"/>
                <a:gd name="connsiteX3" fmla="*/ 50660 w 51549"/>
                <a:gd name="connsiteY3" fmla="*/ 9142 h 49897"/>
                <a:gd name="connsiteX4" fmla="*/ 51549 w 51549"/>
                <a:gd name="connsiteY4" fmla="*/ 9142 h 49897"/>
                <a:gd name="connsiteX5" fmla="*/ 51549 w 51549"/>
                <a:gd name="connsiteY5" fmla="*/ 635 h 49897"/>
                <a:gd name="connsiteX6" fmla="*/ 51549 w 51549"/>
                <a:gd name="connsiteY6" fmla="*/ 635 h 49897"/>
                <a:gd name="connsiteX7" fmla="*/ 49771 w 51549"/>
                <a:gd name="connsiteY7" fmla="*/ 635 h 49897"/>
                <a:gd name="connsiteX8" fmla="*/ 47613 w 51549"/>
                <a:gd name="connsiteY8" fmla="*/ 0 h 49897"/>
                <a:gd name="connsiteX9" fmla="*/ 0 w 51549"/>
                <a:gd name="connsiteY9" fmla="*/ 49898 h 498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1549" h="49897">
                  <a:moveTo>
                    <a:pt x="48502" y="9142"/>
                  </a:moveTo>
                  <a:lnTo>
                    <a:pt x="48502" y="9142"/>
                  </a:lnTo>
                  <a:lnTo>
                    <a:pt x="49518" y="9142"/>
                  </a:lnTo>
                  <a:lnTo>
                    <a:pt x="50660" y="9142"/>
                  </a:lnTo>
                  <a:lnTo>
                    <a:pt x="51549" y="9142"/>
                  </a:lnTo>
                  <a:lnTo>
                    <a:pt x="51549" y="635"/>
                  </a:lnTo>
                  <a:lnTo>
                    <a:pt x="51549" y="635"/>
                  </a:lnTo>
                  <a:cubicBezTo>
                    <a:pt x="50965" y="762"/>
                    <a:pt x="50356" y="762"/>
                    <a:pt x="49771" y="635"/>
                  </a:cubicBezTo>
                  <a:lnTo>
                    <a:pt x="47613" y="0"/>
                  </a:lnTo>
                  <a:lnTo>
                    <a:pt x="0" y="49898"/>
                  </a:lnTo>
                  <a:close/>
                </a:path>
              </a:pathLst>
            </a:custGeom>
            <a:noFill/>
            <a:ln w="12690" cap="flat">
              <a:noFill/>
              <a:prstDash val="solid"/>
              <a:miter/>
            </a:ln>
          </p:spPr>
          <p:txBody>
            <a:bodyPr rtlCol="0" anchor="ctr"/>
            <a:lstStyle/>
            <a:p>
              <a:endParaRPr lang="en-US" sz="1350"/>
            </a:p>
          </p:txBody>
        </p:sp>
        <p:sp>
          <p:nvSpPr>
            <p:cNvPr id="14" name="Freeform: Shape 13">
              <a:extLst>
                <a:ext uri="{FF2B5EF4-FFF2-40B4-BE49-F238E27FC236}">
                  <a16:creationId xmlns:a16="http://schemas.microsoft.com/office/drawing/2014/main" id="{594D8640-E626-45FA-B2CF-0222166C2F42}"/>
                </a:ext>
              </a:extLst>
            </p:cNvPr>
            <p:cNvSpPr/>
            <p:nvPr/>
          </p:nvSpPr>
          <p:spPr>
            <a:xfrm>
              <a:off x="6092192" y="292266"/>
              <a:ext cx="3458361" cy="1058651"/>
            </a:xfrm>
            <a:custGeom>
              <a:avLst/>
              <a:gdLst>
                <a:gd name="connsiteX0" fmla="*/ 3121388 w 3458361"/>
                <a:gd name="connsiteY0" fmla="*/ 956951 h 1058651"/>
                <a:gd name="connsiteX1" fmla="*/ 3121388 w 3458361"/>
                <a:gd name="connsiteY1" fmla="*/ 956951 h 1058651"/>
                <a:gd name="connsiteX2" fmla="*/ 3120245 w 3458361"/>
                <a:gd name="connsiteY2" fmla="*/ 956316 h 1058651"/>
                <a:gd name="connsiteX3" fmla="*/ 3119483 w 3458361"/>
                <a:gd name="connsiteY3" fmla="*/ 956316 h 1058651"/>
                <a:gd name="connsiteX4" fmla="*/ 3119483 w 3458361"/>
                <a:gd name="connsiteY4" fmla="*/ 955554 h 1058651"/>
                <a:gd name="connsiteX5" fmla="*/ 3119483 w 3458361"/>
                <a:gd name="connsiteY5" fmla="*/ 954792 h 1058651"/>
                <a:gd name="connsiteX6" fmla="*/ 3119483 w 3458361"/>
                <a:gd name="connsiteY6" fmla="*/ 953903 h 1058651"/>
                <a:gd name="connsiteX7" fmla="*/ 3119483 w 3458361"/>
                <a:gd name="connsiteY7" fmla="*/ 952888 h 1058651"/>
                <a:gd name="connsiteX8" fmla="*/ 3119483 w 3458361"/>
                <a:gd name="connsiteY8" fmla="*/ 952888 h 1058651"/>
                <a:gd name="connsiteX9" fmla="*/ 3119483 w 3458361"/>
                <a:gd name="connsiteY9" fmla="*/ 331384 h 1058651"/>
                <a:gd name="connsiteX10" fmla="*/ 3119483 w 3458361"/>
                <a:gd name="connsiteY10" fmla="*/ 331384 h 1058651"/>
                <a:gd name="connsiteX11" fmla="*/ 3119483 w 3458361"/>
                <a:gd name="connsiteY11" fmla="*/ 330495 h 1058651"/>
                <a:gd name="connsiteX12" fmla="*/ 3119483 w 3458361"/>
                <a:gd name="connsiteY12" fmla="*/ 330495 h 1058651"/>
                <a:gd name="connsiteX13" fmla="*/ 3119483 w 3458361"/>
                <a:gd name="connsiteY13" fmla="*/ 330495 h 1058651"/>
                <a:gd name="connsiteX14" fmla="*/ 3119483 w 3458361"/>
                <a:gd name="connsiteY14" fmla="*/ 330495 h 1058651"/>
                <a:gd name="connsiteX15" fmla="*/ 3119483 w 3458361"/>
                <a:gd name="connsiteY15" fmla="*/ 329733 h 1058651"/>
                <a:gd name="connsiteX16" fmla="*/ 3119483 w 3458361"/>
                <a:gd name="connsiteY16" fmla="*/ 329733 h 1058651"/>
                <a:gd name="connsiteX17" fmla="*/ 3238579 w 3458361"/>
                <a:gd name="connsiteY17" fmla="*/ 232604 h 1058651"/>
                <a:gd name="connsiteX18" fmla="*/ 2857675 w 3458361"/>
                <a:gd name="connsiteY18" fmla="*/ 117699 h 1058651"/>
                <a:gd name="connsiteX19" fmla="*/ 2857675 w 3458361"/>
                <a:gd name="connsiteY19" fmla="*/ 565638 h 1058651"/>
                <a:gd name="connsiteX20" fmla="*/ 2857675 w 3458361"/>
                <a:gd name="connsiteY20" fmla="*/ 565638 h 1058651"/>
                <a:gd name="connsiteX21" fmla="*/ 2857675 w 3458361"/>
                <a:gd name="connsiteY21" fmla="*/ 566781 h 1058651"/>
                <a:gd name="connsiteX22" fmla="*/ 2857675 w 3458361"/>
                <a:gd name="connsiteY22" fmla="*/ 567543 h 1058651"/>
                <a:gd name="connsiteX23" fmla="*/ 2857675 w 3458361"/>
                <a:gd name="connsiteY23" fmla="*/ 567543 h 1058651"/>
                <a:gd name="connsiteX24" fmla="*/ 2856913 w 3458361"/>
                <a:gd name="connsiteY24" fmla="*/ 568432 h 1058651"/>
                <a:gd name="connsiteX25" fmla="*/ 2856913 w 3458361"/>
                <a:gd name="connsiteY25" fmla="*/ 568432 h 1058651"/>
                <a:gd name="connsiteX26" fmla="*/ 2602976 w 3458361"/>
                <a:gd name="connsiteY26" fmla="*/ 774753 h 1058651"/>
                <a:gd name="connsiteX27" fmla="*/ 2602976 w 3458361"/>
                <a:gd name="connsiteY27" fmla="*/ 774753 h 1058651"/>
                <a:gd name="connsiteX28" fmla="*/ 2602976 w 3458361"/>
                <a:gd name="connsiteY28" fmla="*/ 774753 h 1058651"/>
                <a:gd name="connsiteX29" fmla="*/ 2600056 w 3458361"/>
                <a:gd name="connsiteY29" fmla="*/ 775642 h 1058651"/>
                <a:gd name="connsiteX30" fmla="*/ 2598406 w 3458361"/>
                <a:gd name="connsiteY30" fmla="*/ 775642 h 1058651"/>
                <a:gd name="connsiteX31" fmla="*/ 28060 w 3458361"/>
                <a:gd name="connsiteY31" fmla="*/ 0 h 1058651"/>
                <a:gd name="connsiteX32" fmla="*/ 28060 w 3458361"/>
                <a:gd name="connsiteY32" fmla="*/ 0 h 1058651"/>
                <a:gd name="connsiteX33" fmla="*/ 28949 w 3458361"/>
                <a:gd name="connsiteY33" fmla="*/ 0 h 1058651"/>
                <a:gd name="connsiteX34" fmla="*/ 28949 w 3458361"/>
                <a:gd name="connsiteY34" fmla="*/ 0 h 1058651"/>
                <a:gd name="connsiteX35" fmla="*/ 28949 w 3458361"/>
                <a:gd name="connsiteY35" fmla="*/ 0 h 1058651"/>
                <a:gd name="connsiteX36" fmla="*/ 28949 w 3458361"/>
                <a:gd name="connsiteY36" fmla="*/ 0 h 1058651"/>
                <a:gd name="connsiteX37" fmla="*/ 28949 w 3458361"/>
                <a:gd name="connsiteY37" fmla="*/ 762 h 1058651"/>
                <a:gd name="connsiteX38" fmla="*/ 28949 w 3458361"/>
                <a:gd name="connsiteY38" fmla="*/ 762 h 1058651"/>
                <a:gd name="connsiteX39" fmla="*/ 28949 w 3458361"/>
                <a:gd name="connsiteY39" fmla="*/ 1524 h 1058651"/>
                <a:gd name="connsiteX40" fmla="*/ 28949 w 3458361"/>
                <a:gd name="connsiteY40" fmla="*/ 2412 h 1058651"/>
                <a:gd name="connsiteX41" fmla="*/ 28949 w 3458361"/>
                <a:gd name="connsiteY41" fmla="*/ 2412 h 1058651"/>
                <a:gd name="connsiteX42" fmla="*/ 28949 w 3458361"/>
                <a:gd name="connsiteY42" fmla="*/ 623408 h 1058651"/>
                <a:gd name="connsiteX43" fmla="*/ 28949 w 3458361"/>
                <a:gd name="connsiteY43" fmla="*/ 623408 h 1058651"/>
                <a:gd name="connsiteX44" fmla="*/ 28949 w 3458361"/>
                <a:gd name="connsiteY44" fmla="*/ 624424 h 1058651"/>
                <a:gd name="connsiteX45" fmla="*/ 28949 w 3458361"/>
                <a:gd name="connsiteY45" fmla="*/ 625186 h 1058651"/>
                <a:gd name="connsiteX46" fmla="*/ 28314 w 3458361"/>
                <a:gd name="connsiteY46" fmla="*/ 625948 h 1058651"/>
                <a:gd name="connsiteX47" fmla="*/ 27679 w 3458361"/>
                <a:gd name="connsiteY47" fmla="*/ 626836 h 1058651"/>
                <a:gd name="connsiteX48" fmla="*/ 27679 w 3458361"/>
                <a:gd name="connsiteY48" fmla="*/ 626836 h 1058651"/>
                <a:gd name="connsiteX49" fmla="*/ 0 w 3458361"/>
                <a:gd name="connsiteY49" fmla="*/ 649563 h 1058651"/>
                <a:gd name="connsiteX50" fmla="*/ 955309 w 3458361"/>
                <a:gd name="connsiteY50" fmla="*/ 747582 h 1058651"/>
                <a:gd name="connsiteX51" fmla="*/ 955309 w 3458361"/>
                <a:gd name="connsiteY51" fmla="*/ 634073 h 1058651"/>
                <a:gd name="connsiteX52" fmla="*/ 955309 w 3458361"/>
                <a:gd name="connsiteY52" fmla="*/ 633439 h 1058651"/>
                <a:gd name="connsiteX53" fmla="*/ 955309 w 3458361"/>
                <a:gd name="connsiteY53" fmla="*/ 632677 h 1058651"/>
                <a:gd name="connsiteX54" fmla="*/ 955309 w 3458361"/>
                <a:gd name="connsiteY54" fmla="*/ 632677 h 1058651"/>
                <a:gd name="connsiteX55" fmla="*/ 955309 w 3458361"/>
                <a:gd name="connsiteY55" fmla="*/ 632677 h 1058651"/>
                <a:gd name="connsiteX56" fmla="*/ 955309 w 3458361"/>
                <a:gd name="connsiteY56" fmla="*/ 631788 h 1058651"/>
                <a:gd name="connsiteX57" fmla="*/ 955309 w 3458361"/>
                <a:gd name="connsiteY57" fmla="*/ 631153 h 1058651"/>
                <a:gd name="connsiteX58" fmla="*/ 955309 w 3458361"/>
                <a:gd name="connsiteY58" fmla="*/ 631153 h 1058651"/>
                <a:gd name="connsiteX59" fmla="*/ 1167473 w 3458361"/>
                <a:gd name="connsiteY59" fmla="*/ 412389 h 1058651"/>
                <a:gd name="connsiteX60" fmla="*/ 1167473 w 3458361"/>
                <a:gd name="connsiteY60" fmla="*/ 412389 h 1058651"/>
                <a:gd name="connsiteX61" fmla="*/ 1167473 w 3458361"/>
                <a:gd name="connsiteY61" fmla="*/ 412389 h 1058651"/>
                <a:gd name="connsiteX62" fmla="*/ 1168362 w 3458361"/>
                <a:gd name="connsiteY62" fmla="*/ 412389 h 1058651"/>
                <a:gd name="connsiteX63" fmla="*/ 1169251 w 3458361"/>
                <a:gd name="connsiteY63" fmla="*/ 412389 h 1058651"/>
                <a:gd name="connsiteX64" fmla="*/ 1170266 w 3458361"/>
                <a:gd name="connsiteY64" fmla="*/ 412389 h 1058651"/>
                <a:gd name="connsiteX65" fmla="*/ 1176107 w 3458361"/>
                <a:gd name="connsiteY65" fmla="*/ 412389 h 1058651"/>
                <a:gd name="connsiteX66" fmla="*/ 1758637 w 3458361"/>
                <a:gd name="connsiteY66" fmla="*/ 545070 h 1058651"/>
                <a:gd name="connsiteX67" fmla="*/ 1758637 w 3458361"/>
                <a:gd name="connsiteY67" fmla="*/ 545070 h 1058651"/>
                <a:gd name="connsiteX68" fmla="*/ 1758637 w 3458361"/>
                <a:gd name="connsiteY68" fmla="*/ 545070 h 1058651"/>
                <a:gd name="connsiteX69" fmla="*/ 1758637 w 3458361"/>
                <a:gd name="connsiteY69" fmla="*/ 545070 h 1058651"/>
                <a:gd name="connsiteX70" fmla="*/ 1759399 w 3458361"/>
                <a:gd name="connsiteY70" fmla="*/ 545070 h 1058651"/>
                <a:gd name="connsiteX71" fmla="*/ 1759399 w 3458361"/>
                <a:gd name="connsiteY71" fmla="*/ 545070 h 1058651"/>
                <a:gd name="connsiteX72" fmla="*/ 1759399 w 3458361"/>
                <a:gd name="connsiteY72" fmla="*/ 545070 h 1058651"/>
                <a:gd name="connsiteX73" fmla="*/ 1759399 w 3458361"/>
                <a:gd name="connsiteY73" fmla="*/ 545070 h 1058651"/>
                <a:gd name="connsiteX74" fmla="*/ 1759399 w 3458361"/>
                <a:gd name="connsiteY74" fmla="*/ 545070 h 1058651"/>
                <a:gd name="connsiteX75" fmla="*/ 1759399 w 3458361"/>
                <a:gd name="connsiteY75" fmla="*/ 545704 h 1058651"/>
                <a:gd name="connsiteX76" fmla="*/ 1759399 w 3458361"/>
                <a:gd name="connsiteY76" fmla="*/ 546466 h 1058651"/>
                <a:gd name="connsiteX77" fmla="*/ 1759399 w 3458361"/>
                <a:gd name="connsiteY77" fmla="*/ 753550 h 1058651"/>
                <a:gd name="connsiteX78" fmla="*/ 1759399 w 3458361"/>
                <a:gd name="connsiteY78" fmla="*/ 753550 h 1058651"/>
                <a:gd name="connsiteX79" fmla="*/ 1759399 w 3458361"/>
                <a:gd name="connsiteY79" fmla="*/ 754692 h 1058651"/>
                <a:gd name="connsiteX80" fmla="*/ 1759399 w 3458361"/>
                <a:gd name="connsiteY80" fmla="*/ 755454 h 1058651"/>
                <a:gd name="connsiteX81" fmla="*/ 1759399 w 3458361"/>
                <a:gd name="connsiteY81" fmla="*/ 756089 h 1058651"/>
                <a:gd name="connsiteX82" fmla="*/ 1758765 w 3458361"/>
                <a:gd name="connsiteY82" fmla="*/ 756978 h 1058651"/>
                <a:gd name="connsiteX83" fmla="*/ 1758765 w 3458361"/>
                <a:gd name="connsiteY83" fmla="*/ 756978 h 1058651"/>
                <a:gd name="connsiteX84" fmla="*/ 1722070 w 3458361"/>
                <a:gd name="connsiteY84" fmla="*/ 792528 h 1058651"/>
                <a:gd name="connsiteX85" fmla="*/ 1722070 w 3458361"/>
                <a:gd name="connsiteY85" fmla="*/ 792528 h 1058651"/>
                <a:gd name="connsiteX86" fmla="*/ 1683345 w 3458361"/>
                <a:gd name="connsiteY86" fmla="*/ 823889 h 1058651"/>
                <a:gd name="connsiteX87" fmla="*/ 2973724 w 3458361"/>
                <a:gd name="connsiteY87" fmla="*/ 956189 h 1058651"/>
                <a:gd name="connsiteX88" fmla="*/ 2974866 w 3458361"/>
                <a:gd name="connsiteY88" fmla="*/ 956189 h 1058651"/>
                <a:gd name="connsiteX89" fmla="*/ 3057904 w 3458361"/>
                <a:gd name="connsiteY89" fmla="*/ 981582 h 1058651"/>
                <a:gd name="connsiteX90" fmla="*/ 3458361 w 3458361"/>
                <a:gd name="connsiteY90" fmla="*/ 1058651 h 10586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Lst>
              <a:rect l="l" t="t" r="r" b="b"/>
              <a:pathLst>
                <a:path w="3458361" h="1058651">
                  <a:moveTo>
                    <a:pt x="3121388" y="956951"/>
                  </a:moveTo>
                  <a:lnTo>
                    <a:pt x="3121388" y="956951"/>
                  </a:lnTo>
                  <a:lnTo>
                    <a:pt x="3120245" y="956316"/>
                  </a:lnTo>
                  <a:lnTo>
                    <a:pt x="3119483" y="956316"/>
                  </a:lnTo>
                  <a:lnTo>
                    <a:pt x="3119483" y="955554"/>
                  </a:lnTo>
                  <a:lnTo>
                    <a:pt x="3119483" y="954792"/>
                  </a:lnTo>
                  <a:cubicBezTo>
                    <a:pt x="3119483" y="954792"/>
                    <a:pt x="3119483" y="954158"/>
                    <a:pt x="3119483" y="953903"/>
                  </a:cubicBezTo>
                  <a:cubicBezTo>
                    <a:pt x="3119433" y="953561"/>
                    <a:pt x="3119433" y="953218"/>
                    <a:pt x="3119483" y="952888"/>
                  </a:cubicBezTo>
                  <a:lnTo>
                    <a:pt x="3119483" y="952888"/>
                  </a:lnTo>
                  <a:lnTo>
                    <a:pt x="3119483" y="331384"/>
                  </a:lnTo>
                  <a:lnTo>
                    <a:pt x="3119483" y="331384"/>
                  </a:lnTo>
                  <a:cubicBezTo>
                    <a:pt x="3119483" y="331384"/>
                    <a:pt x="3119483" y="331384"/>
                    <a:pt x="3119483" y="330495"/>
                  </a:cubicBezTo>
                  <a:cubicBezTo>
                    <a:pt x="3119483" y="329607"/>
                    <a:pt x="3119483" y="330495"/>
                    <a:pt x="3119483" y="330495"/>
                  </a:cubicBezTo>
                  <a:lnTo>
                    <a:pt x="3119483" y="330495"/>
                  </a:lnTo>
                  <a:lnTo>
                    <a:pt x="3119483" y="330495"/>
                  </a:lnTo>
                  <a:lnTo>
                    <a:pt x="3119483" y="329733"/>
                  </a:lnTo>
                  <a:lnTo>
                    <a:pt x="3119483" y="329733"/>
                  </a:lnTo>
                  <a:lnTo>
                    <a:pt x="3238579" y="232604"/>
                  </a:lnTo>
                  <a:lnTo>
                    <a:pt x="2857675" y="117699"/>
                  </a:lnTo>
                  <a:lnTo>
                    <a:pt x="2857675" y="565638"/>
                  </a:lnTo>
                  <a:lnTo>
                    <a:pt x="2857675" y="565638"/>
                  </a:lnTo>
                  <a:cubicBezTo>
                    <a:pt x="2857738" y="566019"/>
                    <a:pt x="2857738" y="566400"/>
                    <a:pt x="2857675" y="566781"/>
                  </a:cubicBezTo>
                  <a:cubicBezTo>
                    <a:pt x="2857738" y="567035"/>
                    <a:pt x="2857738" y="567289"/>
                    <a:pt x="2857675" y="567543"/>
                  </a:cubicBezTo>
                  <a:lnTo>
                    <a:pt x="2857675" y="567543"/>
                  </a:lnTo>
                  <a:lnTo>
                    <a:pt x="2856913" y="568432"/>
                  </a:lnTo>
                  <a:lnTo>
                    <a:pt x="2856913" y="568432"/>
                  </a:lnTo>
                  <a:lnTo>
                    <a:pt x="2602976" y="774753"/>
                  </a:lnTo>
                  <a:lnTo>
                    <a:pt x="2602976" y="774753"/>
                  </a:lnTo>
                  <a:lnTo>
                    <a:pt x="2602976" y="774753"/>
                  </a:lnTo>
                  <a:cubicBezTo>
                    <a:pt x="2602100" y="775312"/>
                    <a:pt x="2601097" y="775616"/>
                    <a:pt x="2600056" y="775642"/>
                  </a:cubicBezTo>
                  <a:lnTo>
                    <a:pt x="2598406" y="775642"/>
                  </a:lnTo>
                  <a:lnTo>
                    <a:pt x="28060" y="0"/>
                  </a:lnTo>
                  <a:lnTo>
                    <a:pt x="28060" y="0"/>
                  </a:lnTo>
                  <a:lnTo>
                    <a:pt x="28949" y="0"/>
                  </a:lnTo>
                  <a:lnTo>
                    <a:pt x="28949" y="0"/>
                  </a:lnTo>
                  <a:lnTo>
                    <a:pt x="28949" y="0"/>
                  </a:lnTo>
                  <a:cubicBezTo>
                    <a:pt x="28949" y="0"/>
                    <a:pt x="28949" y="0"/>
                    <a:pt x="28949" y="0"/>
                  </a:cubicBezTo>
                  <a:cubicBezTo>
                    <a:pt x="28987" y="254"/>
                    <a:pt x="28987" y="508"/>
                    <a:pt x="28949" y="762"/>
                  </a:cubicBezTo>
                  <a:lnTo>
                    <a:pt x="28949" y="762"/>
                  </a:lnTo>
                  <a:lnTo>
                    <a:pt x="28949" y="1524"/>
                  </a:lnTo>
                  <a:cubicBezTo>
                    <a:pt x="28949" y="1524"/>
                    <a:pt x="28949" y="1524"/>
                    <a:pt x="28949" y="2412"/>
                  </a:cubicBezTo>
                  <a:lnTo>
                    <a:pt x="28949" y="2412"/>
                  </a:lnTo>
                  <a:lnTo>
                    <a:pt x="28949" y="623408"/>
                  </a:lnTo>
                  <a:lnTo>
                    <a:pt x="28949" y="623408"/>
                  </a:lnTo>
                  <a:cubicBezTo>
                    <a:pt x="29025" y="623738"/>
                    <a:pt x="29025" y="624094"/>
                    <a:pt x="28949" y="624424"/>
                  </a:cubicBezTo>
                  <a:cubicBezTo>
                    <a:pt x="28949" y="624424"/>
                    <a:pt x="28949" y="624424"/>
                    <a:pt x="28949" y="625186"/>
                  </a:cubicBezTo>
                  <a:lnTo>
                    <a:pt x="28314" y="625948"/>
                  </a:lnTo>
                  <a:lnTo>
                    <a:pt x="27679" y="626836"/>
                  </a:lnTo>
                  <a:lnTo>
                    <a:pt x="27679" y="626836"/>
                  </a:lnTo>
                  <a:lnTo>
                    <a:pt x="0" y="649563"/>
                  </a:lnTo>
                  <a:lnTo>
                    <a:pt x="955309" y="747582"/>
                  </a:lnTo>
                  <a:lnTo>
                    <a:pt x="955309" y="634073"/>
                  </a:lnTo>
                  <a:cubicBezTo>
                    <a:pt x="955245" y="633870"/>
                    <a:pt x="955245" y="633642"/>
                    <a:pt x="955309" y="633439"/>
                  </a:cubicBezTo>
                  <a:lnTo>
                    <a:pt x="955309" y="632677"/>
                  </a:lnTo>
                  <a:lnTo>
                    <a:pt x="955309" y="632677"/>
                  </a:lnTo>
                  <a:lnTo>
                    <a:pt x="955309" y="632677"/>
                  </a:lnTo>
                  <a:cubicBezTo>
                    <a:pt x="955283" y="632385"/>
                    <a:pt x="955283" y="632080"/>
                    <a:pt x="955309" y="631788"/>
                  </a:cubicBezTo>
                  <a:lnTo>
                    <a:pt x="955309" y="631153"/>
                  </a:lnTo>
                  <a:lnTo>
                    <a:pt x="955309" y="631153"/>
                  </a:lnTo>
                  <a:lnTo>
                    <a:pt x="1167473" y="412389"/>
                  </a:lnTo>
                  <a:lnTo>
                    <a:pt x="1167473" y="412389"/>
                  </a:lnTo>
                  <a:lnTo>
                    <a:pt x="1167473" y="412389"/>
                  </a:lnTo>
                  <a:cubicBezTo>
                    <a:pt x="1167765" y="412326"/>
                    <a:pt x="1168070" y="412326"/>
                    <a:pt x="1168362" y="412389"/>
                  </a:cubicBezTo>
                  <a:lnTo>
                    <a:pt x="1169251" y="412389"/>
                  </a:lnTo>
                  <a:lnTo>
                    <a:pt x="1170266" y="412389"/>
                  </a:lnTo>
                  <a:lnTo>
                    <a:pt x="1176107" y="412389"/>
                  </a:lnTo>
                  <a:lnTo>
                    <a:pt x="1758637" y="545070"/>
                  </a:lnTo>
                  <a:lnTo>
                    <a:pt x="1758637" y="545070"/>
                  </a:lnTo>
                  <a:lnTo>
                    <a:pt x="1758637" y="545070"/>
                  </a:lnTo>
                  <a:lnTo>
                    <a:pt x="1758637" y="545070"/>
                  </a:lnTo>
                  <a:lnTo>
                    <a:pt x="1759399" y="545070"/>
                  </a:lnTo>
                  <a:lnTo>
                    <a:pt x="1759399" y="545070"/>
                  </a:lnTo>
                  <a:lnTo>
                    <a:pt x="1759399" y="545070"/>
                  </a:lnTo>
                  <a:lnTo>
                    <a:pt x="1759399" y="545070"/>
                  </a:lnTo>
                  <a:lnTo>
                    <a:pt x="1759399" y="545070"/>
                  </a:lnTo>
                  <a:cubicBezTo>
                    <a:pt x="1759399" y="545070"/>
                    <a:pt x="1759399" y="545070"/>
                    <a:pt x="1759399" y="545704"/>
                  </a:cubicBezTo>
                  <a:cubicBezTo>
                    <a:pt x="1759463" y="545958"/>
                    <a:pt x="1759463" y="546212"/>
                    <a:pt x="1759399" y="546466"/>
                  </a:cubicBezTo>
                  <a:lnTo>
                    <a:pt x="1759399" y="753550"/>
                  </a:lnTo>
                  <a:lnTo>
                    <a:pt x="1759399" y="753550"/>
                  </a:lnTo>
                  <a:cubicBezTo>
                    <a:pt x="1759463" y="753930"/>
                    <a:pt x="1759463" y="754311"/>
                    <a:pt x="1759399" y="754692"/>
                  </a:cubicBezTo>
                  <a:lnTo>
                    <a:pt x="1759399" y="755454"/>
                  </a:lnTo>
                  <a:lnTo>
                    <a:pt x="1759399" y="756089"/>
                  </a:lnTo>
                  <a:lnTo>
                    <a:pt x="1758765" y="756978"/>
                  </a:lnTo>
                  <a:lnTo>
                    <a:pt x="1758765" y="756978"/>
                  </a:lnTo>
                  <a:lnTo>
                    <a:pt x="1722070" y="792528"/>
                  </a:lnTo>
                  <a:lnTo>
                    <a:pt x="1722070" y="792528"/>
                  </a:lnTo>
                  <a:lnTo>
                    <a:pt x="1683345" y="823889"/>
                  </a:lnTo>
                  <a:lnTo>
                    <a:pt x="2973724" y="956189"/>
                  </a:lnTo>
                  <a:lnTo>
                    <a:pt x="2974866" y="956189"/>
                  </a:lnTo>
                  <a:lnTo>
                    <a:pt x="3057904" y="981582"/>
                  </a:lnTo>
                  <a:lnTo>
                    <a:pt x="3458361" y="1058651"/>
                  </a:lnTo>
                  <a:close/>
                </a:path>
              </a:pathLst>
            </a:custGeom>
            <a:noFill/>
            <a:ln w="12690" cap="flat">
              <a:noFill/>
              <a:prstDash val="solid"/>
              <a:miter/>
            </a:ln>
          </p:spPr>
          <p:txBody>
            <a:bodyPr rtlCol="0" anchor="ctr"/>
            <a:lstStyle/>
            <a:p>
              <a:endParaRPr lang="en-US" sz="1350"/>
            </a:p>
          </p:txBody>
        </p:sp>
        <p:sp>
          <p:nvSpPr>
            <p:cNvPr id="16" name="Freeform: Shape 15">
              <a:extLst>
                <a:ext uri="{FF2B5EF4-FFF2-40B4-BE49-F238E27FC236}">
                  <a16:creationId xmlns:a16="http://schemas.microsoft.com/office/drawing/2014/main" id="{5873C672-C0CC-4550-A694-CEB71DC6BEA7}"/>
                </a:ext>
              </a:extLst>
            </p:cNvPr>
            <p:cNvSpPr/>
            <p:nvPr/>
          </p:nvSpPr>
          <p:spPr>
            <a:xfrm>
              <a:off x="4278070" y="29318"/>
              <a:ext cx="1022221" cy="308021"/>
            </a:xfrm>
            <a:custGeom>
              <a:avLst/>
              <a:gdLst>
                <a:gd name="connsiteX0" fmla="*/ 2540 w 1022221"/>
                <a:gd name="connsiteY0" fmla="*/ 0 h 308021"/>
                <a:gd name="connsiteX1" fmla="*/ 0 w 1022221"/>
                <a:gd name="connsiteY1" fmla="*/ 3682 h 308021"/>
                <a:gd name="connsiteX2" fmla="*/ 0 w 1022221"/>
                <a:gd name="connsiteY2" fmla="*/ 3682 h 308021"/>
                <a:gd name="connsiteX3" fmla="*/ 889 w 1022221"/>
                <a:gd name="connsiteY3" fmla="*/ 3682 h 308021"/>
                <a:gd name="connsiteX4" fmla="*/ 889 w 1022221"/>
                <a:gd name="connsiteY4" fmla="*/ 3682 h 308021"/>
                <a:gd name="connsiteX5" fmla="*/ 889 w 1022221"/>
                <a:gd name="connsiteY5" fmla="*/ 4317 h 308021"/>
                <a:gd name="connsiteX6" fmla="*/ 1524 w 1022221"/>
                <a:gd name="connsiteY6" fmla="*/ 5206 h 308021"/>
                <a:gd name="connsiteX7" fmla="*/ 1524 w 1022221"/>
                <a:gd name="connsiteY7" fmla="*/ 6221 h 308021"/>
                <a:gd name="connsiteX8" fmla="*/ 1524 w 1022221"/>
                <a:gd name="connsiteY8" fmla="*/ 6983 h 308021"/>
                <a:gd name="connsiteX9" fmla="*/ 1524 w 1022221"/>
                <a:gd name="connsiteY9" fmla="*/ 8507 h 308021"/>
                <a:gd name="connsiteX10" fmla="*/ 1022222 w 1022221"/>
                <a:gd name="connsiteY10" fmla="*/ 308022 h 3080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221" h="308021">
                  <a:moveTo>
                    <a:pt x="2540" y="0"/>
                  </a:moveTo>
                  <a:lnTo>
                    <a:pt x="0" y="3682"/>
                  </a:lnTo>
                  <a:lnTo>
                    <a:pt x="0" y="3682"/>
                  </a:lnTo>
                  <a:lnTo>
                    <a:pt x="889" y="3682"/>
                  </a:lnTo>
                  <a:lnTo>
                    <a:pt x="889" y="3682"/>
                  </a:lnTo>
                  <a:cubicBezTo>
                    <a:pt x="927" y="3898"/>
                    <a:pt x="927" y="4101"/>
                    <a:pt x="889" y="4317"/>
                  </a:cubicBezTo>
                  <a:cubicBezTo>
                    <a:pt x="1168" y="4558"/>
                    <a:pt x="1384" y="4863"/>
                    <a:pt x="1524" y="5206"/>
                  </a:cubicBezTo>
                  <a:cubicBezTo>
                    <a:pt x="1524" y="5206"/>
                    <a:pt x="1524" y="5840"/>
                    <a:pt x="1524" y="6221"/>
                  </a:cubicBezTo>
                  <a:cubicBezTo>
                    <a:pt x="1524" y="6602"/>
                    <a:pt x="1524" y="6221"/>
                    <a:pt x="1524" y="6983"/>
                  </a:cubicBezTo>
                  <a:lnTo>
                    <a:pt x="1524" y="8507"/>
                  </a:lnTo>
                  <a:lnTo>
                    <a:pt x="1022222" y="308022"/>
                  </a:lnTo>
                  <a:close/>
                </a:path>
              </a:pathLst>
            </a:custGeom>
            <a:noFill/>
            <a:ln w="12690" cap="flat">
              <a:noFill/>
              <a:prstDash val="solid"/>
              <a:miter/>
            </a:ln>
          </p:spPr>
          <p:txBody>
            <a:bodyPr rtlCol="0" anchor="ctr"/>
            <a:lstStyle/>
            <a:p>
              <a:endParaRPr lang="en-US" sz="1350"/>
            </a:p>
          </p:txBody>
        </p:sp>
        <p:sp>
          <p:nvSpPr>
            <p:cNvPr id="776" name="Freeform 775">
              <a:extLst>
                <a:ext uri="{FF2B5EF4-FFF2-40B4-BE49-F238E27FC236}">
                  <a16:creationId xmlns:a16="http://schemas.microsoft.com/office/drawing/2014/main" id="{8AE234EC-24BB-C203-13CC-0DE3E8682DFF}"/>
                </a:ext>
              </a:extLst>
            </p:cNvPr>
            <p:cNvSpPr/>
            <p:nvPr/>
          </p:nvSpPr>
          <p:spPr>
            <a:xfrm>
              <a:off x="10809444" y="-12696"/>
              <a:ext cx="1265873" cy="505824"/>
            </a:xfrm>
            <a:custGeom>
              <a:avLst/>
              <a:gdLst>
                <a:gd name="connsiteX0" fmla="*/ 0 w 1265873"/>
                <a:gd name="connsiteY0" fmla="*/ 0 h 505824"/>
                <a:gd name="connsiteX1" fmla="*/ 945372 w 1265873"/>
                <a:gd name="connsiteY1" fmla="*/ 0 h 505824"/>
                <a:gd name="connsiteX2" fmla="*/ 1265873 w 1265873"/>
                <a:gd name="connsiteY2" fmla="*/ 102450 h 505824"/>
                <a:gd name="connsiteX3" fmla="*/ 1265873 w 1265873"/>
                <a:gd name="connsiteY3" fmla="*/ 505824 h 505824"/>
                <a:gd name="connsiteX4" fmla="*/ 0 w 1265873"/>
                <a:gd name="connsiteY4" fmla="*/ 101688 h 5058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5873" h="505824">
                  <a:moveTo>
                    <a:pt x="0" y="0"/>
                  </a:moveTo>
                  <a:lnTo>
                    <a:pt x="945372" y="0"/>
                  </a:lnTo>
                  <a:lnTo>
                    <a:pt x="1265873" y="102450"/>
                  </a:lnTo>
                  <a:lnTo>
                    <a:pt x="1265873" y="505824"/>
                  </a:lnTo>
                  <a:lnTo>
                    <a:pt x="0" y="101688"/>
                  </a:lnTo>
                  <a:close/>
                </a:path>
              </a:pathLst>
            </a:custGeom>
            <a:solidFill>
              <a:schemeClr val="accent4"/>
            </a:solidFill>
            <a:ln w="12690" cap="flat">
              <a:noFill/>
              <a:prstDash val="solid"/>
              <a:miter/>
            </a:ln>
          </p:spPr>
          <p:txBody>
            <a:bodyPr wrap="square" rtlCol="0" anchor="ctr">
              <a:noAutofit/>
            </a:bodyPr>
            <a:lstStyle/>
            <a:p>
              <a:endParaRPr lang="en-US" sz="1350"/>
            </a:p>
          </p:txBody>
        </p:sp>
        <p:sp>
          <p:nvSpPr>
            <p:cNvPr id="40" name="Freeform: Shape 39">
              <a:extLst>
                <a:ext uri="{FF2B5EF4-FFF2-40B4-BE49-F238E27FC236}">
                  <a16:creationId xmlns:a16="http://schemas.microsoft.com/office/drawing/2014/main" id="{F11A9D8D-D79C-4384-9337-0BC9CD9F4958}"/>
                </a:ext>
              </a:extLst>
            </p:cNvPr>
            <p:cNvSpPr/>
            <p:nvPr/>
          </p:nvSpPr>
          <p:spPr>
            <a:xfrm>
              <a:off x="12086110" y="93055"/>
              <a:ext cx="105510" cy="435370"/>
            </a:xfrm>
            <a:custGeom>
              <a:avLst/>
              <a:gdLst>
                <a:gd name="connsiteX0" fmla="*/ 0 w 105510"/>
                <a:gd name="connsiteY0" fmla="*/ 403501 h 435370"/>
                <a:gd name="connsiteX1" fmla="*/ 105511 w 105510"/>
                <a:gd name="connsiteY1" fmla="*/ 435370 h 435370"/>
                <a:gd name="connsiteX2" fmla="*/ 105511 w 105510"/>
                <a:gd name="connsiteY2" fmla="*/ 31869 h 435370"/>
                <a:gd name="connsiteX3" fmla="*/ 0 w 105510"/>
                <a:gd name="connsiteY3" fmla="*/ 0 h 435370"/>
                <a:gd name="connsiteX4" fmla="*/ 0 w 105510"/>
                <a:gd name="connsiteY4" fmla="*/ 403501 h 4353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510" h="435370">
                  <a:moveTo>
                    <a:pt x="0" y="403501"/>
                  </a:moveTo>
                  <a:lnTo>
                    <a:pt x="105511" y="435370"/>
                  </a:lnTo>
                  <a:lnTo>
                    <a:pt x="105511" y="31869"/>
                  </a:lnTo>
                  <a:lnTo>
                    <a:pt x="0" y="0"/>
                  </a:lnTo>
                  <a:lnTo>
                    <a:pt x="0" y="403501"/>
                  </a:lnTo>
                  <a:close/>
                </a:path>
              </a:pathLst>
            </a:custGeom>
            <a:solidFill>
              <a:schemeClr val="accent1">
                <a:lumMod val="75000"/>
              </a:schemeClr>
            </a:solidFill>
            <a:ln w="12690" cap="flat">
              <a:noFill/>
              <a:prstDash val="solid"/>
              <a:miter/>
            </a:ln>
          </p:spPr>
          <p:txBody>
            <a:bodyPr rtlCol="0" anchor="ctr"/>
            <a:lstStyle/>
            <a:p>
              <a:endParaRPr lang="en-US" sz="1350"/>
            </a:p>
          </p:txBody>
        </p:sp>
        <p:sp>
          <p:nvSpPr>
            <p:cNvPr id="42" name="Freeform: Shape 41">
              <a:extLst>
                <a:ext uri="{FF2B5EF4-FFF2-40B4-BE49-F238E27FC236}">
                  <a16:creationId xmlns:a16="http://schemas.microsoft.com/office/drawing/2014/main" id="{1D035A0E-C739-44A5-A218-106270665C55}"/>
                </a:ext>
              </a:extLst>
            </p:cNvPr>
            <p:cNvSpPr/>
            <p:nvPr/>
          </p:nvSpPr>
          <p:spPr>
            <a:xfrm>
              <a:off x="12091315" y="2655"/>
              <a:ext cx="100305" cy="111985"/>
            </a:xfrm>
            <a:custGeom>
              <a:avLst/>
              <a:gdLst>
                <a:gd name="connsiteX0" fmla="*/ 100305 w 100305"/>
                <a:gd name="connsiteY0" fmla="*/ 111985 h 111985"/>
                <a:gd name="connsiteX1" fmla="*/ 100305 w 100305"/>
                <a:gd name="connsiteY1" fmla="*/ 0 h 111985"/>
                <a:gd name="connsiteX2" fmla="*/ 0 w 100305"/>
                <a:gd name="connsiteY2" fmla="*/ 81640 h 111985"/>
                <a:gd name="connsiteX3" fmla="*/ 100305 w 100305"/>
                <a:gd name="connsiteY3" fmla="*/ 111985 h 111985"/>
              </a:gdLst>
              <a:ahLst/>
              <a:cxnLst>
                <a:cxn ang="0">
                  <a:pos x="connsiteX0" y="connsiteY0"/>
                </a:cxn>
                <a:cxn ang="0">
                  <a:pos x="connsiteX1" y="connsiteY1"/>
                </a:cxn>
                <a:cxn ang="0">
                  <a:pos x="connsiteX2" y="connsiteY2"/>
                </a:cxn>
                <a:cxn ang="0">
                  <a:pos x="connsiteX3" y="connsiteY3"/>
                </a:cxn>
              </a:cxnLst>
              <a:rect l="l" t="t" r="r" b="b"/>
              <a:pathLst>
                <a:path w="100305" h="111985">
                  <a:moveTo>
                    <a:pt x="100305" y="111985"/>
                  </a:moveTo>
                  <a:lnTo>
                    <a:pt x="100305" y="0"/>
                  </a:lnTo>
                  <a:lnTo>
                    <a:pt x="0" y="81640"/>
                  </a:lnTo>
                  <a:lnTo>
                    <a:pt x="100305" y="111985"/>
                  </a:lnTo>
                  <a:close/>
                </a:path>
              </a:pathLst>
            </a:custGeom>
            <a:solidFill>
              <a:srgbClr val="F9AA19"/>
            </a:solidFill>
            <a:ln w="12690" cap="flat">
              <a:noFill/>
              <a:prstDash val="solid"/>
              <a:miter/>
            </a:ln>
          </p:spPr>
          <p:txBody>
            <a:bodyPr rtlCol="0" anchor="ctr"/>
            <a:lstStyle/>
            <a:p>
              <a:endParaRPr lang="en-US" sz="1350"/>
            </a:p>
          </p:txBody>
        </p:sp>
        <p:sp>
          <p:nvSpPr>
            <p:cNvPr id="54" name="Freeform: Shape 53">
              <a:extLst>
                <a:ext uri="{FF2B5EF4-FFF2-40B4-BE49-F238E27FC236}">
                  <a16:creationId xmlns:a16="http://schemas.microsoft.com/office/drawing/2014/main" id="{8D5399D4-A249-41F9-A76B-A2B3871FD809}"/>
                </a:ext>
              </a:extLst>
            </p:cNvPr>
            <p:cNvSpPr/>
            <p:nvPr/>
          </p:nvSpPr>
          <p:spPr>
            <a:xfrm>
              <a:off x="9859975" y="328071"/>
              <a:ext cx="1740226" cy="683844"/>
            </a:xfrm>
            <a:custGeom>
              <a:avLst/>
              <a:gdLst>
                <a:gd name="connsiteX0" fmla="*/ 1032886 w 1740226"/>
                <a:gd name="connsiteY0" fmla="*/ 514217 h 683844"/>
                <a:gd name="connsiteX1" fmla="*/ 1450739 w 1740226"/>
                <a:gd name="connsiteY1" fmla="*/ 641184 h 683844"/>
                <a:gd name="connsiteX2" fmla="*/ 1450739 w 1740226"/>
                <a:gd name="connsiteY2" fmla="*/ 641184 h 683844"/>
                <a:gd name="connsiteX3" fmla="*/ 1451501 w 1740226"/>
                <a:gd name="connsiteY3" fmla="*/ 641184 h 683844"/>
                <a:gd name="connsiteX4" fmla="*/ 1452263 w 1740226"/>
                <a:gd name="connsiteY4" fmla="*/ 641184 h 683844"/>
                <a:gd name="connsiteX5" fmla="*/ 1452263 w 1740226"/>
                <a:gd name="connsiteY5" fmla="*/ 641184 h 683844"/>
                <a:gd name="connsiteX6" fmla="*/ 1452263 w 1740226"/>
                <a:gd name="connsiteY6" fmla="*/ 641184 h 683844"/>
                <a:gd name="connsiteX7" fmla="*/ 1452263 w 1740226"/>
                <a:gd name="connsiteY7" fmla="*/ 641945 h 683844"/>
                <a:gd name="connsiteX8" fmla="*/ 1452263 w 1740226"/>
                <a:gd name="connsiteY8" fmla="*/ 641945 h 683844"/>
                <a:gd name="connsiteX9" fmla="*/ 1452263 w 1740226"/>
                <a:gd name="connsiteY9" fmla="*/ 642707 h 683844"/>
                <a:gd name="connsiteX10" fmla="*/ 1452263 w 1740226"/>
                <a:gd name="connsiteY10" fmla="*/ 643469 h 683844"/>
                <a:gd name="connsiteX11" fmla="*/ 1452263 w 1740226"/>
                <a:gd name="connsiteY11" fmla="*/ 683845 h 683844"/>
                <a:gd name="connsiteX12" fmla="*/ 1740227 w 1740226"/>
                <a:gd name="connsiteY12" fmla="*/ 449717 h 683844"/>
                <a:gd name="connsiteX13" fmla="*/ 248350 w 1740226"/>
                <a:gd name="connsiteY13" fmla="*/ 0 h 683844"/>
                <a:gd name="connsiteX14" fmla="*/ 206196 w 1740226"/>
                <a:gd name="connsiteY14" fmla="*/ 34281 h 683844"/>
                <a:gd name="connsiteX15" fmla="*/ 0 w 1740226"/>
                <a:gd name="connsiteY15" fmla="*/ 202004 h 683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40226" h="683844">
                  <a:moveTo>
                    <a:pt x="1032886" y="514217"/>
                  </a:moveTo>
                  <a:lnTo>
                    <a:pt x="1450739" y="641184"/>
                  </a:lnTo>
                  <a:lnTo>
                    <a:pt x="1450739" y="641184"/>
                  </a:lnTo>
                  <a:cubicBezTo>
                    <a:pt x="1450739" y="641184"/>
                    <a:pt x="1450739" y="641184"/>
                    <a:pt x="1451501" y="641184"/>
                  </a:cubicBezTo>
                  <a:lnTo>
                    <a:pt x="1452263" y="641184"/>
                  </a:lnTo>
                  <a:lnTo>
                    <a:pt x="1452263" y="641184"/>
                  </a:lnTo>
                  <a:cubicBezTo>
                    <a:pt x="1452263" y="641184"/>
                    <a:pt x="1452263" y="641184"/>
                    <a:pt x="1452263" y="641184"/>
                  </a:cubicBezTo>
                  <a:lnTo>
                    <a:pt x="1452263" y="641945"/>
                  </a:lnTo>
                  <a:lnTo>
                    <a:pt x="1452263" y="641945"/>
                  </a:lnTo>
                  <a:cubicBezTo>
                    <a:pt x="1452263" y="641945"/>
                    <a:pt x="1452263" y="641945"/>
                    <a:pt x="1452263" y="642707"/>
                  </a:cubicBezTo>
                  <a:cubicBezTo>
                    <a:pt x="1452263" y="643469"/>
                    <a:pt x="1452263" y="642707"/>
                    <a:pt x="1452263" y="643469"/>
                  </a:cubicBezTo>
                  <a:lnTo>
                    <a:pt x="1452263" y="683845"/>
                  </a:lnTo>
                  <a:lnTo>
                    <a:pt x="1740227" y="449717"/>
                  </a:lnTo>
                  <a:lnTo>
                    <a:pt x="248350" y="0"/>
                  </a:lnTo>
                  <a:lnTo>
                    <a:pt x="206196" y="34281"/>
                  </a:lnTo>
                  <a:lnTo>
                    <a:pt x="0" y="202004"/>
                  </a:lnTo>
                  <a:close/>
                </a:path>
              </a:pathLst>
            </a:custGeom>
            <a:solidFill>
              <a:schemeClr val="tx2">
                <a:lumMod val="10000"/>
                <a:lumOff val="90000"/>
              </a:schemeClr>
            </a:solidFill>
            <a:ln w="12690" cap="flat">
              <a:noFill/>
              <a:prstDash val="solid"/>
              <a:miter/>
            </a:ln>
          </p:spPr>
          <p:txBody>
            <a:bodyPr rtlCol="0" anchor="ctr"/>
            <a:lstStyle/>
            <a:p>
              <a:endParaRPr lang="en-US" sz="1350"/>
            </a:p>
          </p:txBody>
        </p:sp>
        <p:sp>
          <p:nvSpPr>
            <p:cNvPr id="55" name="Freeform: Shape 54">
              <a:extLst>
                <a:ext uri="{FF2B5EF4-FFF2-40B4-BE49-F238E27FC236}">
                  <a16:creationId xmlns:a16="http://schemas.microsoft.com/office/drawing/2014/main" id="{95709E6D-E0D2-4AC0-AAE0-11017863EA92}"/>
                </a:ext>
              </a:extLst>
            </p:cNvPr>
            <p:cNvSpPr/>
            <p:nvPr/>
          </p:nvSpPr>
          <p:spPr>
            <a:xfrm>
              <a:off x="11314396" y="782994"/>
              <a:ext cx="496826" cy="353730"/>
            </a:xfrm>
            <a:custGeom>
              <a:avLst/>
              <a:gdLst>
                <a:gd name="connsiteX0" fmla="*/ 0 w 496826"/>
                <a:gd name="connsiteY0" fmla="*/ 312466 h 353730"/>
                <a:gd name="connsiteX1" fmla="*/ 135476 w 496826"/>
                <a:gd name="connsiteY1" fmla="*/ 353730 h 353730"/>
                <a:gd name="connsiteX2" fmla="*/ 496827 w 496826"/>
                <a:gd name="connsiteY2" fmla="*/ 59674 h 353730"/>
                <a:gd name="connsiteX3" fmla="*/ 299773 w 496826"/>
                <a:gd name="connsiteY3" fmla="*/ 0 h 353730"/>
                <a:gd name="connsiteX4" fmla="*/ 0 w 496826"/>
                <a:gd name="connsiteY4" fmla="*/ 243777 h 353730"/>
                <a:gd name="connsiteX5" fmla="*/ 0 w 496826"/>
                <a:gd name="connsiteY5" fmla="*/ 312466 h 353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6826" h="353730">
                  <a:moveTo>
                    <a:pt x="0" y="312466"/>
                  </a:moveTo>
                  <a:lnTo>
                    <a:pt x="135476" y="353730"/>
                  </a:lnTo>
                  <a:lnTo>
                    <a:pt x="496827" y="59674"/>
                  </a:lnTo>
                  <a:lnTo>
                    <a:pt x="299773" y="0"/>
                  </a:lnTo>
                  <a:lnTo>
                    <a:pt x="0" y="243777"/>
                  </a:lnTo>
                  <a:lnTo>
                    <a:pt x="0" y="312466"/>
                  </a:lnTo>
                  <a:close/>
                </a:path>
              </a:pathLst>
            </a:custGeom>
            <a:solidFill>
              <a:schemeClr val="accent6">
                <a:lumMod val="60000"/>
                <a:lumOff val="40000"/>
              </a:schemeClr>
            </a:solidFill>
            <a:ln w="12690" cap="flat">
              <a:noFill/>
              <a:prstDash val="solid"/>
              <a:miter/>
            </a:ln>
          </p:spPr>
          <p:txBody>
            <a:bodyPr rtlCol="0" anchor="ctr"/>
            <a:lstStyle/>
            <a:p>
              <a:endParaRPr lang="en-US" sz="1350"/>
            </a:p>
          </p:txBody>
        </p:sp>
        <p:sp>
          <p:nvSpPr>
            <p:cNvPr id="56" name="Freeform: Shape 55">
              <a:extLst>
                <a:ext uri="{FF2B5EF4-FFF2-40B4-BE49-F238E27FC236}">
                  <a16:creationId xmlns:a16="http://schemas.microsoft.com/office/drawing/2014/main" id="{D36426AF-7BB3-46D5-B9F7-1F30C736A494}"/>
                </a:ext>
              </a:extLst>
            </p:cNvPr>
            <p:cNvSpPr/>
            <p:nvPr/>
          </p:nvSpPr>
          <p:spPr>
            <a:xfrm>
              <a:off x="9220690" y="630380"/>
              <a:ext cx="1411124" cy="930414"/>
            </a:xfrm>
            <a:custGeom>
              <a:avLst/>
              <a:gdLst>
                <a:gd name="connsiteX0" fmla="*/ 0 w 1411124"/>
                <a:gd name="connsiteY0" fmla="*/ 0 h 930414"/>
                <a:gd name="connsiteX1" fmla="*/ 0 w 1411124"/>
                <a:gd name="connsiteY1" fmla="*/ 610711 h 930414"/>
                <a:gd name="connsiteX2" fmla="*/ 423439 w 1411124"/>
                <a:gd name="connsiteY2" fmla="*/ 738821 h 930414"/>
                <a:gd name="connsiteX3" fmla="*/ 1320089 w 1411124"/>
                <a:gd name="connsiteY3" fmla="*/ 911369 h 930414"/>
                <a:gd name="connsiteX4" fmla="*/ 1320089 w 1411124"/>
                <a:gd name="connsiteY4" fmla="*/ 911369 h 930414"/>
                <a:gd name="connsiteX5" fmla="*/ 1320216 w 1411124"/>
                <a:gd name="connsiteY5" fmla="*/ 911369 h 930414"/>
                <a:gd name="connsiteX6" fmla="*/ 1411125 w 1411124"/>
                <a:gd name="connsiteY6" fmla="*/ 930414 h 930414"/>
                <a:gd name="connsiteX7" fmla="*/ 1411125 w 1411124"/>
                <a:gd name="connsiteY7" fmla="*/ 426482 h 930414"/>
                <a:gd name="connsiteX8" fmla="*/ 0 w 1411124"/>
                <a:gd name="connsiteY8" fmla="*/ 0 h 930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11124" h="930414">
                  <a:moveTo>
                    <a:pt x="0" y="0"/>
                  </a:moveTo>
                  <a:lnTo>
                    <a:pt x="0" y="610711"/>
                  </a:lnTo>
                  <a:lnTo>
                    <a:pt x="423439" y="738821"/>
                  </a:lnTo>
                  <a:lnTo>
                    <a:pt x="1320089" y="911369"/>
                  </a:lnTo>
                  <a:lnTo>
                    <a:pt x="1320089" y="911369"/>
                  </a:lnTo>
                  <a:lnTo>
                    <a:pt x="1320216" y="911369"/>
                  </a:lnTo>
                  <a:lnTo>
                    <a:pt x="1411125" y="930414"/>
                  </a:lnTo>
                  <a:lnTo>
                    <a:pt x="1411125" y="426482"/>
                  </a:lnTo>
                  <a:lnTo>
                    <a:pt x="0" y="0"/>
                  </a:lnTo>
                  <a:close/>
                </a:path>
              </a:pathLst>
            </a:custGeom>
            <a:solidFill>
              <a:schemeClr val="accent5">
                <a:lumMod val="75000"/>
              </a:schemeClr>
            </a:solidFill>
            <a:ln w="12690" cap="flat">
              <a:noFill/>
              <a:prstDash val="solid"/>
              <a:miter/>
            </a:ln>
          </p:spPr>
          <p:txBody>
            <a:bodyPr rtlCol="0" anchor="ctr"/>
            <a:lstStyle/>
            <a:p>
              <a:endParaRPr lang="en-US" sz="1350"/>
            </a:p>
          </p:txBody>
        </p:sp>
        <p:sp>
          <p:nvSpPr>
            <p:cNvPr id="57" name="Freeform: Shape 56">
              <a:extLst>
                <a:ext uri="{FF2B5EF4-FFF2-40B4-BE49-F238E27FC236}">
                  <a16:creationId xmlns:a16="http://schemas.microsoft.com/office/drawing/2014/main" id="{B1F43FF8-7888-4C0A-9374-7A344D8D8242}"/>
                </a:ext>
              </a:extLst>
            </p:cNvPr>
            <p:cNvSpPr/>
            <p:nvPr/>
          </p:nvSpPr>
          <p:spPr>
            <a:xfrm>
              <a:off x="10642608" y="1060036"/>
              <a:ext cx="407567" cy="588492"/>
            </a:xfrm>
            <a:custGeom>
              <a:avLst/>
              <a:gdLst>
                <a:gd name="connsiteX0" fmla="*/ 0 w 407567"/>
                <a:gd name="connsiteY0" fmla="*/ 503044 h 588492"/>
                <a:gd name="connsiteX1" fmla="*/ 407568 w 407567"/>
                <a:gd name="connsiteY1" fmla="*/ 588492 h 588492"/>
                <a:gd name="connsiteX2" fmla="*/ 407568 w 407567"/>
                <a:gd name="connsiteY2" fmla="*/ 123158 h 588492"/>
                <a:gd name="connsiteX3" fmla="*/ 0 w 407567"/>
                <a:gd name="connsiteY3" fmla="*/ 0 h 588492"/>
                <a:gd name="connsiteX4" fmla="*/ 0 w 407567"/>
                <a:gd name="connsiteY4" fmla="*/ 503044 h 58849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567" h="588492">
                  <a:moveTo>
                    <a:pt x="0" y="503044"/>
                  </a:moveTo>
                  <a:lnTo>
                    <a:pt x="407568" y="588492"/>
                  </a:lnTo>
                  <a:lnTo>
                    <a:pt x="407568" y="123158"/>
                  </a:lnTo>
                  <a:lnTo>
                    <a:pt x="0" y="0"/>
                  </a:lnTo>
                  <a:lnTo>
                    <a:pt x="0" y="503044"/>
                  </a:lnTo>
                  <a:close/>
                </a:path>
              </a:pathLst>
            </a:custGeom>
            <a:solidFill>
              <a:schemeClr val="tx2"/>
            </a:solidFill>
            <a:ln w="12690" cap="flat">
              <a:noFill/>
              <a:prstDash val="solid"/>
              <a:miter/>
            </a:ln>
          </p:spPr>
          <p:txBody>
            <a:bodyPr rtlCol="0" anchor="ctr"/>
            <a:lstStyle/>
            <a:p>
              <a:endParaRPr lang="en-US" sz="1350"/>
            </a:p>
          </p:txBody>
        </p:sp>
        <p:sp>
          <p:nvSpPr>
            <p:cNvPr id="58" name="Freeform: Shape 57">
              <a:extLst>
                <a:ext uri="{FF2B5EF4-FFF2-40B4-BE49-F238E27FC236}">
                  <a16:creationId xmlns:a16="http://schemas.microsoft.com/office/drawing/2014/main" id="{AFE2214C-D2A6-4064-80B4-801301A77711}"/>
                </a:ext>
              </a:extLst>
            </p:cNvPr>
            <p:cNvSpPr/>
            <p:nvPr/>
          </p:nvSpPr>
          <p:spPr>
            <a:xfrm>
              <a:off x="9225769" y="422916"/>
              <a:ext cx="1654777" cy="624804"/>
            </a:xfrm>
            <a:custGeom>
              <a:avLst/>
              <a:gdLst>
                <a:gd name="connsiteX0" fmla="*/ 1410237 w 1654777"/>
                <a:gd name="connsiteY0" fmla="*/ 624805 h 624804"/>
                <a:gd name="connsiteX1" fmla="*/ 1654777 w 1654777"/>
                <a:gd name="connsiteY1" fmla="*/ 425974 h 624804"/>
                <a:gd name="connsiteX2" fmla="*/ 622017 w 1654777"/>
                <a:gd name="connsiteY2" fmla="*/ 113889 h 624804"/>
                <a:gd name="connsiteX3" fmla="*/ 503302 w 1654777"/>
                <a:gd name="connsiteY3" fmla="*/ 78085 h 624804"/>
                <a:gd name="connsiteX4" fmla="*/ 244668 w 1654777"/>
                <a:gd name="connsiteY4" fmla="*/ 0 h 624804"/>
                <a:gd name="connsiteX5" fmla="*/ 119096 w 1654777"/>
                <a:gd name="connsiteY5" fmla="*/ 101701 h 624804"/>
                <a:gd name="connsiteX6" fmla="*/ 119096 w 1654777"/>
                <a:gd name="connsiteY6" fmla="*/ 101701 h 624804"/>
                <a:gd name="connsiteX7" fmla="*/ 0 w 1654777"/>
                <a:gd name="connsiteY7" fmla="*/ 198703 h 624804"/>
                <a:gd name="connsiteX8" fmla="*/ 1410237 w 1654777"/>
                <a:gd name="connsiteY8" fmla="*/ 624805 h 6248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54777" h="624804">
                  <a:moveTo>
                    <a:pt x="1410237" y="624805"/>
                  </a:moveTo>
                  <a:lnTo>
                    <a:pt x="1654777" y="425974"/>
                  </a:lnTo>
                  <a:lnTo>
                    <a:pt x="622017" y="113889"/>
                  </a:lnTo>
                  <a:lnTo>
                    <a:pt x="503302" y="78085"/>
                  </a:lnTo>
                  <a:lnTo>
                    <a:pt x="244668" y="0"/>
                  </a:lnTo>
                  <a:lnTo>
                    <a:pt x="119096" y="101701"/>
                  </a:lnTo>
                  <a:lnTo>
                    <a:pt x="119096" y="101701"/>
                  </a:lnTo>
                  <a:lnTo>
                    <a:pt x="0" y="198703"/>
                  </a:lnTo>
                  <a:lnTo>
                    <a:pt x="1410237" y="624805"/>
                  </a:lnTo>
                  <a:close/>
                </a:path>
              </a:pathLst>
            </a:custGeom>
            <a:solidFill>
              <a:schemeClr val="accent5">
                <a:lumMod val="75000"/>
              </a:schemeClr>
            </a:solidFill>
            <a:ln w="12690" cap="flat">
              <a:noFill/>
              <a:prstDash val="solid"/>
              <a:miter/>
            </a:ln>
          </p:spPr>
          <p:txBody>
            <a:bodyPr rtlCol="0" anchor="ctr"/>
            <a:lstStyle/>
            <a:p>
              <a:endParaRPr lang="en-US" sz="1350"/>
            </a:p>
          </p:txBody>
        </p:sp>
        <p:sp>
          <p:nvSpPr>
            <p:cNvPr id="59" name="Freeform: Shape 58">
              <a:extLst>
                <a:ext uri="{FF2B5EF4-FFF2-40B4-BE49-F238E27FC236}">
                  <a16:creationId xmlns:a16="http://schemas.microsoft.com/office/drawing/2014/main" id="{E3792C80-3C4E-4A5E-B28A-A845906AD7BE}"/>
                </a:ext>
              </a:extLst>
            </p:cNvPr>
            <p:cNvSpPr/>
            <p:nvPr/>
          </p:nvSpPr>
          <p:spPr>
            <a:xfrm>
              <a:off x="10647813" y="852572"/>
              <a:ext cx="650712" cy="321607"/>
            </a:xfrm>
            <a:custGeom>
              <a:avLst/>
              <a:gdLst>
                <a:gd name="connsiteX0" fmla="*/ 0 w 650712"/>
                <a:gd name="connsiteY0" fmla="*/ 198703 h 321607"/>
                <a:gd name="connsiteX1" fmla="*/ 406553 w 650712"/>
                <a:gd name="connsiteY1" fmla="*/ 321608 h 321607"/>
                <a:gd name="connsiteX2" fmla="*/ 650712 w 650712"/>
                <a:gd name="connsiteY2" fmla="*/ 122777 h 321607"/>
                <a:gd name="connsiteX3" fmla="*/ 244541 w 650712"/>
                <a:gd name="connsiteY3" fmla="*/ 0 h 321607"/>
                <a:gd name="connsiteX4" fmla="*/ 0 w 650712"/>
                <a:gd name="connsiteY4" fmla="*/ 198703 h 32160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0712" h="321607">
                  <a:moveTo>
                    <a:pt x="0" y="198703"/>
                  </a:moveTo>
                  <a:lnTo>
                    <a:pt x="406553" y="321608"/>
                  </a:lnTo>
                  <a:lnTo>
                    <a:pt x="650712" y="122777"/>
                  </a:lnTo>
                  <a:lnTo>
                    <a:pt x="244541" y="0"/>
                  </a:lnTo>
                  <a:lnTo>
                    <a:pt x="0" y="198703"/>
                  </a:lnTo>
                  <a:close/>
                </a:path>
              </a:pathLst>
            </a:custGeom>
            <a:solidFill>
              <a:schemeClr val="accent1">
                <a:lumMod val="60000"/>
                <a:lumOff val="40000"/>
              </a:schemeClr>
            </a:solidFill>
            <a:ln w="12690" cap="flat">
              <a:noFill/>
              <a:prstDash val="solid"/>
              <a:miter/>
            </a:ln>
          </p:spPr>
          <p:txBody>
            <a:bodyPr rtlCol="0" anchor="ctr"/>
            <a:lstStyle/>
            <a:p>
              <a:endParaRPr lang="en-US" sz="1350"/>
            </a:p>
          </p:txBody>
        </p:sp>
        <p:sp>
          <p:nvSpPr>
            <p:cNvPr id="60" name="Freeform: Shape 59">
              <a:extLst>
                <a:ext uri="{FF2B5EF4-FFF2-40B4-BE49-F238E27FC236}">
                  <a16:creationId xmlns:a16="http://schemas.microsoft.com/office/drawing/2014/main" id="{A128138C-11B0-43A7-A30B-05BF0531FB38}"/>
                </a:ext>
              </a:extLst>
            </p:cNvPr>
            <p:cNvSpPr/>
            <p:nvPr/>
          </p:nvSpPr>
          <p:spPr>
            <a:xfrm>
              <a:off x="8696438" y="247828"/>
              <a:ext cx="243017" cy="805732"/>
            </a:xfrm>
            <a:custGeom>
              <a:avLst/>
              <a:gdLst>
                <a:gd name="connsiteX0" fmla="*/ 243017 w 243017"/>
                <a:gd name="connsiteY0" fmla="*/ 608172 h 805732"/>
                <a:gd name="connsiteX1" fmla="*/ 243017 w 243017"/>
                <a:gd name="connsiteY1" fmla="*/ 153249 h 805732"/>
                <a:gd name="connsiteX2" fmla="*/ 243017 w 243017"/>
                <a:gd name="connsiteY2" fmla="*/ 0 h 805732"/>
                <a:gd name="connsiteX3" fmla="*/ 0 w 243017"/>
                <a:gd name="connsiteY3" fmla="*/ 197434 h 805732"/>
                <a:gd name="connsiteX4" fmla="*/ 0 w 243017"/>
                <a:gd name="connsiteY4" fmla="*/ 805733 h 805732"/>
                <a:gd name="connsiteX5" fmla="*/ 243017 w 243017"/>
                <a:gd name="connsiteY5" fmla="*/ 608172 h 8057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3017" h="805732">
                  <a:moveTo>
                    <a:pt x="243017" y="608172"/>
                  </a:moveTo>
                  <a:lnTo>
                    <a:pt x="243017" y="153249"/>
                  </a:lnTo>
                  <a:lnTo>
                    <a:pt x="243017" y="0"/>
                  </a:lnTo>
                  <a:lnTo>
                    <a:pt x="0" y="197434"/>
                  </a:lnTo>
                  <a:lnTo>
                    <a:pt x="0" y="805733"/>
                  </a:lnTo>
                  <a:lnTo>
                    <a:pt x="243017" y="608172"/>
                  </a:lnTo>
                  <a:close/>
                </a:path>
              </a:pathLst>
            </a:custGeom>
            <a:solidFill>
              <a:schemeClr val="accent3"/>
            </a:solidFill>
            <a:ln w="12690" cap="flat">
              <a:noFill/>
              <a:prstDash val="solid"/>
              <a:miter/>
            </a:ln>
          </p:spPr>
          <p:txBody>
            <a:bodyPr rtlCol="0" anchor="ctr"/>
            <a:lstStyle/>
            <a:p>
              <a:endParaRPr lang="en-US" sz="1350"/>
            </a:p>
          </p:txBody>
        </p:sp>
        <p:sp>
          <p:nvSpPr>
            <p:cNvPr id="789" name="Freeform 788">
              <a:extLst>
                <a:ext uri="{FF2B5EF4-FFF2-40B4-BE49-F238E27FC236}">
                  <a16:creationId xmlns:a16="http://schemas.microsoft.com/office/drawing/2014/main" id="{9CB742FD-E6D8-87A6-F66D-D5830EC0FE4B}"/>
                </a:ext>
              </a:extLst>
            </p:cNvPr>
            <p:cNvSpPr/>
            <p:nvPr/>
          </p:nvSpPr>
          <p:spPr>
            <a:xfrm>
              <a:off x="5145790" y="-12696"/>
              <a:ext cx="3539857" cy="1070447"/>
            </a:xfrm>
            <a:custGeom>
              <a:avLst/>
              <a:gdLst>
                <a:gd name="connsiteX0" fmla="*/ 0 w 3539857"/>
                <a:gd name="connsiteY0" fmla="*/ 0 h 1070447"/>
                <a:gd name="connsiteX1" fmla="*/ 2020293 w 3539857"/>
                <a:gd name="connsiteY1" fmla="*/ 0 h 1070447"/>
                <a:gd name="connsiteX2" fmla="*/ 3539857 w 3539857"/>
                <a:gd name="connsiteY2" fmla="*/ 459354 h 1070447"/>
                <a:gd name="connsiteX3" fmla="*/ 3539857 w 3539857"/>
                <a:gd name="connsiteY3" fmla="*/ 1070447 h 1070447"/>
              </a:gdLst>
              <a:ahLst/>
              <a:cxnLst>
                <a:cxn ang="0">
                  <a:pos x="connsiteX0" y="connsiteY0"/>
                </a:cxn>
                <a:cxn ang="0">
                  <a:pos x="connsiteX1" y="connsiteY1"/>
                </a:cxn>
                <a:cxn ang="0">
                  <a:pos x="connsiteX2" y="connsiteY2"/>
                </a:cxn>
                <a:cxn ang="0">
                  <a:pos x="connsiteX3" y="connsiteY3"/>
                </a:cxn>
              </a:cxnLst>
              <a:rect l="l" t="t" r="r" b="b"/>
              <a:pathLst>
                <a:path w="3539857" h="1070447">
                  <a:moveTo>
                    <a:pt x="0" y="0"/>
                  </a:moveTo>
                  <a:lnTo>
                    <a:pt x="2020293" y="0"/>
                  </a:lnTo>
                  <a:lnTo>
                    <a:pt x="3539857" y="459354"/>
                  </a:lnTo>
                  <a:lnTo>
                    <a:pt x="3539857" y="1070447"/>
                  </a:lnTo>
                  <a:close/>
                </a:path>
              </a:pathLst>
            </a:custGeom>
            <a:solidFill>
              <a:schemeClr val="accent1">
                <a:lumMod val="60000"/>
                <a:lumOff val="40000"/>
              </a:schemeClr>
            </a:solidFill>
            <a:ln w="12690" cap="flat">
              <a:noFill/>
              <a:prstDash val="solid"/>
              <a:miter/>
            </a:ln>
          </p:spPr>
          <p:txBody>
            <a:bodyPr wrap="square" rtlCol="0" anchor="ctr">
              <a:noAutofit/>
            </a:bodyPr>
            <a:lstStyle/>
            <a:p>
              <a:endParaRPr lang="en-US" sz="1350"/>
            </a:p>
          </p:txBody>
        </p:sp>
        <p:sp>
          <p:nvSpPr>
            <p:cNvPr id="785" name="Freeform 784">
              <a:extLst>
                <a:ext uri="{FF2B5EF4-FFF2-40B4-BE49-F238E27FC236}">
                  <a16:creationId xmlns:a16="http://schemas.microsoft.com/office/drawing/2014/main" id="{95880C50-423C-1BDB-74B3-19400311FDC0}"/>
                </a:ext>
              </a:extLst>
            </p:cNvPr>
            <p:cNvSpPr/>
            <p:nvPr/>
          </p:nvSpPr>
          <p:spPr>
            <a:xfrm>
              <a:off x="7200361" y="-12696"/>
              <a:ext cx="1734016" cy="450213"/>
            </a:xfrm>
            <a:custGeom>
              <a:avLst/>
              <a:gdLst>
                <a:gd name="connsiteX0" fmla="*/ 0 w 1734016"/>
                <a:gd name="connsiteY0" fmla="*/ 0 h 450213"/>
                <a:gd name="connsiteX1" fmla="*/ 901572 w 1734016"/>
                <a:gd name="connsiteY1" fmla="*/ 0 h 450213"/>
                <a:gd name="connsiteX2" fmla="*/ 1734016 w 1734016"/>
                <a:gd name="connsiteY2" fmla="*/ 251510 h 450213"/>
                <a:gd name="connsiteX3" fmla="*/ 1489476 w 1734016"/>
                <a:gd name="connsiteY3" fmla="*/ 450213 h 450213"/>
              </a:gdLst>
              <a:ahLst/>
              <a:cxnLst>
                <a:cxn ang="0">
                  <a:pos x="connsiteX0" y="connsiteY0"/>
                </a:cxn>
                <a:cxn ang="0">
                  <a:pos x="connsiteX1" y="connsiteY1"/>
                </a:cxn>
                <a:cxn ang="0">
                  <a:pos x="connsiteX2" y="connsiteY2"/>
                </a:cxn>
                <a:cxn ang="0">
                  <a:pos x="connsiteX3" y="connsiteY3"/>
                </a:cxn>
              </a:cxnLst>
              <a:rect l="l" t="t" r="r" b="b"/>
              <a:pathLst>
                <a:path w="1734016" h="450213">
                  <a:moveTo>
                    <a:pt x="0" y="0"/>
                  </a:moveTo>
                  <a:lnTo>
                    <a:pt x="901572" y="0"/>
                  </a:lnTo>
                  <a:lnTo>
                    <a:pt x="1734016" y="251510"/>
                  </a:lnTo>
                  <a:lnTo>
                    <a:pt x="1489476" y="450213"/>
                  </a:lnTo>
                  <a:close/>
                </a:path>
              </a:pathLst>
            </a:custGeom>
            <a:solidFill>
              <a:schemeClr val="accent4"/>
            </a:solidFill>
            <a:ln w="12690" cap="flat">
              <a:noFill/>
              <a:prstDash val="solid"/>
              <a:miter/>
            </a:ln>
          </p:spPr>
          <p:txBody>
            <a:bodyPr wrap="square" rtlCol="0" anchor="ctr">
              <a:noAutofit/>
            </a:bodyPr>
            <a:lstStyle/>
            <a:p>
              <a:endParaRPr lang="en-US" sz="1350"/>
            </a:p>
          </p:txBody>
        </p:sp>
        <p:sp>
          <p:nvSpPr>
            <p:cNvPr id="780" name="Freeform 779">
              <a:extLst>
                <a:ext uri="{FF2B5EF4-FFF2-40B4-BE49-F238E27FC236}">
                  <a16:creationId xmlns:a16="http://schemas.microsoft.com/office/drawing/2014/main" id="{DA802240-291A-34FF-3135-1B01B1041638}"/>
                </a:ext>
              </a:extLst>
            </p:cNvPr>
            <p:cNvSpPr/>
            <p:nvPr userDrawn="1"/>
          </p:nvSpPr>
          <p:spPr>
            <a:xfrm>
              <a:off x="8136109" y="-12695"/>
              <a:ext cx="1588137" cy="527789"/>
            </a:xfrm>
            <a:custGeom>
              <a:avLst/>
              <a:gdLst>
                <a:gd name="connsiteX0" fmla="*/ 0 w 1588137"/>
                <a:gd name="connsiteY0" fmla="*/ 0 h 527789"/>
                <a:gd name="connsiteX1" fmla="*/ 792404 w 1588137"/>
                <a:gd name="connsiteY1" fmla="*/ 0 h 527789"/>
                <a:gd name="connsiteX2" fmla="*/ 1588137 w 1588137"/>
                <a:gd name="connsiteY2" fmla="*/ 240590 h 527789"/>
                <a:gd name="connsiteX3" fmla="*/ 1588137 w 1588137"/>
                <a:gd name="connsiteY3" fmla="*/ 503158 h 527789"/>
                <a:gd name="connsiteX4" fmla="*/ 1334201 w 1588137"/>
                <a:gd name="connsiteY4" fmla="*/ 426216 h 527789"/>
                <a:gd name="connsiteX5" fmla="*/ 1331408 w 1588137"/>
                <a:gd name="connsiteY5" fmla="*/ 426216 h 527789"/>
                <a:gd name="connsiteX6" fmla="*/ 1330519 w 1588137"/>
                <a:gd name="connsiteY6" fmla="*/ 426216 h 527789"/>
                <a:gd name="connsiteX7" fmla="*/ 1329503 w 1588137"/>
                <a:gd name="connsiteY7" fmla="*/ 426216 h 527789"/>
                <a:gd name="connsiteX8" fmla="*/ 1203931 w 1588137"/>
                <a:gd name="connsiteY8" fmla="*/ 527789 h 527789"/>
                <a:gd name="connsiteX9" fmla="*/ 812235 w 1588137"/>
                <a:gd name="connsiteY9" fmla="*/ 408059 h 527789"/>
                <a:gd name="connsiteX10" fmla="*/ 812235 w 1588137"/>
                <a:gd name="connsiteY10" fmla="*/ 247319 h 527789"/>
                <a:gd name="connsiteX11" fmla="*/ 812235 w 1588137"/>
                <a:gd name="connsiteY11" fmla="*/ 246557 h 527789"/>
                <a:gd name="connsiteX12" fmla="*/ 812235 w 1588137"/>
                <a:gd name="connsiteY12" fmla="*/ 245668 h 527789"/>
                <a:gd name="connsiteX13" fmla="*/ 812235 w 1588137"/>
                <a:gd name="connsiteY13" fmla="*/ 244907 h 527789"/>
                <a:gd name="connsiteX14" fmla="*/ 811473 w 1588137"/>
                <a:gd name="connsiteY14" fmla="*/ 244907 h 527789"/>
                <a:gd name="connsiteX15" fmla="*/ 810711 w 1588137"/>
                <a:gd name="connsiteY15" fmla="*/ 244907 h 527789"/>
                <a:gd name="connsiteX16" fmla="*/ 810457 w 1588137"/>
                <a:gd name="connsiteY16" fmla="*/ 245034 h 527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88137" h="527789">
                  <a:moveTo>
                    <a:pt x="0" y="0"/>
                  </a:moveTo>
                  <a:lnTo>
                    <a:pt x="792404" y="0"/>
                  </a:lnTo>
                  <a:lnTo>
                    <a:pt x="1588137" y="240590"/>
                  </a:lnTo>
                  <a:lnTo>
                    <a:pt x="1588137" y="503158"/>
                  </a:lnTo>
                  <a:lnTo>
                    <a:pt x="1334201" y="426216"/>
                  </a:lnTo>
                  <a:lnTo>
                    <a:pt x="1331408" y="426216"/>
                  </a:lnTo>
                  <a:lnTo>
                    <a:pt x="1330519" y="426216"/>
                  </a:lnTo>
                  <a:lnTo>
                    <a:pt x="1329503" y="426216"/>
                  </a:lnTo>
                  <a:lnTo>
                    <a:pt x="1203931" y="527789"/>
                  </a:lnTo>
                  <a:lnTo>
                    <a:pt x="812235" y="408059"/>
                  </a:lnTo>
                  <a:lnTo>
                    <a:pt x="812235" y="247319"/>
                  </a:lnTo>
                  <a:cubicBezTo>
                    <a:pt x="812235" y="246557"/>
                    <a:pt x="812235" y="246811"/>
                    <a:pt x="812235" y="246557"/>
                  </a:cubicBezTo>
                  <a:cubicBezTo>
                    <a:pt x="812235" y="246303"/>
                    <a:pt x="812235" y="245668"/>
                    <a:pt x="812235" y="245668"/>
                  </a:cubicBezTo>
                  <a:lnTo>
                    <a:pt x="812235" y="244907"/>
                  </a:lnTo>
                  <a:lnTo>
                    <a:pt x="811473" y="244907"/>
                  </a:lnTo>
                  <a:lnTo>
                    <a:pt x="810711" y="244907"/>
                  </a:lnTo>
                  <a:lnTo>
                    <a:pt x="810457" y="245034"/>
                  </a:lnTo>
                  <a:close/>
                </a:path>
              </a:pathLst>
            </a:custGeom>
            <a:solidFill>
              <a:schemeClr val="accent1">
                <a:lumMod val="60000"/>
                <a:lumOff val="40000"/>
              </a:schemeClr>
            </a:solidFill>
            <a:ln w="12690" cap="flat">
              <a:noFill/>
              <a:prstDash val="solid"/>
              <a:miter/>
            </a:ln>
          </p:spPr>
          <p:txBody>
            <a:bodyPr wrap="square" rtlCol="0" anchor="ctr">
              <a:noAutofit/>
            </a:bodyPr>
            <a:lstStyle/>
            <a:p>
              <a:endParaRPr lang="en-US" sz="1350"/>
            </a:p>
          </p:txBody>
        </p:sp>
        <p:sp>
          <p:nvSpPr>
            <p:cNvPr id="67" name="Freeform: Shape 66">
              <a:extLst>
                <a:ext uri="{FF2B5EF4-FFF2-40B4-BE49-F238E27FC236}">
                  <a16:creationId xmlns:a16="http://schemas.microsoft.com/office/drawing/2014/main" id="{52150121-89D0-4AC9-8F16-FA142C7D4304}"/>
                </a:ext>
              </a:extLst>
            </p:cNvPr>
            <p:cNvSpPr/>
            <p:nvPr/>
          </p:nvSpPr>
          <p:spPr>
            <a:xfrm>
              <a:off x="9736181" y="-34166"/>
              <a:ext cx="320976" cy="560686"/>
            </a:xfrm>
            <a:custGeom>
              <a:avLst/>
              <a:gdLst>
                <a:gd name="connsiteX0" fmla="*/ 111986 w 320976"/>
                <a:gd name="connsiteY0" fmla="*/ 560686 h 560686"/>
                <a:gd name="connsiteX1" fmla="*/ 320976 w 320976"/>
                <a:gd name="connsiteY1" fmla="*/ 390677 h 560686"/>
                <a:gd name="connsiteX2" fmla="*/ 320976 w 320976"/>
                <a:gd name="connsiteY2" fmla="*/ 0 h 560686"/>
                <a:gd name="connsiteX3" fmla="*/ 0 w 320976"/>
                <a:gd name="connsiteY3" fmla="*/ 260663 h 560686"/>
                <a:gd name="connsiteX4" fmla="*/ 0 w 320976"/>
                <a:gd name="connsiteY4" fmla="*/ 526913 h 560686"/>
                <a:gd name="connsiteX5" fmla="*/ 111986 w 320976"/>
                <a:gd name="connsiteY5" fmla="*/ 560686 h 5606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976" h="560686">
                  <a:moveTo>
                    <a:pt x="111986" y="560686"/>
                  </a:moveTo>
                  <a:lnTo>
                    <a:pt x="320976" y="390677"/>
                  </a:lnTo>
                  <a:lnTo>
                    <a:pt x="320976" y="0"/>
                  </a:lnTo>
                  <a:lnTo>
                    <a:pt x="0" y="260663"/>
                  </a:lnTo>
                  <a:lnTo>
                    <a:pt x="0" y="526913"/>
                  </a:lnTo>
                  <a:lnTo>
                    <a:pt x="111986" y="560686"/>
                  </a:lnTo>
                  <a:close/>
                </a:path>
              </a:pathLst>
            </a:custGeom>
            <a:solidFill>
              <a:schemeClr val="accent4"/>
            </a:solidFill>
            <a:ln w="12690" cap="flat">
              <a:noFill/>
              <a:prstDash val="solid"/>
              <a:miter/>
            </a:ln>
          </p:spPr>
          <p:txBody>
            <a:bodyPr rtlCol="0" anchor="ctr"/>
            <a:lstStyle/>
            <a:p>
              <a:endParaRPr lang="en-US" sz="1350"/>
            </a:p>
          </p:txBody>
        </p:sp>
        <p:sp>
          <p:nvSpPr>
            <p:cNvPr id="778" name="Freeform 777">
              <a:extLst>
                <a:ext uri="{FF2B5EF4-FFF2-40B4-BE49-F238E27FC236}">
                  <a16:creationId xmlns:a16="http://schemas.microsoft.com/office/drawing/2014/main" id="{9EBADD24-CA3B-B936-2CC1-E5826527A689}"/>
                </a:ext>
              </a:extLst>
            </p:cNvPr>
            <p:cNvSpPr/>
            <p:nvPr/>
          </p:nvSpPr>
          <p:spPr>
            <a:xfrm>
              <a:off x="8963680" y="-12696"/>
              <a:ext cx="1050864" cy="231449"/>
            </a:xfrm>
            <a:custGeom>
              <a:avLst/>
              <a:gdLst>
                <a:gd name="connsiteX0" fmla="*/ 0 w 1050864"/>
                <a:gd name="connsiteY0" fmla="*/ 0 h 231449"/>
                <a:gd name="connsiteX1" fmla="*/ 1050864 w 1050864"/>
                <a:gd name="connsiteY1" fmla="*/ 0 h 231449"/>
                <a:gd name="connsiteX2" fmla="*/ 765898 w 1050864"/>
                <a:gd name="connsiteY2" fmla="*/ 231449 h 231449"/>
              </a:gdLst>
              <a:ahLst/>
              <a:cxnLst>
                <a:cxn ang="0">
                  <a:pos x="connsiteX0" y="connsiteY0"/>
                </a:cxn>
                <a:cxn ang="0">
                  <a:pos x="connsiteX1" y="connsiteY1"/>
                </a:cxn>
                <a:cxn ang="0">
                  <a:pos x="connsiteX2" y="connsiteY2"/>
                </a:cxn>
              </a:cxnLst>
              <a:rect l="l" t="t" r="r" b="b"/>
              <a:pathLst>
                <a:path w="1050864" h="231449">
                  <a:moveTo>
                    <a:pt x="0" y="0"/>
                  </a:moveTo>
                  <a:lnTo>
                    <a:pt x="1050864" y="0"/>
                  </a:lnTo>
                  <a:lnTo>
                    <a:pt x="765898" y="231449"/>
                  </a:lnTo>
                  <a:close/>
                </a:path>
              </a:pathLst>
            </a:custGeom>
            <a:solidFill>
              <a:schemeClr val="accent4"/>
            </a:solidFill>
            <a:ln w="12690" cap="flat">
              <a:noFill/>
              <a:prstDash val="solid"/>
              <a:miter/>
            </a:ln>
          </p:spPr>
          <p:txBody>
            <a:bodyPr wrap="square" rtlCol="0" anchor="ctr">
              <a:noAutofit/>
            </a:bodyPr>
            <a:lstStyle/>
            <a:p>
              <a:endParaRPr lang="en-US" sz="1350"/>
            </a:p>
          </p:txBody>
        </p:sp>
        <p:sp>
          <p:nvSpPr>
            <p:cNvPr id="69" name="Freeform: Shape 68">
              <a:extLst>
                <a:ext uri="{FF2B5EF4-FFF2-40B4-BE49-F238E27FC236}">
                  <a16:creationId xmlns:a16="http://schemas.microsoft.com/office/drawing/2014/main" id="{EAE48A8A-0D1F-4DE4-B1FB-95599D960B15}"/>
                </a:ext>
              </a:extLst>
            </p:cNvPr>
            <p:cNvSpPr/>
            <p:nvPr/>
          </p:nvSpPr>
          <p:spPr>
            <a:xfrm>
              <a:off x="7815659" y="853334"/>
              <a:ext cx="28187" cy="216732"/>
            </a:xfrm>
            <a:custGeom>
              <a:avLst/>
              <a:gdLst>
                <a:gd name="connsiteX0" fmla="*/ 28187 w 28187"/>
                <a:gd name="connsiteY0" fmla="*/ 193625 h 216732"/>
                <a:gd name="connsiteX1" fmla="*/ 28187 w 28187"/>
                <a:gd name="connsiteY1" fmla="*/ 0 h 216732"/>
                <a:gd name="connsiteX2" fmla="*/ 0 w 28187"/>
                <a:gd name="connsiteY2" fmla="*/ 22854 h 216732"/>
                <a:gd name="connsiteX3" fmla="*/ 0 w 28187"/>
                <a:gd name="connsiteY3" fmla="*/ 216733 h 216732"/>
                <a:gd name="connsiteX4" fmla="*/ 28187 w 28187"/>
                <a:gd name="connsiteY4" fmla="*/ 193625 h 2167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87" h="216732">
                  <a:moveTo>
                    <a:pt x="28187" y="193625"/>
                  </a:moveTo>
                  <a:lnTo>
                    <a:pt x="28187" y="0"/>
                  </a:lnTo>
                  <a:lnTo>
                    <a:pt x="0" y="22854"/>
                  </a:lnTo>
                  <a:lnTo>
                    <a:pt x="0" y="216733"/>
                  </a:lnTo>
                  <a:lnTo>
                    <a:pt x="28187" y="193625"/>
                  </a:lnTo>
                  <a:close/>
                </a:path>
              </a:pathLst>
            </a:custGeom>
            <a:solidFill>
              <a:srgbClr val="F49838"/>
            </a:solidFill>
            <a:ln w="12690" cap="flat">
              <a:noFill/>
              <a:prstDash val="solid"/>
              <a:miter/>
            </a:ln>
          </p:spPr>
          <p:txBody>
            <a:bodyPr rtlCol="0" anchor="ctr"/>
            <a:lstStyle/>
            <a:p>
              <a:endParaRPr lang="en-US" sz="1350"/>
            </a:p>
          </p:txBody>
        </p:sp>
        <p:sp>
          <p:nvSpPr>
            <p:cNvPr id="70" name="Freeform: Shape 69">
              <a:extLst>
                <a:ext uri="{FF2B5EF4-FFF2-40B4-BE49-F238E27FC236}">
                  <a16:creationId xmlns:a16="http://schemas.microsoft.com/office/drawing/2014/main" id="{D63A8FDD-A0EC-4115-92B1-9CCC7402F490}"/>
                </a:ext>
              </a:extLst>
            </p:cNvPr>
            <p:cNvSpPr/>
            <p:nvPr/>
          </p:nvSpPr>
          <p:spPr>
            <a:xfrm>
              <a:off x="7581530" y="884949"/>
              <a:ext cx="223337" cy="229683"/>
            </a:xfrm>
            <a:custGeom>
              <a:avLst/>
              <a:gdLst>
                <a:gd name="connsiteX0" fmla="*/ 223338 w 223337"/>
                <a:gd name="connsiteY0" fmla="*/ 0 h 229683"/>
                <a:gd name="connsiteX1" fmla="*/ 0 w 223337"/>
                <a:gd name="connsiteY1" fmla="*/ 181690 h 229683"/>
                <a:gd name="connsiteX2" fmla="*/ 0 w 223337"/>
                <a:gd name="connsiteY2" fmla="*/ 211400 h 229683"/>
                <a:gd name="connsiteX3" fmla="*/ 179279 w 223337"/>
                <a:gd name="connsiteY3" fmla="*/ 229683 h 229683"/>
                <a:gd name="connsiteX4" fmla="*/ 223338 w 223337"/>
                <a:gd name="connsiteY4" fmla="*/ 194006 h 229683"/>
                <a:gd name="connsiteX5" fmla="*/ 223338 w 223337"/>
                <a:gd name="connsiteY5" fmla="*/ 0 h 229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23337" h="229683">
                  <a:moveTo>
                    <a:pt x="223338" y="0"/>
                  </a:moveTo>
                  <a:lnTo>
                    <a:pt x="0" y="181690"/>
                  </a:lnTo>
                  <a:lnTo>
                    <a:pt x="0" y="211400"/>
                  </a:lnTo>
                  <a:lnTo>
                    <a:pt x="179279" y="229683"/>
                  </a:lnTo>
                  <a:lnTo>
                    <a:pt x="223338" y="194006"/>
                  </a:lnTo>
                  <a:lnTo>
                    <a:pt x="223338" y="0"/>
                  </a:lnTo>
                  <a:close/>
                </a:path>
              </a:pathLst>
            </a:custGeom>
            <a:solidFill>
              <a:schemeClr val="accent2"/>
            </a:solidFill>
            <a:ln w="12690" cap="flat">
              <a:noFill/>
              <a:prstDash val="solid"/>
              <a:miter/>
            </a:ln>
          </p:spPr>
          <p:txBody>
            <a:bodyPr rtlCol="0" anchor="ctr"/>
            <a:lstStyle/>
            <a:p>
              <a:endParaRPr lang="en-US" sz="1350"/>
            </a:p>
          </p:txBody>
        </p:sp>
        <p:sp>
          <p:nvSpPr>
            <p:cNvPr id="71" name="Freeform: Shape 70">
              <a:extLst>
                <a:ext uri="{FF2B5EF4-FFF2-40B4-BE49-F238E27FC236}">
                  <a16:creationId xmlns:a16="http://schemas.microsoft.com/office/drawing/2014/main" id="{93B0B500-5E50-446D-9425-D2FC54804D65}"/>
                </a:ext>
              </a:extLst>
            </p:cNvPr>
            <p:cNvSpPr/>
            <p:nvPr/>
          </p:nvSpPr>
          <p:spPr>
            <a:xfrm>
              <a:off x="7404156" y="746047"/>
              <a:ext cx="433850" cy="122396"/>
            </a:xfrm>
            <a:custGeom>
              <a:avLst/>
              <a:gdLst>
                <a:gd name="connsiteX0" fmla="*/ 433850 w 433850"/>
                <a:gd name="connsiteY0" fmla="*/ 98907 h 122396"/>
                <a:gd name="connsiteX1" fmla="*/ 0 w 433850"/>
                <a:gd name="connsiteY1" fmla="*/ 0 h 122396"/>
                <a:gd name="connsiteX2" fmla="*/ 404902 w 433850"/>
                <a:gd name="connsiteY2" fmla="*/ 122396 h 122396"/>
                <a:gd name="connsiteX3" fmla="*/ 433850 w 433850"/>
                <a:gd name="connsiteY3" fmla="*/ 98907 h 122396"/>
              </a:gdLst>
              <a:ahLst/>
              <a:cxnLst>
                <a:cxn ang="0">
                  <a:pos x="connsiteX0" y="connsiteY0"/>
                </a:cxn>
                <a:cxn ang="0">
                  <a:pos x="connsiteX1" y="connsiteY1"/>
                </a:cxn>
                <a:cxn ang="0">
                  <a:pos x="connsiteX2" y="connsiteY2"/>
                </a:cxn>
                <a:cxn ang="0">
                  <a:pos x="connsiteX3" y="connsiteY3"/>
                </a:cxn>
              </a:cxnLst>
              <a:rect l="l" t="t" r="r" b="b"/>
              <a:pathLst>
                <a:path w="433850" h="122396">
                  <a:moveTo>
                    <a:pt x="433850" y="98907"/>
                  </a:moveTo>
                  <a:lnTo>
                    <a:pt x="0" y="0"/>
                  </a:lnTo>
                  <a:lnTo>
                    <a:pt x="404902" y="122396"/>
                  </a:lnTo>
                  <a:lnTo>
                    <a:pt x="433850" y="98907"/>
                  </a:lnTo>
                  <a:close/>
                </a:path>
              </a:pathLst>
            </a:custGeom>
            <a:solidFill>
              <a:srgbClr val="C5E3E3"/>
            </a:solidFill>
            <a:ln w="12690" cap="flat">
              <a:noFill/>
              <a:prstDash val="solid"/>
              <a:miter/>
            </a:ln>
          </p:spPr>
          <p:txBody>
            <a:bodyPr rtlCol="0" anchor="ctr"/>
            <a:lstStyle/>
            <a:p>
              <a:endParaRPr lang="en-US" sz="1350"/>
            </a:p>
          </p:txBody>
        </p:sp>
        <p:sp>
          <p:nvSpPr>
            <p:cNvPr id="72" name="Freeform: Shape 71">
              <a:extLst>
                <a:ext uri="{FF2B5EF4-FFF2-40B4-BE49-F238E27FC236}">
                  <a16:creationId xmlns:a16="http://schemas.microsoft.com/office/drawing/2014/main" id="{73DF05FA-63E1-425C-87D2-A0B475C37243}"/>
                </a:ext>
              </a:extLst>
            </p:cNvPr>
            <p:cNvSpPr/>
            <p:nvPr/>
          </p:nvSpPr>
          <p:spPr>
            <a:xfrm>
              <a:off x="7064261" y="715448"/>
              <a:ext cx="735526" cy="343572"/>
            </a:xfrm>
            <a:custGeom>
              <a:avLst/>
              <a:gdLst>
                <a:gd name="connsiteX0" fmla="*/ 735527 w 735526"/>
                <a:gd name="connsiteY0" fmla="*/ 160486 h 343572"/>
                <a:gd name="connsiteX1" fmla="*/ 204165 w 735526"/>
                <a:gd name="connsiteY1" fmla="*/ 0 h 343572"/>
                <a:gd name="connsiteX2" fmla="*/ 0 w 735526"/>
                <a:gd name="connsiteY2" fmla="*/ 210511 h 343572"/>
                <a:gd name="connsiteX3" fmla="*/ 510413 w 735526"/>
                <a:gd name="connsiteY3" fmla="*/ 343573 h 343572"/>
                <a:gd name="connsiteX4" fmla="*/ 735527 w 735526"/>
                <a:gd name="connsiteY4" fmla="*/ 160486 h 3435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5526" h="343572">
                  <a:moveTo>
                    <a:pt x="735527" y="160486"/>
                  </a:moveTo>
                  <a:lnTo>
                    <a:pt x="204165" y="0"/>
                  </a:lnTo>
                  <a:lnTo>
                    <a:pt x="0" y="210511"/>
                  </a:lnTo>
                  <a:lnTo>
                    <a:pt x="510413" y="343573"/>
                  </a:lnTo>
                  <a:lnTo>
                    <a:pt x="735527" y="160486"/>
                  </a:lnTo>
                  <a:close/>
                </a:path>
              </a:pathLst>
            </a:custGeom>
            <a:solidFill>
              <a:schemeClr val="tx2">
                <a:lumMod val="10000"/>
                <a:lumOff val="90000"/>
              </a:schemeClr>
            </a:solidFill>
            <a:ln w="12690" cap="flat">
              <a:noFill/>
              <a:prstDash val="solid"/>
              <a:miter/>
            </a:ln>
          </p:spPr>
          <p:txBody>
            <a:bodyPr rtlCol="0" anchor="ctr"/>
            <a:lstStyle/>
            <a:p>
              <a:endParaRPr lang="en-US" sz="1350"/>
            </a:p>
          </p:txBody>
        </p:sp>
        <p:sp>
          <p:nvSpPr>
            <p:cNvPr id="82" name="Freeform: Shape 81">
              <a:extLst>
                <a:ext uri="{FF2B5EF4-FFF2-40B4-BE49-F238E27FC236}">
                  <a16:creationId xmlns:a16="http://schemas.microsoft.com/office/drawing/2014/main" id="{A6ECF1D3-AF31-425C-9895-683D6AF092EE}"/>
                </a:ext>
              </a:extLst>
            </p:cNvPr>
            <p:cNvSpPr/>
            <p:nvPr/>
          </p:nvSpPr>
          <p:spPr>
            <a:xfrm>
              <a:off x="8660760" y="1948171"/>
              <a:ext cx="86719" cy="160994"/>
            </a:xfrm>
            <a:custGeom>
              <a:avLst/>
              <a:gdLst>
                <a:gd name="connsiteX0" fmla="*/ 0 w 86719"/>
                <a:gd name="connsiteY0" fmla="*/ 70594 h 160994"/>
                <a:gd name="connsiteX1" fmla="*/ 0 w 86719"/>
                <a:gd name="connsiteY1" fmla="*/ 160994 h 160994"/>
                <a:gd name="connsiteX2" fmla="*/ 86720 w 86719"/>
                <a:gd name="connsiteY2" fmla="*/ 90274 h 160994"/>
                <a:gd name="connsiteX3" fmla="*/ 86720 w 86719"/>
                <a:gd name="connsiteY3" fmla="*/ 48882 h 160994"/>
                <a:gd name="connsiteX4" fmla="*/ 86720 w 86719"/>
                <a:gd name="connsiteY4" fmla="*/ 0 h 160994"/>
                <a:gd name="connsiteX5" fmla="*/ 0 w 86719"/>
                <a:gd name="connsiteY5" fmla="*/ 70594 h 160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6719" h="160994">
                  <a:moveTo>
                    <a:pt x="0" y="70594"/>
                  </a:moveTo>
                  <a:lnTo>
                    <a:pt x="0" y="160994"/>
                  </a:lnTo>
                  <a:lnTo>
                    <a:pt x="86720" y="90274"/>
                  </a:lnTo>
                  <a:lnTo>
                    <a:pt x="86720" y="48882"/>
                  </a:lnTo>
                  <a:lnTo>
                    <a:pt x="86720" y="0"/>
                  </a:lnTo>
                  <a:lnTo>
                    <a:pt x="0" y="70594"/>
                  </a:lnTo>
                  <a:close/>
                </a:path>
              </a:pathLst>
            </a:custGeom>
            <a:solidFill>
              <a:schemeClr val="accent5">
                <a:lumMod val="75000"/>
              </a:schemeClr>
            </a:solidFill>
            <a:ln w="12690" cap="flat">
              <a:noFill/>
              <a:prstDash val="solid"/>
              <a:miter/>
            </a:ln>
          </p:spPr>
          <p:txBody>
            <a:bodyPr rtlCol="0" anchor="ctr"/>
            <a:lstStyle/>
            <a:p>
              <a:endParaRPr lang="en-US" sz="1350"/>
            </a:p>
          </p:txBody>
        </p:sp>
        <p:sp>
          <p:nvSpPr>
            <p:cNvPr id="83" name="Freeform: Shape 82">
              <a:extLst>
                <a:ext uri="{FF2B5EF4-FFF2-40B4-BE49-F238E27FC236}">
                  <a16:creationId xmlns:a16="http://schemas.microsoft.com/office/drawing/2014/main" id="{47256726-B7C1-4AB8-805E-5FD1C8D16C19}"/>
                </a:ext>
              </a:extLst>
            </p:cNvPr>
            <p:cNvSpPr/>
            <p:nvPr/>
          </p:nvSpPr>
          <p:spPr>
            <a:xfrm>
              <a:off x="8264746" y="1925190"/>
              <a:ext cx="385094" cy="188546"/>
            </a:xfrm>
            <a:custGeom>
              <a:avLst/>
              <a:gdLst>
                <a:gd name="connsiteX0" fmla="*/ 0 w 385094"/>
                <a:gd name="connsiteY0" fmla="*/ 93067 h 188546"/>
                <a:gd name="connsiteX1" fmla="*/ 385095 w 385094"/>
                <a:gd name="connsiteY1" fmla="*/ 188546 h 188546"/>
                <a:gd name="connsiteX2" fmla="*/ 385095 w 385094"/>
                <a:gd name="connsiteY2" fmla="*/ 95098 h 188546"/>
                <a:gd name="connsiteX3" fmla="*/ 0 w 385094"/>
                <a:gd name="connsiteY3" fmla="*/ 0 h 188546"/>
                <a:gd name="connsiteX4" fmla="*/ 0 w 385094"/>
                <a:gd name="connsiteY4" fmla="*/ 93067 h 1885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5094" h="188546">
                  <a:moveTo>
                    <a:pt x="0" y="93067"/>
                  </a:moveTo>
                  <a:lnTo>
                    <a:pt x="385095" y="188546"/>
                  </a:lnTo>
                  <a:lnTo>
                    <a:pt x="385095" y="95098"/>
                  </a:lnTo>
                  <a:lnTo>
                    <a:pt x="0" y="0"/>
                  </a:lnTo>
                  <a:lnTo>
                    <a:pt x="0" y="93067"/>
                  </a:lnTo>
                  <a:close/>
                </a:path>
              </a:pathLst>
            </a:custGeom>
            <a:solidFill>
              <a:schemeClr val="accent5"/>
            </a:solidFill>
            <a:ln w="12690" cap="flat">
              <a:noFill/>
              <a:prstDash val="solid"/>
              <a:miter/>
            </a:ln>
          </p:spPr>
          <p:txBody>
            <a:bodyPr rtlCol="0" anchor="ctr"/>
            <a:lstStyle/>
            <a:p>
              <a:endParaRPr lang="en-US" sz="1350"/>
            </a:p>
          </p:txBody>
        </p:sp>
        <p:sp>
          <p:nvSpPr>
            <p:cNvPr id="84" name="Freeform: Shape 83">
              <a:extLst>
                <a:ext uri="{FF2B5EF4-FFF2-40B4-BE49-F238E27FC236}">
                  <a16:creationId xmlns:a16="http://schemas.microsoft.com/office/drawing/2014/main" id="{1E731EA2-E8C0-4855-BD36-B2BD56975040}"/>
                </a:ext>
              </a:extLst>
            </p:cNvPr>
            <p:cNvSpPr/>
            <p:nvPr/>
          </p:nvSpPr>
          <p:spPr>
            <a:xfrm>
              <a:off x="8271476" y="1752133"/>
              <a:ext cx="470924" cy="261425"/>
            </a:xfrm>
            <a:custGeom>
              <a:avLst/>
              <a:gdLst>
                <a:gd name="connsiteX0" fmla="*/ 470925 w 470924"/>
                <a:gd name="connsiteY0" fmla="*/ 187023 h 261425"/>
                <a:gd name="connsiteX1" fmla="*/ 393474 w 470924"/>
                <a:gd name="connsiteY1" fmla="*/ 163407 h 261425"/>
                <a:gd name="connsiteX2" fmla="*/ 393474 w 470924"/>
                <a:gd name="connsiteY2" fmla="*/ 163407 h 261425"/>
                <a:gd name="connsiteX3" fmla="*/ 312850 w 470924"/>
                <a:gd name="connsiteY3" fmla="*/ 139283 h 261425"/>
                <a:gd name="connsiteX4" fmla="*/ 312850 w 470924"/>
                <a:gd name="connsiteY4" fmla="*/ 139283 h 261425"/>
                <a:gd name="connsiteX5" fmla="*/ 312088 w 470924"/>
                <a:gd name="connsiteY5" fmla="*/ 139283 h 261425"/>
                <a:gd name="connsiteX6" fmla="*/ 311072 w 470924"/>
                <a:gd name="connsiteY6" fmla="*/ 138648 h 261425"/>
                <a:gd name="connsiteX7" fmla="*/ 311072 w 470924"/>
                <a:gd name="connsiteY7" fmla="*/ 138648 h 261425"/>
                <a:gd name="connsiteX8" fmla="*/ 311072 w 470924"/>
                <a:gd name="connsiteY8" fmla="*/ 138648 h 261425"/>
                <a:gd name="connsiteX9" fmla="*/ 311072 w 470924"/>
                <a:gd name="connsiteY9" fmla="*/ 137759 h 261425"/>
                <a:gd name="connsiteX10" fmla="*/ 311072 w 470924"/>
                <a:gd name="connsiteY10" fmla="*/ 136870 h 261425"/>
                <a:gd name="connsiteX11" fmla="*/ 311072 w 470924"/>
                <a:gd name="connsiteY11" fmla="*/ 135982 h 261425"/>
                <a:gd name="connsiteX12" fmla="*/ 311072 w 470924"/>
                <a:gd name="connsiteY12" fmla="*/ 134966 h 261425"/>
                <a:gd name="connsiteX13" fmla="*/ 311072 w 470924"/>
                <a:gd name="connsiteY13" fmla="*/ 134966 h 261425"/>
                <a:gd name="connsiteX14" fmla="*/ 311072 w 470924"/>
                <a:gd name="connsiteY14" fmla="*/ 134966 h 261425"/>
                <a:gd name="connsiteX15" fmla="*/ 311072 w 470924"/>
                <a:gd name="connsiteY15" fmla="*/ 134204 h 261425"/>
                <a:gd name="connsiteX16" fmla="*/ 311707 w 470924"/>
                <a:gd name="connsiteY16" fmla="*/ 133442 h 261425"/>
                <a:gd name="connsiteX17" fmla="*/ 311707 w 470924"/>
                <a:gd name="connsiteY17" fmla="*/ 133442 h 261425"/>
                <a:gd name="connsiteX18" fmla="*/ 344465 w 470924"/>
                <a:gd name="connsiteY18" fmla="*/ 106526 h 261425"/>
                <a:gd name="connsiteX19" fmla="*/ 392078 w 470924"/>
                <a:gd name="connsiteY19" fmla="*/ 56628 h 261425"/>
                <a:gd name="connsiteX20" fmla="*/ 204800 w 470924"/>
                <a:gd name="connsiteY20" fmla="*/ 0 h 261425"/>
                <a:gd name="connsiteX21" fmla="*/ 0 w 470924"/>
                <a:gd name="connsiteY21" fmla="*/ 166708 h 261425"/>
                <a:gd name="connsiteX22" fmla="*/ 383571 w 470924"/>
                <a:gd name="connsiteY22" fmla="*/ 261425 h 26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70924" h="261425">
                  <a:moveTo>
                    <a:pt x="470925" y="187023"/>
                  </a:moveTo>
                  <a:lnTo>
                    <a:pt x="393474" y="163407"/>
                  </a:lnTo>
                  <a:lnTo>
                    <a:pt x="393474" y="163407"/>
                  </a:lnTo>
                  <a:lnTo>
                    <a:pt x="312850" y="139283"/>
                  </a:lnTo>
                  <a:lnTo>
                    <a:pt x="312850" y="139283"/>
                  </a:lnTo>
                  <a:lnTo>
                    <a:pt x="312088" y="139283"/>
                  </a:lnTo>
                  <a:lnTo>
                    <a:pt x="311072" y="138648"/>
                  </a:lnTo>
                  <a:lnTo>
                    <a:pt x="311072" y="138648"/>
                  </a:lnTo>
                  <a:lnTo>
                    <a:pt x="311072" y="138648"/>
                  </a:lnTo>
                  <a:cubicBezTo>
                    <a:pt x="311009" y="138356"/>
                    <a:pt x="311009" y="138051"/>
                    <a:pt x="311072" y="137759"/>
                  </a:cubicBezTo>
                  <a:cubicBezTo>
                    <a:pt x="311072" y="137759"/>
                    <a:pt x="311072" y="137759"/>
                    <a:pt x="311072" y="136870"/>
                  </a:cubicBezTo>
                  <a:cubicBezTo>
                    <a:pt x="311072" y="135982"/>
                    <a:pt x="311072" y="136870"/>
                    <a:pt x="311072" y="135982"/>
                  </a:cubicBezTo>
                  <a:cubicBezTo>
                    <a:pt x="311072" y="135093"/>
                    <a:pt x="311072" y="135347"/>
                    <a:pt x="311072" y="134966"/>
                  </a:cubicBezTo>
                  <a:cubicBezTo>
                    <a:pt x="311072" y="134585"/>
                    <a:pt x="311072" y="134966"/>
                    <a:pt x="311072" y="134966"/>
                  </a:cubicBezTo>
                  <a:lnTo>
                    <a:pt x="311072" y="134966"/>
                  </a:lnTo>
                  <a:lnTo>
                    <a:pt x="311072" y="134204"/>
                  </a:lnTo>
                  <a:cubicBezTo>
                    <a:pt x="311072" y="134204"/>
                    <a:pt x="311072" y="133570"/>
                    <a:pt x="311707" y="133442"/>
                  </a:cubicBezTo>
                  <a:lnTo>
                    <a:pt x="311707" y="133442"/>
                  </a:lnTo>
                  <a:lnTo>
                    <a:pt x="344465" y="106526"/>
                  </a:lnTo>
                  <a:lnTo>
                    <a:pt x="392078" y="56628"/>
                  </a:lnTo>
                  <a:lnTo>
                    <a:pt x="204800" y="0"/>
                  </a:lnTo>
                  <a:lnTo>
                    <a:pt x="0" y="166708"/>
                  </a:lnTo>
                  <a:lnTo>
                    <a:pt x="383571" y="261425"/>
                  </a:lnTo>
                  <a:close/>
                </a:path>
              </a:pathLst>
            </a:custGeom>
            <a:solidFill>
              <a:schemeClr val="accent1">
                <a:lumMod val="60000"/>
                <a:lumOff val="40000"/>
              </a:schemeClr>
            </a:solidFill>
            <a:ln w="12690" cap="flat">
              <a:noFill/>
              <a:prstDash val="solid"/>
              <a:miter/>
            </a:ln>
          </p:spPr>
          <p:txBody>
            <a:bodyPr rtlCol="0" anchor="ctr"/>
            <a:lstStyle/>
            <a:p>
              <a:endParaRPr lang="en-US" sz="1350"/>
            </a:p>
          </p:txBody>
        </p:sp>
        <p:sp>
          <p:nvSpPr>
            <p:cNvPr id="85" name="Freeform: Shape 84">
              <a:extLst>
                <a:ext uri="{FF2B5EF4-FFF2-40B4-BE49-F238E27FC236}">
                  <a16:creationId xmlns:a16="http://schemas.microsoft.com/office/drawing/2014/main" id="{BBD158FE-6B1E-4BE1-9C49-933EADFAA8F5}"/>
                </a:ext>
              </a:extLst>
            </p:cNvPr>
            <p:cNvSpPr/>
            <p:nvPr/>
          </p:nvSpPr>
          <p:spPr>
            <a:xfrm>
              <a:off x="8596134" y="1831742"/>
              <a:ext cx="64753" cy="72370"/>
            </a:xfrm>
            <a:custGeom>
              <a:avLst/>
              <a:gdLst>
                <a:gd name="connsiteX0" fmla="*/ 64753 w 64753"/>
                <a:gd name="connsiteY0" fmla="*/ 72371 h 72370"/>
                <a:gd name="connsiteX1" fmla="*/ 64753 w 64753"/>
                <a:gd name="connsiteY1" fmla="*/ 0 h 72370"/>
                <a:gd name="connsiteX2" fmla="*/ 0 w 64753"/>
                <a:gd name="connsiteY2" fmla="*/ 53072 h 72370"/>
                <a:gd name="connsiteX3" fmla="*/ 64753 w 64753"/>
                <a:gd name="connsiteY3" fmla="*/ 72371 h 72370"/>
              </a:gdLst>
              <a:ahLst/>
              <a:cxnLst>
                <a:cxn ang="0">
                  <a:pos x="connsiteX0" y="connsiteY0"/>
                </a:cxn>
                <a:cxn ang="0">
                  <a:pos x="connsiteX1" y="connsiteY1"/>
                </a:cxn>
                <a:cxn ang="0">
                  <a:pos x="connsiteX2" y="connsiteY2"/>
                </a:cxn>
                <a:cxn ang="0">
                  <a:pos x="connsiteX3" y="connsiteY3"/>
                </a:cxn>
              </a:cxnLst>
              <a:rect l="l" t="t" r="r" b="b"/>
              <a:pathLst>
                <a:path w="64753" h="72370">
                  <a:moveTo>
                    <a:pt x="64753" y="72371"/>
                  </a:moveTo>
                  <a:lnTo>
                    <a:pt x="64753" y="0"/>
                  </a:lnTo>
                  <a:lnTo>
                    <a:pt x="0" y="53072"/>
                  </a:lnTo>
                  <a:lnTo>
                    <a:pt x="64753" y="72371"/>
                  </a:lnTo>
                  <a:close/>
                </a:path>
              </a:pathLst>
            </a:custGeom>
            <a:solidFill>
              <a:srgbClr val="F39891"/>
            </a:solidFill>
            <a:ln w="12690" cap="flat">
              <a:noFill/>
              <a:prstDash val="solid"/>
              <a:miter/>
            </a:ln>
          </p:spPr>
          <p:txBody>
            <a:bodyPr rtlCol="0" anchor="ctr"/>
            <a:lstStyle/>
            <a:p>
              <a:endParaRPr lang="en-US" sz="1350"/>
            </a:p>
          </p:txBody>
        </p:sp>
        <p:sp>
          <p:nvSpPr>
            <p:cNvPr id="88" name="Freeform: Shape 87">
              <a:extLst>
                <a:ext uri="{FF2B5EF4-FFF2-40B4-BE49-F238E27FC236}">
                  <a16:creationId xmlns:a16="http://schemas.microsoft.com/office/drawing/2014/main" id="{DEB40538-96AA-498C-BFC8-4B42E6FDE105}"/>
                </a:ext>
              </a:extLst>
            </p:cNvPr>
            <p:cNvSpPr/>
            <p:nvPr/>
          </p:nvSpPr>
          <p:spPr>
            <a:xfrm>
              <a:off x="5870252" y="307756"/>
              <a:ext cx="242636" cy="686002"/>
            </a:xfrm>
            <a:custGeom>
              <a:avLst/>
              <a:gdLst>
                <a:gd name="connsiteX0" fmla="*/ 242636 w 242636"/>
                <a:gd name="connsiteY0" fmla="*/ 0 h 686002"/>
                <a:gd name="connsiteX1" fmla="*/ 0 w 242636"/>
                <a:gd name="connsiteY1" fmla="*/ 197434 h 686002"/>
                <a:gd name="connsiteX2" fmla="*/ 0 w 242636"/>
                <a:gd name="connsiteY2" fmla="*/ 686003 h 686002"/>
                <a:gd name="connsiteX3" fmla="*/ 31361 w 242636"/>
                <a:gd name="connsiteY3" fmla="*/ 619980 h 686002"/>
                <a:gd name="connsiteX4" fmla="*/ 31361 w 242636"/>
                <a:gd name="connsiteY4" fmla="*/ 619980 h 686002"/>
                <a:gd name="connsiteX5" fmla="*/ 31361 w 242636"/>
                <a:gd name="connsiteY5" fmla="*/ 619218 h 686002"/>
                <a:gd name="connsiteX6" fmla="*/ 32123 w 242636"/>
                <a:gd name="connsiteY6" fmla="*/ 618457 h 686002"/>
                <a:gd name="connsiteX7" fmla="*/ 32123 w 242636"/>
                <a:gd name="connsiteY7" fmla="*/ 618457 h 686002"/>
                <a:gd name="connsiteX8" fmla="*/ 33392 w 242636"/>
                <a:gd name="connsiteY8" fmla="*/ 617822 h 686002"/>
                <a:gd name="connsiteX9" fmla="*/ 35678 w 242636"/>
                <a:gd name="connsiteY9" fmla="*/ 617822 h 686002"/>
                <a:gd name="connsiteX10" fmla="*/ 208355 w 242636"/>
                <a:gd name="connsiteY10" fmla="*/ 635470 h 686002"/>
                <a:gd name="connsiteX11" fmla="*/ 241366 w 242636"/>
                <a:gd name="connsiteY11" fmla="*/ 608553 h 686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2636" h="686002">
                  <a:moveTo>
                    <a:pt x="242636" y="0"/>
                  </a:moveTo>
                  <a:lnTo>
                    <a:pt x="0" y="197434"/>
                  </a:lnTo>
                  <a:lnTo>
                    <a:pt x="0" y="686003"/>
                  </a:lnTo>
                  <a:lnTo>
                    <a:pt x="31361" y="619980"/>
                  </a:lnTo>
                  <a:lnTo>
                    <a:pt x="31361" y="619980"/>
                  </a:lnTo>
                  <a:cubicBezTo>
                    <a:pt x="31323" y="619726"/>
                    <a:pt x="31323" y="619472"/>
                    <a:pt x="31361" y="619218"/>
                  </a:cubicBezTo>
                  <a:lnTo>
                    <a:pt x="32123" y="618457"/>
                  </a:lnTo>
                  <a:cubicBezTo>
                    <a:pt x="32123" y="618457"/>
                    <a:pt x="32123" y="618457"/>
                    <a:pt x="32123" y="618457"/>
                  </a:cubicBezTo>
                  <a:lnTo>
                    <a:pt x="33392" y="617822"/>
                  </a:lnTo>
                  <a:lnTo>
                    <a:pt x="35678" y="617822"/>
                  </a:lnTo>
                  <a:lnTo>
                    <a:pt x="208355" y="635470"/>
                  </a:lnTo>
                  <a:lnTo>
                    <a:pt x="241366" y="608553"/>
                  </a:lnTo>
                  <a:close/>
                </a:path>
              </a:pathLst>
            </a:custGeom>
            <a:solidFill>
              <a:schemeClr val="tx2">
                <a:lumMod val="10000"/>
                <a:lumOff val="90000"/>
              </a:schemeClr>
            </a:solidFill>
            <a:ln w="12690" cap="flat">
              <a:noFill/>
              <a:prstDash val="solid"/>
              <a:miter/>
            </a:ln>
          </p:spPr>
          <p:txBody>
            <a:bodyPr rtlCol="0" anchor="ctr"/>
            <a:lstStyle/>
            <a:p>
              <a:endParaRPr lang="en-US" sz="1350"/>
            </a:p>
          </p:txBody>
        </p:sp>
        <p:sp>
          <p:nvSpPr>
            <p:cNvPr id="89" name="Freeform: Shape 88">
              <a:extLst>
                <a:ext uri="{FF2B5EF4-FFF2-40B4-BE49-F238E27FC236}">
                  <a16:creationId xmlns:a16="http://schemas.microsoft.com/office/drawing/2014/main" id="{B997AA30-9185-4BA8-B58F-F64514EB009A}"/>
                </a:ext>
              </a:extLst>
            </p:cNvPr>
            <p:cNvSpPr/>
            <p:nvPr/>
          </p:nvSpPr>
          <p:spPr>
            <a:xfrm>
              <a:off x="4280737" y="38713"/>
              <a:ext cx="1577961" cy="1069316"/>
            </a:xfrm>
            <a:custGeom>
              <a:avLst/>
              <a:gdLst>
                <a:gd name="connsiteX0" fmla="*/ 1547743 w 1577961"/>
                <a:gd name="connsiteY0" fmla="*/ 1043288 h 1069316"/>
                <a:gd name="connsiteX1" fmla="*/ 1547743 w 1577961"/>
                <a:gd name="connsiteY1" fmla="*/ 1042400 h 1069316"/>
                <a:gd name="connsiteX2" fmla="*/ 1547743 w 1577961"/>
                <a:gd name="connsiteY2" fmla="*/ 1042400 h 1069316"/>
                <a:gd name="connsiteX3" fmla="*/ 1547743 w 1577961"/>
                <a:gd name="connsiteY3" fmla="*/ 1042400 h 1069316"/>
                <a:gd name="connsiteX4" fmla="*/ 1577961 w 1577961"/>
                <a:gd name="connsiteY4" fmla="*/ 978916 h 1069316"/>
                <a:gd name="connsiteX5" fmla="*/ 1577961 w 1577961"/>
                <a:gd name="connsiteY5" fmla="*/ 467874 h 1069316"/>
                <a:gd name="connsiteX6" fmla="*/ 1019555 w 1577961"/>
                <a:gd name="connsiteY6" fmla="*/ 298627 h 1069316"/>
                <a:gd name="connsiteX7" fmla="*/ 0 w 1577961"/>
                <a:gd name="connsiteY7" fmla="*/ 0 h 1069316"/>
                <a:gd name="connsiteX8" fmla="*/ 0 w 1577961"/>
                <a:gd name="connsiteY8" fmla="*/ 601316 h 1069316"/>
                <a:gd name="connsiteX9" fmla="*/ 1547743 w 1577961"/>
                <a:gd name="connsiteY9" fmla="*/ 1069317 h 1069316"/>
                <a:gd name="connsiteX10" fmla="*/ 1547743 w 1577961"/>
                <a:gd name="connsiteY10" fmla="*/ 1043923 h 1069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77961" h="1069316">
                  <a:moveTo>
                    <a:pt x="1547743" y="1043288"/>
                  </a:moveTo>
                  <a:lnTo>
                    <a:pt x="1547743" y="1042400"/>
                  </a:lnTo>
                  <a:cubicBezTo>
                    <a:pt x="1547743" y="1042400"/>
                    <a:pt x="1547743" y="1042400"/>
                    <a:pt x="1547743" y="1042400"/>
                  </a:cubicBezTo>
                  <a:lnTo>
                    <a:pt x="1547743" y="1042400"/>
                  </a:lnTo>
                  <a:lnTo>
                    <a:pt x="1577961" y="978916"/>
                  </a:lnTo>
                  <a:lnTo>
                    <a:pt x="1577961" y="467874"/>
                  </a:lnTo>
                  <a:lnTo>
                    <a:pt x="1019555" y="298627"/>
                  </a:lnTo>
                  <a:lnTo>
                    <a:pt x="0" y="0"/>
                  </a:lnTo>
                  <a:lnTo>
                    <a:pt x="0" y="601316"/>
                  </a:lnTo>
                  <a:lnTo>
                    <a:pt x="1547743" y="1069317"/>
                  </a:lnTo>
                  <a:lnTo>
                    <a:pt x="1547743" y="1043923"/>
                  </a:lnTo>
                  <a:close/>
                </a:path>
              </a:pathLst>
            </a:custGeom>
            <a:solidFill>
              <a:schemeClr val="accent4"/>
            </a:solidFill>
            <a:ln w="12690" cap="flat">
              <a:noFill/>
              <a:prstDash val="solid"/>
              <a:miter/>
            </a:ln>
          </p:spPr>
          <p:txBody>
            <a:bodyPr rtlCol="0" anchor="ctr"/>
            <a:lstStyle/>
            <a:p>
              <a:endParaRPr lang="en-US" sz="1350"/>
            </a:p>
          </p:txBody>
        </p:sp>
        <p:sp>
          <p:nvSpPr>
            <p:cNvPr id="797" name="Freeform 796">
              <a:extLst>
                <a:ext uri="{FF2B5EF4-FFF2-40B4-BE49-F238E27FC236}">
                  <a16:creationId xmlns:a16="http://schemas.microsoft.com/office/drawing/2014/main" id="{28C8952C-5B46-D1EC-FECE-2E1A2E1C1C1C}"/>
                </a:ext>
              </a:extLst>
            </p:cNvPr>
            <p:cNvSpPr/>
            <p:nvPr/>
          </p:nvSpPr>
          <p:spPr>
            <a:xfrm>
              <a:off x="4281244" y="-12696"/>
              <a:ext cx="1826185" cy="510522"/>
            </a:xfrm>
            <a:custGeom>
              <a:avLst/>
              <a:gdLst>
                <a:gd name="connsiteX0" fmla="*/ 45999 w 1826185"/>
                <a:gd name="connsiteY0" fmla="*/ 0 h 510522"/>
                <a:gd name="connsiteX1" fmla="*/ 795429 w 1826185"/>
                <a:gd name="connsiteY1" fmla="*/ 0 h 510522"/>
                <a:gd name="connsiteX2" fmla="*/ 1826185 w 1826185"/>
                <a:gd name="connsiteY2" fmla="*/ 311945 h 510522"/>
                <a:gd name="connsiteX3" fmla="*/ 1583294 w 1826185"/>
                <a:gd name="connsiteY3" fmla="*/ 510522 h 510522"/>
                <a:gd name="connsiteX4" fmla="*/ 0 w 1826185"/>
                <a:gd name="connsiteY4" fmla="*/ 31856 h 510522"/>
                <a:gd name="connsiteX5" fmla="*/ 13332 w 1826185"/>
                <a:gd name="connsiteY5" fmla="*/ 21064 h 510522"/>
                <a:gd name="connsiteX6" fmla="*/ 14728 w 1826185"/>
                <a:gd name="connsiteY6" fmla="*/ 21952 h 510522"/>
                <a:gd name="connsiteX7" fmla="*/ 16887 w 1826185"/>
                <a:gd name="connsiteY7" fmla="*/ 21952 h 510522"/>
                <a:gd name="connsiteX8" fmla="*/ 18664 w 1826185"/>
                <a:gd name="connsiteY8" fmla="*/ 21952 h 510522"/>
                <a:gd name="connsiteX9" fmla="*/ 20188 w 1826185"/>
                <a:gd name="connsiteY9" fmla="*/ 21064 h 510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26185" h="510522">
                  <a:moveTo>
                    <a:pt x="45999" y="0"/>
                  </a:moveTo>
                  <a:lnTo>
                    <a:pt x="795429" y="0"/>
                  </a:lnTo>
                  <a:lnTo>
                    <a:pt x="1826185" y="311945"/>
                  </a:lnTo>
                  <a:lnTo>
                    <a:pt x="1583294" y="510522"/>
                  </a:lnTo>
                  <a:lnTo>
                    <a:pt x="0" y="31856"/>
                  </a:lnTo>
                  <a:lnTo>
                    <a:pt x="13332" y="21064"/>
                  </a:lnTo>
                  <a:cubicBezTo>
                    <a:pt x="13751" y="21432"/>
                    <a:pt x="14220" y="21737"/>
                    <a:pt x="14728" y="21952"/>
                  </a:cubicBezTo>
                  <a:cubicBezTo>
                    <a:pt x="15439" y="22079"/>
                    <a:pt x="16176" y="22079"/>
                    <a:pt x="16887" y="21952"/>
                  </a:cubicBezTo>
                  <a:lnTo>
                    <a:pt x="18664" y="21952"/>
                  </a:lnTo>
                  <a:cubicBezTo>
                    <a:pt x="19210" y="21737"/>
                    <a:pt x="19731" y="21432"/>
                    <a:pt x="20188" y="21064"/>
                  </a:cubicBezTo>
                  <a:close/>
                </a:path>
              </a:pathLst>
            </a:custGeom>
            <a:solidFill>
              <a:schemeClr val="accent3"/>
            </a:solidFill>
            <a:ln w="12690" cap="flat">
              <a:noFill/>
              <a:prstDash val="solid"/>
              <a:miter/>
            </a:ln>
          </p:spPr>
          <p:txBody>
            <a:bodyPr wrap="square" rtlCol="0" anchor="ctr">
              <a:noAutofit/>
            </a:bodyPr>
            <a:lstStyle/>
            <a:p>
              <a:endParaRPr lang="en-US" sz="1350"/>
            </a:p>
          </p:txBody>
        </p:sp>
        <p:sp>
          <p:nvSpPr>
            <p:cNvPr id="803" name="Freeform 802">
              <a:extLst>
                <a:ext uri="{FF2B5EF4-FFF2-40B4-BE49-F238E27FC236}">
                  <a16:creationId xmlns:a16="http://schemas.microsoft.com/office/drawing/2014/main" id="{FA10EB6E-9C26-5CF2-4D48-9099D7D162DF}"/>
                </a:ext>
              </a:extLst>
            </p:cNvPr>
            <p:cNvSpPr/>
            <p:nvPr/>
          </p:nvSpPr>
          <p:spPr>
            <a:xfrm>
              <a:off x="3884723" y="-12695"/>
              <a:ext cx="242636" cy="547597"/>
            </a:xfrm>
            <a:custGeom>
              <a:avLst/>
              <a:gdLst>
                <a:gd name="connsiteX0" fmla="*/ 0 w 242636"/>
                <a:gd name="connsiteY0" fmla="*/ 0 h 547597"/>
                <a:gd name="connsiteX1" fmla="*/ 242636 w 242636"/>
                <a:gd name="connsiteY1" fmla="*/ 0 h 547597"/>
                <a:gd name="connsiteX2" fmla="*/ 242636 w 242636"/>
                <a:gd name="connsiteY2" fmla="*/ 61948 h 547597"/>
                <a:gd name="connsiteX3" fmla="*/ 242636 w 242636"/>
                <a:gd name="connsiteY3" fmla="*/ 165553 h 547597"/>
                <a:gd name="connsiteX4" fmla="*/ 242636 w 242636"/>
                <a:gd name="connsiteY4" fmla="*/ 350036 h 547597"/>
                <a:gd name="connsiteX5" fmla="*/ 0 w 242636"/>
                <a:gd name="connsiteY5" fmla="*/ 547597 h 547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2636" h="547597">
                  <a:moveTo>
                    <a:pt x="0" y="0"/>
                  </a:moveTo>
                  <a:lnTo>
                    <a:pt x="242636" y="0"/>
                  </a:lnTo>
                  <a:lnTo>
                    <a:pt x="242636" y="61948"/>
                  </a:lnTo>
                  <a:lnTo>
                    <a:pt x="242636" y="165553"/>
                  </a:lnTo>
                  <a:lnTo>
                    <a:pt x="242636" y="350036"/>
                  </a:lnTo>
                  <a:lnTo>
                    <a:pt x="0" y="547597"/>
                  </a:lnTo>
                  <a:close/>
                </a:path>
              </a:pathLst>
            </a:custGeom>
            <a:solidFill>
              <a:schemeClr val="tx2"/>
            </a:solidFill>
            <a:ln w="12690" cap="flat">
              <a:noFill/>
              <a:prstDash val="solid"/>
              <a:miter/>
            </a:ln>
          </p:spPr>
          <p:txBody>
            <a:bodyPr wrap="square" rtlCol="0" anchor="ctr">
              <a:noAutofit/>
            </a:bodyPr>
            <a:lstStyle/>
            <a:p>
              <a:endParaRPr lang="en-US" sz="1350"/>
            </a:p>
          </p:txBody>
        </p:sp>
        <p:sp>
          <p:nvSpPr>
            <p:cNvPr id="801" name="Freeform 800">
              <a:extLst>
                <a:ext uri="{FF2B5EF4-FFF2-40B4-BE49-F238E27FC236}">
                  <a16:creationId xmlns:a16="http://schemas.microsoft.com/office/drawing/2014/main" id="{5CD91505-58C6-46EC-09EA-BF96BB70EFC8}"/>
                </a:ext>
              </a:extLst>
            </p:cNvPr>
            <p:cNvSpPr/>
            <p:nvPr/>
          </p:nvSpPr>
          <p:spPr>
            <a:xfrm>
              <a:off x="2048998" y="-12696"/>
              <a:ext cx="1824932" cy="551786"/>
            </a:xfrm>
            <a:custGeom>
              <a:avLst/>
              <a:gdLst>
                <a:gd name="connsiteX0" fmla="*/ 0 w 1824932"/>
                <a:gd name="connsiteY0" fmla="*/ 0 h 551786"/>
                <a:gd name="connsiteX1" fmla="*/ 1824932 w 1824932"/>
                <a:gd name="connsiteY1" fmla="*/ 0 h 551786"/>
                <a:gd name="connsiteX2" fmla="*/ 1824932 w 1824932"/>
                <a:gd name="connsiteY2" fmla="*/ 551786 h 551786"/>
              </a:gdLst>
              <a:ahLst/>
              <a:cxnLst>
                <a:cxn ang="0">
                  <a:pos x="connsiteX0" y="connsiteY0"/>
                </a:cxn>
                <a:cxn ang="0">
                  <a:pos x="connsiteX1" y="connsiteY1"/>
                </a:cxn>
                <a:cxn ang="0">
                  <a:pos x="connsiteX2" y="connsiteY2"/>
                </a:cxn>
              </a:cxnLst>
              <a:rect l="l" t="t" r="r" b="b"/>
              <a:pathLst>
                <a:path w="1824932" h="551786">
                  <a:moveTo>
                    <a:pt x="0" y="0"/>
                  </a:moveTo>
                  <a:lnTo>
                    <a:pt x="1824932" y="0"/>
                  </a:lnTo>
                  <a:lnTo>
                    <a:pt x="1824932" y="551786"/>
                  </a:lnTo>
                  <a:close/>
                </a:path>
              </a:pathLst>
            </a:custGeom>
            <a:solidFill>
              <a:schemeClr val="accent5"/>
            </a:solidFill>
            <a:ln w="12690" cap="flat">
              <a:noFill/>
              <a:prstDash val="solid"/>
              <a:miter/>
            </a:ln>
          </p:spPr>
          <p:txBody>
            <a:bodyPr wrap="square" rtlCol="0" anchor="ctr">
              <a:noAutofit/>
            </a:bodyPr>
            <a:lstStyle/>
            <a:p>
              <a:endParaRPr lang="en-US" sz="1350"/>
            </a:p>
          </p:txBody>
        </p:sp>
        <p:sp>
          <p:nvSpPr>
            <p:cNvPr id="94" name="Freeform: Shape 93">
              <a:extLst>
                <a:ext uri="{FF2B5EF4-FFF2-40B4-BE49-F238E27FC236}">
                  <a16:creationId xmlns:a16="http://schemas.microsoft.com/office/drawing/2014/main" id="{672DE4E8-6A11-4EFA-BA87-7412B18193E3}"/>
                </a:ext>
              </a:extLst>
            </p:cNvPr>
            <p:cNvSpPr/>
            <p:nvPr/>
          </p:nvSpPr>
          <p:spPr>
            <a:xfrm>
              <a:off x="7060071" y="934974"/>
              <a:ext cx="510666" cy="160232"/>
            </a:xfrm>
            <a:custGeom>
              <a:avLst/>
              <a:gdLst>
                <a:gd name="connsiteX0" fmla="*/ 0 w 510666"/>
                <a:gd name="connsiteY0" fmla="*/ 0 h 160232"/>
                <a:gd name="connsiteX1" fmla="*/ 0 w 510666"/>
                <a:gd name="connsiteY1" fmla="*/ 108049 h 160232"/>
                <a:gd name="connsiteX2" fmla="*/ 510667 w 510666"/>
                <a:gd name="connsiteY2" fmla="*/ 160232 h 160232"/>
                <a:gd name="connsiteX3" fmla="*/ 510667 w 510666"/>
                <a:gd name="connsiteY3" fmla="*/ 133188 h 160232"/>
                <a:gd name="connsiteX4" fmla="*/ 0 w 510666"/>
                <a:gd name="connsiteY4" fmla="*/ 0 h 1602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0666" h="160232">
                  <a:moveTo>
                    <a:pt x="0" y="0"/>
                  </a:moveTo>
                  <a:lnTo>
                    <a:pt x="0" y="108049"/>
                  </a:lnTo>
                  <a:lnTo>
                    <a:pt x="510667" y="160232"/>
                  </a:lnTo>
                  <a:lnTo>
                    <a:pt x="510667" y="133188"/>
                  </a:lnTo>
                  <a:lnTo>
                    <a:pt x="0" y="0"/>
                  </a:lnTo>
                  <a:close/>
                </a:path>
              </a:pathLst>
            </a:custGeom>
            <a:solidFill>
              <a:schemeClr val="accent1">
                <a:lumMod val="75000"/>
              </a:schemeClr>
            </a:solidFill>
            <a:ln w="12690" cap="flat">
              <a:noFill/>
              <a:prstDash val="solid"/>
              <a:miter/>
            </a:ln>
          </p:spPr>
          <p:txBody>
            <a:bodyPr rtlCol="0" anchor="ctr"/>
            <a:lstStyle/>
            <a:p>
              <a:endParaRPr lang="en-US" sz="1350"/>
            </a:p>
          </p:txBody>
        </p:sp>
        <p:sp>
          <p:nvSpPr>
            <p:cNvPr id="95" name="Freeform: Shape 94">
              <a:extLst>
                <a:ext uri="{FF2B5EF4-FFF2-40B4-BE49-F238E27FC236}">
                  <a16:creationId xmlns:a16="http://schemas.microsoft.com/office/drawing/2014/main" id="{43293CA4-CE6D-4F7C-85CE-24836ED615F6}"/>
                </a:ext>
              </a:extLst>
            </p:cNvPr>
            <p:cNvSpPr/>
            <p:nvPr/>
          </p:nvSpPr>
          <p:spPr>
            <a:xfrm>
              <a:off x="8667235" y="1770925"/>
              <a:ext cx="1164933" cy="547100"/>
            </a:xfrm>
            <a:custGeom>
              <a:avLst/>
              <a:gdLst>
                <a:gd name="connsiteX0" fmla="*/ 4444 w 1164933"/>
                <a:gd name="connsiteY0" fmla="*/ 0 h 547100"/>
                <a:gd name="connsiteX1" fmla="*/ 4444 w 1164933"/>
                <a:gd name="connsiteY1" fmla="*/ 31361 h 547100"/>
                <a:gd name="connsiteX2" fmla="*/ 4444 w 1164933"/>
                <a:gd name="connsiteY2" fmla="*/ 32250 h 547100"/>
                <a:gd name="connsiteX3" fmla="*/ 4444 w 1164933"/>
                <a:gd name="connsiteY3" fmla="*/ 33012 h 547100"/>
                <a:gd name="connsiteX4" fmla="*/ 4444 w 1164933"/>
                <a:gd name="connsiteY4" fmla="*/ 33012 h 547100"/>
                <a:gd name="connsiteX5" fmla="*/ 2794 w 1164933"/>
                <a:gd name="connsiteY5" fmla="*/ 35170 h 547100"/>
                <a:gd name="connsiteX6" fmla="*/ 2794 w 1164933"/>
                <a:gd name="connsiteY6" fmla="*/ 35170 h 547100"/>
                <a:gd name="connsiteX7" fmla="*/ 0 w 1164933"/>
                <a:gd name="connsiteY7" fmla="*/ 35932 h 547100"/>
                <a:gd name="connsiteX8" fmla="*/ 0 w 1164933"/>
                <a:gd name="connsiteY8" fmla="*/ 44438 h 547100"/>
                <a:gd name="connsiteX9" fmla="*/ 0 w 1164933"/>
                <a:gd name="connsiteY9" fmla="*/ 44438 h 547100"/>
                <a:gd name="connsiteX10" fmla="*/ 1143 w 1164933"/>
                <a:gd name="connsiteY10" fmla="*/ 44438 h 547100"/>
                <a:gd name="connsiteX11" fmla="*/ 2032 w 1164933"/>
                <a:gd name="connsiteY11" fmla="*/ 44438 h 547100"/>
                <a:gd name="connsiteX12" fmla="*/ 2667 w 1164933"/>
                <a:gd name="connsiteY12" fmla="*/ 44438 h 547100"/>
                <a:gd name="connsiteX13" fmla="*/ 3682 w 1164933"/>
                <a:gd name="connsiteY13" fmla="*/ 45073 h 547100"/>
                <a:gd name="connsiteX14" fmla="*/ 3682 w 1164933"/>
                <a:gd name="connsiteY14" fmla="*/ 45073 h 547100"/>
                <a:gd name="connsiteX15" fmla="*/ 3682 w 1164933"/>
                <a:gd name="connsiteY15" fmla="*/ 45073 h 547100"/>
                <a:gd name="connsiteX16" fmla="*/ 3682 w 1164933"/>
                <a:gd name="connsiteY16" fmla="*/ 46089 h 547100"/>
                <a:gd name="connsiteX17" fmla="*/ 3682 w 1164933"/>
                <a:gd name="connsiteY17" fmla="*/ 47105 h 547100"/>
                <a:gd name="connsiteX18" fmla="*/ 3682 w 1164933"/>
                <a:gd name="connsiteY18" fmla="*/ 47866 h 547100"/>
                <a:gd name="connsiteX19" fmla="*/ 3682 w 1164933"/>
                <a:gd name="connsiteY19" fmla="*/ 134585 h 547100"/>
                <a:gd name="connsiteX20" fmla="*/ 86592 w 1164933"/>
                <a:gd name="connsiteY20" fmla="*/ 159979 h 547100"/>
                <a:gd name="connsiteX21" fmla="*/ 86592 w 1164933"/>
                <a:gd name="connsiteY21" fmla="*/ 159979 h 547100"/>
                <a:gd name="connsiteX22" fmla="*/ 87354 w 1164933"/>
                <a:gd name="connsiteY22" fmla="*/ 159979 h 547100"/>
                <a:gd name="connsiteX23" fmla="*/ 88116 w 1164933"/>
                <a:gd name="connsiteY23" fmla="*/ 159979 h 547100"/>
                <a:gd name="connsiteX24" fmla="*/ 88116 w 1164933"/>
                <a:gd name="connsiteY24" fmla="*/ 159979 h 547100"/>
                <a:gd name="connsiteX25" fmla="*/ 88116 w 1164933"/>
                <a:gd name="connsiteY25" fmla="*/ 159979 h 547100"/>
                <a:gd name="connsiteX26" fmla="*/ 88116 w 1164933"/>
                <a:gd name="connsiteY26" fmla="*/ 159979 h 547100"/>
                <a:gd name="connsiteX27" fmla="*/ 88116 w 1164933"/>
                <a:gd name="connsiteY27" fmla="*/ 160740 h 547100"/>
                <a:gd name="connsiteX28" fmla="*/ 88116 w 1164933"/>
                <a:gd name="connsiteY28" fmla="*/ 160740 h 547100"/>
                <a:gd name="connsiteX29" fmla="*/ 88116 w 1164933"/>
                <a:gd name="connsiteY29" fmla="*/ 161502 h 547100"/>
                <a:gd name="connsiteX30" fmla="*/ 88116 w 1164933"/>
                <a:gd name="connsiteY30" fmla="*/ 162264 h 547100"/>
                <a:gd name="connsiteX31" fmla="*/ 88116 w 1164933"/>
                <a:gd name="connsiteY31" fmla="*/ 218891 h 547100"/>
                <a:gd name="connsiteX32" fmla="*/ 1164934 w 1164933"/>
                <a:gd name="connsiteY32" fmla="*/ 547101 h 547100"/>
                <a:gd name="connsiteX33" fmla="*/ 1164934 w 1164933"/>
                <a:gd name="connsiteY33" fmla="*/ 350302 h 547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164933" h="547100">
                  <a:moveTo>
                    <a:pt x="4444" y="0"/>
                  </a:moveTo>
                  <a:lnTo>
                    <a:pt x="4444" y="31361"/>
                  </a:lnTo>
                  <a:cubicBezTo>
                    <a:pt x="4444" y="31361"/>
                    <a:pt x="4444" y="31996"/>
                    <a:pt x="4444" y="32250"/>
                  </a:cubicBezTo>
                  <a:cubicBezTo>
                    <a:pt x="4444" y="32504"/>
                    <a:pt x="4444" y="32250"/>
                    <a:pt x="4444" y="33012"/>
                  </a:cubicBezTo>
                  <a:lnTo>
                    <a:pt x="4444" y="33012"/>
                  </a:lnTo>
                  <a:cubicBezTo>
                    <a:pt x="4114" y="33875"/>
                    <a:pt x="3542" y="34624"/>
                    <a:pt x="2794" y="35170"/>
                  </a:cubicBezTo>
                  <a:lnTo>
                    <a:pt x="2794" y="35170"/>
                  </a:lnTo>
                  <a:cubicBezTo>
                    <a:pt x="1930" y="35614"/>
                    <a:pt x="978" y="35881"/>
                    <a:pt x="0" y="35932"/>
                  </a:cubicBezTo>
                  <a:lnTo>
                    <a:pt x="0" y="44438"/>
                  </a:lnTo>
                  <a:lnTo>
                    <a:pt x="0" y="44438"/>
                  </a:lnTo>
                  <a:lnTo>
                    <a:pt x="1143" y="44438"/>
                  </a:lnTo>
                  <a:lnTo>
                    <a:pt x="2032" y="44438"/>
                  </a:lnTo>
                  <a:cubicBezTo>
                    <a:pt x="2032" y="44438"/>
                    <a:pt x="2032" y="44438"/>
                    <a:pt x="2667" y="44438"/>
                  </a:cubicBezTo>
                  <a:lnTo>
                    <a:pt x="3682" y="45073"/>
                  </a:lnTo>
                  <a:lnTo>
                    <a:pt x="3682" y="45073"/>
                  </a:lnTo>
                  <a:lnTo>
                    <a:pt x="3682" y="45073"/>
                  </a:lnTo>
                  <a:cubicBezTo>
                    <a:pt x="3721" y="45416"/>
                    <a:pt x="3721" y="45746"/>
                    <a:pt x="3682" y="46089"/>
                  </a:cubicBezTo>
                  <a:lnTo>
                    <a:pt x="3682" y="47105"/>
                  </a:lnTo>
                  <a:cubicBezTo>
                    <a:pt x="3682" y="47105"/>
                    <a:pt x="3682" y="47105"/>
                    <a:pt x="3682" y="47866"/>
                  </a:cubicBezTo>
                  <a:lnTo>
                    <a:pt x="3682" y="134585"/>
                  </a:lnTo>
                  <a:lnTo>
                    <a:pt x="86592" y="159979"/>
                  </a:lnTo>
                  <a:lnTo>
                    <a:pt x="86592" y="159979"/>
                  </a:lnTo>
                  <a:lnTo>
                    <a:pt x="87354" y="159979"/>
                  </a:lnTo>
                  <a:lnTo>
                    <a:pt x="88116" y="159979"/>
                  </a:lnTo>
                  <a:lnTo>
                    <a:pt x="88116" y="159979"/>
                  </a:lnTo>
                  <a:lnTo>
                    <a:pt x="88116" y="159979"/>
                  </a:lnTo>
                  <a:cubicBezTo>
                    <a:pt x="88116" y="159979"/>
                    <a:pt x="88116" y="159979"/>
                    <a:pt x="88116" y="159979"/>
                  </a:cubicBezTo>
                  <a:lnTo>
                    <a:pt x="88116" y="160740"/>
                  </a:lnTo>
                  <a:lnTo>
                    <a:pt x="88116" y="160740"/>
                  </a:lnTo>
                  <a:lnTo>
                    <a:pt x="88116" y="161502"/>
                  </a:lnTo>
                  <a:cubicBezTo>
                    <a:pt x="88116" y="161502"/>
                    <a:pt x="88116" y="161502"/>
                    <a:pt x="88116" y="162264"/>
                  </a:cubicBezTo>
                  <a:lnTo>
                    <a:pt x="88116" y="218891"/>
                  </a:lnTo>
                  <a:lnTo>
                    <a:pt x="1164934" y="547101"/>
                  </a:lnTo>
                  <a:lnTo>
                    <a:pt x="1164934" y="350302"/>
                  </a:lnTo>
                  <a:close/>
                </a:path>
              </a:pathLst>
            </a:custGeom>
            <a:solidFill>
              <a:schemeClr val="accent1">
                <a:lumMod val="75000"/>
              </a:schemeClr>
            </a:solidFill>
            <a:ln w="12690" cap="flat">
              <a:noFill/>
              <a:prstDash val="solid"/>
              <a:miter/>
            </a:ln>
          </p:spPr>
          <p:txBody>
            <a:bodyPr rtlCol="0" anchor="ctr"/>
            <a:lstStyle/>
            <a:p>
              <a:endParaRPr lang="en-US" sz="1350"/>
            </a:p>
          </p:txBody>
        </p:sp>
        <p:sp>
          <p:nvSpPr>
            <p:cNvPr id="96" name="Freeform: Shape 95">
              <a:extLst>
                <a:ext uri="{FF2B5EF4-FFF2-40B4-BE49-F238E27FC236}">
                  <a16:creationId xmlns:a16="http://schemas.microsoft.com/office/drawing/2014/main" id="{00F1CE69-AE4C-4B0B-BE72-60D73A336D54}"/>
                </a:ext>
              </a:extLst>
            </p:cNvPr>
            <p:cNvSpPr/>
            <p:nvPr/>
          </p:nvSpPr>
          <p:spPr>
            <a:xfrm>
              <a:off x="5839272" y="1087842"/>
              <a:ext cx="3068949" cy="638517"/>
            </a:xfrm>
            <a:custGeom>
              <a:avLst/>
              <a:gdLst>
                <a:gd name="connsiteX0" fmla="*/ 0 w 3068949"/>
                <a:gd name="connsiteY0" fmla="*/ 0 h 638517"/>
                <a:gd name="connsiteX1" fmla="*/ 0 w 3068949"/>
                <a:gd name="connsiteY1" fmla="*/ 27044 h 638517"/>
                <a:gd name="connsiteX2" fmla="*/ 0 w 3068949"/>
                <a:gd name="connsiteY2" fmla="*/ 197053 h 638517"/>
                <a:gd name="connsiteX3" fmla="*/ 2865292 w 3068949"/>
                <a:gd name="connsiteY3" fmla="*/ 638517 h 638517"/>
                <a:gd name="connsiteX4" fmla="*/ 3068949 w 3068949"/>
                <a:gd name="connsiteY4" fmla="*/ 473079 h 638517"/>
                <a:gd name="connsiteX5" fmla="*/ 0 w 3068949"/>
                <a:gd name="connsiteY5" fmla="*/ 0 h 638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68949" h="638517">
                  <a:moveTo>
                    <a:pt x="0" y="0"/>
                  </a:moveTo>
                  <a:lnTo>
                    <a:pt x="0" y="27044"/>
                  </a:lnTo>
                  <a:lnTo>
                    <a:pt x="0" y="197053"/>
                  </a:lnTo>
                  <a:lnTo>
                    <a:pt x="2865292" y="638517"/>
                  </a:lnTo>
                  <a:lnTo>
                    <a:pt x="3068949" y="473079"/>
                  </a:lnTo>
                  <a:lnTo>
                    <a:pt x="0" y="0"/>
                  </a:lnTo>
                  <a:close/>
                </a:path>
              </a:pathLst>
            </a:custGeom>
            <a:solidFill>
              <a:schemeClr val="tx2">
                <a:lumMod val="10000"/>
                <a:lumOff val="90000"/>
              </a:schemeClr>
            </a:solidFill>
            <a:ln w="12690" cap="flat">
              <a:noFill/>
              <a:prstDash val="solid"/>
              <a:miter/>
            </a:ln>
          </p:spPr>
          <p:txBody>
            <a:bodyPr rtlCol="0" anchor="ctr"/>
            <a:lstStyle/>
            <a:p>
              <a:endParaRPr lang="en-US" sz="1350"/>
            </a:p>
          </p:txBody>
        </p:sp>
        <p:sp>
          <p:nvSpPr>
            <p:cNvPr id="97" name="Freeform: Shape 96">
              <a:extLst>
                <a:ext uri="{FF2B5EF4-FFF2-40B4-BE49-F238E27FC236}">
                  <a16:creationId xmlns:a16="http://schemas.microsoft.com/office/drawing/2014/main" id="{333F33F3-FFC2-4DDE-BE0A-527A573E8EA1}"/>
                </a:ext>
              </a:extLst>
            </p:cNvPr>
            <p:cNvSpPr/>
            <p:nvPr/>
          </p:nvSpPr>
          <p:spPr>
            <a:xfrm>
              <a:off x="10341185" y="2444231"/>
              <a:ext cx="758888" cy="229302"/>
            </a:xfrm>
            <a:custGeom>
              <a:avLst/>
              <a:gdLst>
                <a:gd name="connsiteX0" fmla="*/ 476511 w 758888"/>
                <a:gd name="connsiteY0" fmla="*/ 151852 h 229302"/>
                <a:gd name="connsiteX1" fmla="*/ 758889 w 758888"/>
                <a:gd name="connsiteY1" fmla="*/ 229302 h 229302"/>
                <a:gd name="connsiteX2" fmla="*/ 0 w 758888"/>
                <a:gd name="connsiteY2" fmla="*/ 0 h 229302"/>
                <a:gd name="connsiteX3" fmla="*/ 476511 w 758888"/>
                <a:gd name="connsiteY3" fmla="*/ 151852 h 229302"/>
              </a:gdLst>
              <a:ahLst/>
              <a:cxnLst>
                <a:cxn ang="0">
                  <a:pos x="connsiteX0" y="connsiteY0"/>
                </a:cxn>
                <a:cxn ang="0">
                  <a:pos x="connsiteX1" y="connsiteY1"/>
                </a:cxn>
                <a:cxn ang="0">
                  <a:pos x="connsiteX2" y="connsiteY2"/>
                </a:cxn>
                <a:cxn ang="0">
                  <a:pos x="connsiteX3" y="connsiteY3"/>
                </a:cxn>
              </a:cxnLst>
              <a:rect l="l" t="t" r="r" b="b"/>
              <a:pathLst>
                <a:path w="758888" h="229302">
                  <a:moveTo>
                    <a:pt x="476511" y="151852"/>
                  </a:moveTo>
                  <a:lnTo>
                    <a:pt x="758889" y="229302"/>
                  </a:lnTo>
                  <a:lnTo>
                    <a:pt x="0" y="0"/>
                  </a:lnTo>
                  <a:lnTo>
                    <a:pt x="476511" y="151852"/>
                  </a:lnTo>
                  <a:close/>
                </a:path>
              </a:pathLst>
            </a:custGeom>
            <a:solidFill>
              <a:srgbClr val="F59994"/>
            </a:solidFill>
            <a:ln w="12690" cap="flat">
              <a:noFill/>
              <a:prstDash val="solid"/>
              <a:miter/>
            </a:ln>
          </p:spPr>
          <p:txBody>
            <a:bodyPr rtlCol="0" anchor="ctr"/>
            <a:lstStyle/>
            <a:p>
              <a:endParaRPr lang="en-US" sz="1350"/>
            </a:p>
          </p:txBody>
        </p:sp>
        <p:sp>
          <p:nvSpPr>
            <p:cNvPr id="98" name="Freeform: Shape 97">
              <a:extLst>
                <a:ext uri="{FF2B5EF4-FFF2-40B4-BE49-F238E27FC236}">
                  <a16:creationId xmlns:a16="http://schemas.microsoft.com/office/drawing/2014/main" id="{FC69BE9E-209A-44C9-A643-31AB33338516}"/>
                </a:ext>
              </a:extLst>
            </p:cNvPr>
            <p:cNvSpPr/>
            <p:nvPr/>
          </p:nvSpPr>
          <p:spPr>
            <a:xfrm>
              <a:off x="9841438" y="2122369"/>
              <a:ext cx="1764858" cy="708603"/>
            </a:xfrm>
            <a:custGeom>
              <a:avLst/>
              <a:gdLst>
                <a:gd name="connsiteX0" fmla="*/ 1524 w 1764858"/>
                <a:gd name="connsiteY0" fmla="*/ 199211 h 708603"/>
                <a:gd name="connsiteX1" fmla="*/ 23997 w 1764858"/>
                <a:gd name="connsiteY1" fmla="*/ 205687 h 708603"/>
                <a:gd name="connsiteX2" fmla="*/ 183342 w 1764858"/>
                <a:gd name="connsiteY2" fmla="*/ 222192 h 708603"/>
                <a:gd name="connsiteX3" fmla="*/ 183342 w 1764858"/>
                <a:gd name="connsiteY3" fmla="*/ 221177 h 708603"/>
                <a:gd name="connsiteX4" fmla="*/ 190199 w 1764858"/>
                <a:gd name="connsiteY4" fmla="*/ 218129 h 708603"/>
                <a:gd name="connsiteX5" fmla="*/ 1444391 w 1764858"/>
                <a:gd name="connsiteY5" fmla="*/ 596999 h 708603"/>
                <a:gd name="connsiteX6" fmla="*/ 1444391 w 1764858"/>
                <a:gd name="connsiteY6" fmla="*/ 596999 h 708603"/>
                <a:gd name="connsiteX7" fmla="*/ 1445407 w 1764858"/>
                <a:gd name="connsiteY7" fmla="*/ 596999 h 708603"/>
                <a:gd name="connsiteX8" fmla="*/ 1446169 w 1764858"/>
                <a:gd name="connsiteY8" fmla="*/ 596999 h 708603"/>
                <a:gd name="connsiteX9" fmla="*/ 1446169 w 1764858"/>
                <a:gd name="connsiteY9" fmla="*/ 596999 h 708603"/>
                <a:gd name="connsiteX10" fmla="*/ 1446169 w 1764858"/>
                <a:gd name="connsiteY10" fmla="*/ 596999 h 708603"/>
                <a:gd name="connsiteX11" fmla="*/ 1446169 w 1764858"/>
                <a:gd name="connsiteY11" fmla="*/ 597761 h 708603"/>
                <a:gd name="connsiteX12" fmla="*/ 1446169 w 1764858"/>
                <a:gd name="connsiteY12" fmla="*/ 598650 h 708603"/>
                <a:gd name="connsiteX13" fmla="*/ 1446169 w 1764858"/>
                <a:gd name="connsiteY13" fmla="*/ 599538 h 708603"/>
                <a:gd name="connsiteX14" fmla="*/ 1446169 w 1764858"/>
                <a:gd name="connsiteY14" fmla="*/ 600554 h 708603"/>
                <a:gd name="connsiteX15" fmla="*/ 1446169 w 1764858"/>
                <a:gd name="connsiteY15" fmla="*/ 601189 h 708603"/>
                <a:gd name="connsiteX16" fmla="*/ 1446169 w 1764858"/>
                <a:gd name="connsiteY16" fmla="*/ 601189 h 708603"/>
                <a:gd name="connsiteX17" fmla="*/ 1444772 w 1764858"/>
                <a:gd name="connsiteY17" fmla="*/ 603094 h 708603"/>
                <a:gd name="connsiteX18" fmla="*/ 1441217 w 1764858"/>
                <a:gd name="connsiteY18" fmla="*/ 606141 h 708603"/>
                <a:gd name="connsiteX19" fmla="*/ 1441217 w 1764858"/>
                <a:gd name="connsiteY19" fmla="*/ 615409 h 708603"/>
                <a:gd name="connsiteX20" fmla="*/ 1442867 w 1764858"/>
                <a:gd name="connsiteY20" fmla="*/ 615409 h 708603"/>
                <a:gd name="connsiteX21" fmla="*/ 1764859 w 1764858"/>
                <a:gd name="connsiteY21" fmla="*/ 708603 h 708603"/>
                <a:gd name="connsiteX22" fmla="*/ 1764859 w 1764858"/>
                <a:gd name="connsiteY22" fmla="*/ 511804 h 708603"/>
                <a:gd name="connsiteX23" fmla="*/ 0 w 1764858"/>
                <a:gd name="connsiteY23" fmla="*/ 0 h 708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764858" h="708603">
                  <a:moveTo>
                    <a:pt x="1524" y="199211"/>
                  </a:moveTo>
                  <a:lnTo>
                    <a:pt x="23997" y="205687"/>
                  </a:lnTo>
                  <a:lnTo>
                    <a:pt x="183342" y="222192"/>
                  </a:lnTo>
                  <a:cubicBezTo>
                    <a:pt x="183292" y="221862"/>
                    <a:pt x="183292" y="221507"/>
                    <a:pt x="183342" y="221177"/>
                  </a:cubicBezTo>
                  <a:cubicBezTo>
                    <a:pt x="184498" y="218549"/>
                    <a:pt x="187469" y="217228"/>
                    <a:pt x="190199" y="218129"/>
                  </a:cubicBezTo>
                  <a:lnTo>
                    <a:pt x="1444391" y="596999"/>
                  </a:lnTo>
                  <a:lnTo>
                    <a:pt x="1444391" y="596999"/>
                  </a:lnTo>
                  <a:lnTo>
                    <a:pt x="1445407" y="596999"/>
                  </a:lnTo>
                  <a:lnTo>
                    <a:pt x="1446169" y="596999"/>
                  </a:lnTo>
                  <a:lnTo>
                    <a:pt x="1446169" y="596999"/>
                  </a:lnTo>
                  <a:lnTo>
                    <a:pt x="1446169" y="596999"/>
                  </a:lnTo>
                  <a:cubicBezTo>
                    <a:pt x="1446169" y="596999"/>
                    <a:pt x="1446169" y="596999"/>
                    <a:pt x="1446169" y="597761"/>
                  </a:cubicBezTo>
                  <a:cubicBezTo>
                    <a:pt x="1446169" y="598523"/>
                    <a:pt x="1446169" y="598396"/>
                    <a:pt x="1446169" y="598650"/>
                  </a:cubicBezTo>
                  <a:cubicBezTo>
                    <a:pt x="1446232" y="598942"/>
                    <a:pt x="1446232" y="599246"/>
                    <a:pt x="1446169" y="599538"/>
                  </a:cubicBezTo>
                  <a:cubicBezTo>
                    <a:pt x="1446232" y="599869"/>
                    <a:pt x="1446232" y="600224"/>
                    <a:pt x="1446169" y="600554"/>
                  </a:cubicBezTo>
                  <a:cubicBezTo>
                    <a:pt x="1446232" y="600757"/>
                    <a:pt x="1446232" y="600986"/>
                    <a:pt x="1446169" y="601189"/>
                  </a:cubicBezTo>
                  <a:lnTo>
                    <a:pt x="1446169" y="601189"/>
                  </a:lnTo>
                  <a:cubicBezTo>
                    <a:pt x="1445940" y="601964"/>
                    <a:pt x="1445445" y="602649"/>
                    <a:pt x="1444772" y="603094"/>
                  </a:cubicBezTo>
                  <a:lnTo>
                    <a:pt x="1441217" y="606141"/>
                  </a:lnTo>
                  <a:lnTo>
                    <a:pt x="1441217" y="615409"/>
                  </a:lnTo>
                  <a:lnTo>
                    <a:pt x="1442867" y="615409"/>
                  </a:lnTo>
                  <a:lnTo>
                    <a:pt x="1764859" y="708603"/>
                  </a:lnTo>
                  <a:lnTo>
                    <a:pt x="1764859" y="511804"/>
                  </a:lnTo>
                  <a:lnTo>
                    <a:pt x="0" y="0"/>
                  </a:lnTo>
                  <a:close/>
                </a:path>
              </a:pathLst>
            </a:custGeom>
            <a:solidFill>
              <a:schemeClr val="accent3"/>
            </a:solidFill>
            <a:ln w="12690" cap="flat">
              <a:noFill/>
              <a:prstDash val="solid"/>
              <a:miter/>
            </a:ln>
          </p:spPr>
          <p:txBody>
            <a:bodyPr rtlCol="0" anchor="ctr"/>
            <a:lstStyle/>
            <a:p>
              <a:endParaRPr lang="en-US" sz="1350"/>
            </a:p>
          </p:txBody>
        </p:sp>
        <p:sp>
          <p:nvSpPr>
            <p:cNvPr id="99" name="Freeform: Shape 98">
              <a:extLst>
                <a:ext uri="{FF2B5EF4-FFF2-40B4-BE49-F238E27FC236}">
                  <a16:creationId xmlns:a16="http://schemas.microsoft.com/office/drawing/2014/main" id="{6FD68C00-9475-46D5-9199-D48BF24D2B87}"/>
                </a:ext>
              </a:extLst>
            </p:cNvPr>
            <p:cNvSpPr/>
            <p:nvPr/>
          </p:nvSpPr>
          <p:spPr>
            <a:xfrm>
              <a:off x="5841684" y="934974"/>
              <a:ext cx="4550795" cy="1177492"/>
            </a:xfrm>
            <a:custGeom>
              <a:avLst/>
              <a:gdLst>
                <a:gd name="connsiteX0" fmla="*/ 4550796 w 4550795"/>
                <a:gd name="connsiteY0" fmla="*/ 724601 h 1177492"/>
                <a:gd name="connsiteX1" fmla="*/ 3304984 w 4550795"/>
                <a:gd name="connsiteY1" fmla="*/ 348398 h 1177492"/>
                <a:gd name="connsiteX2" fmla="*/ 3304984 w 4550795"/>
                <a:gd name="connsiteY2" fmla="*/ 348398 h 1177492"/>
                <a:gd name="connsiteX3" fmla="*/ 3222073 w 4550795"/>
                <a:gd name="connsiteY3" fmla="*/ 323004 h 1177492"/>
                <a:gd name="connsiteX4" fmla="*/ 1920268 w 4550795"/>
                <a:gd name="connsiteY4" fmla="*/ 189562 h 1177492"/>
                <a:gd name="connsiteX5" fmla="*/ 1733878 w 4550795"/>
                <a:gd name="connsiteY5" fmla="*/ 170517 h 1177492"/>
                <a:gd name="connsiteX6" fmla="*/ 1212293 w 4550795"/>
                <a:gd name="connsiteY6" fmla="*/ 117191 h 1177492"/>
                <a:gd name="connsiteX7" fmla="*/ 238954 w 4550795"/>
                <a:gd name="connsiteY7" fmla="*/ 17394 h 1177492"/>
                <a:gd name="connsiteX8" fmla="*/ 68055 w 4550795"/>
                <a:gd name="connsiteY8" fmla="*/ 0 h 1177492"/>
                <a:gd name="connsiteX9" fmla="*/ 27933 w 4550795"/>
                <a:gd name="connsiteY9" fmla="*/ 84433 h 1177492"/>
                <a:gd name="connsiteX10" fmla="*/ 27933 w 4550795"/>
                <a:gd name="connsiteY10" fmla="*/ 84433 h 1177492"/>
                <a:gd name="connsiteX11" fmla="*/ 0 w 4550795"/>
                <a:gd name="connsiteY11" fmla="*/ 143219 h 1177492"/>
                <a:gd name="connsiteX12" fmla="*/ 3079488 w 4550795"/>
                <a:gd name="connsiteY12" fmla="*/ 617948 h 1177492"/>
                <a:gd name="connsiteX13" fmla="*/ 3080122 w 4550795"/>
                <a:gd name="connsiteY13" fmla="*/ 617948 h 1177492"/>
                <a:gd name="connsiteX14" fmla="*/ 3081138 w 4550795"/>
                <a:gd name="connsiteY14" fmla="*/ 617948 h 1177492"/>
                <a:gd name="connsiteX15" fmla="*/ 3082027 w 4550795"/>
                <a:gd name="connsiteY15" fmla="*/ 617948 h 1177492"/>
                <a:gd name="connsiteX16" fmla="*/ 3082027 w 4550795"/>
                <a:gd name="connsiteY16" fmla="*/ 617948 h 1177492"/>
                <a:gd name="connsiteX17" fmla="*/ 3082027 w 4550795"/>
                <a:gd name="connsiteY17" fmla="*/ 617948 h 1177492"/>
                <a:gd name="connsiteX18" fmla="*/ 3082027 w 4550795"/>
                <a:gd name="connsiteY18" fmla="*/ 618837 h 1177492"/>
                <a:gd name="connsiteX19" fmla="*/ 3082027 w 4550795"/>
                <a:gd name="connsiteY19" fmla="*/ 619726 h 1177492"/>
                <a:gd name="connsiteX20" fmla="*/ 3082027 w 4550795"/>
                <a:gd name="connsiteY20" fmla="*/ 620615 h 1177492"/>
                <a:gd name="connsiteX21" fmla="*/ 3082027 w 4550795"/>
                <a:gd name="connsiteY21" fmla="*/ 622139 h 1177492"/>
                <a:gd name="connsiteX22" fmla="*/ 3080377 w 4550795"/>
                <a:gd name="connsiteY22" fmla="*/ 624678 h 1177492"/>
                <a:gd name="connsiteX23" fmla="*/ 3080377 w 4550795"/>
                <a:gd name="connsiteY23" fmla="*/ 624678 h 1177492"/>
                <a:gd name="connsiteX24" fmla="*/ 2868086 w 4550795"/>
                <a:gd name="connsiteY24" fmla="*/ 800273 h 1177492"/>
                <a:gd name="connsiteX25" fmla="*/ 2835074 w 4550795"/>
                <a:gd name="connsiteY25" fmla="*/ 827190 h 1177492"/>
                <a:gd name="connsiteX26" fmla="*/ 3994675 w 4550795"/>
                <a:gd name="connsiteY26" fmla="*/ 1177492 h 11774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50795" h="1177492">
                  <a:moveTo>
                    <a:pt x="4550796" y="724601"/>
                  </a:moveTo>
                  <a:lnTo>
                    <a:pt x="3304984" y="348398"/>
                  </a:lnTo>
                  <a:lnTo>
                    <a:pt x="3304984" y="348398"/>
                  </a:lnTo>
                  <a:lnTo>
                    <a:pt x="3222073" y="323004"/>
                  </a:lnTo>
                  <a:lnTo>
                    <a:pt x="1920268" y="189562"/>
                  </a:lnTo>
                  <a:lnTo>
                    <a:pt x="1733878" y="170517"/>
                  </a:lnTo>
                  <a:lnTo>
                    <a:pt x="1212293" y="117191"/>
                  </a:lnTo>
                  <a:lnTo>
                    <a:pt x="238954" y="17394"/>
                  </a:lnTo>
                  <a:lnTo>
                    <a:pt x="68055" y="0"/>
                  </a:lnTo>
                  <a:lnTo>
                    <a:pt x="27933" y="84433"/>
                  </a:lnTo>
                  <a:lnTo>
                    <a:pt x="27933" y="84433"/>
                  </a:lnTo>
                  <a:lnTo>
                    <a:pt x="0" y="143219"/>
                  </a:lnTo>
                  <a:lnTo>
                    <a:pt x="3079488" y="617948"/>
                  </a:lnTo>
                  <a:lnTo>
                    <a:pt x="3080122" y="617948"/>
                  </a:lnTo>
                  <a:lnTo>
                    <a:pt x="3081138" y="617948"/>
                  </a:lnTo>
                  <a:cubicBezTo>
                    <a:pt x="3081431" y="617885"/>
                    <a:pt x="3081735" y="617885"/>
                    <a:pt x="3082027" y="617948"/>
                  </a:cubicBezTo>
                  <a:lnTo>
                    <a:pt x="3082027" y="617948"/>
                  </a:lnTo>
                  <a:lnTo>
                    <a:pt x="3082027" y="617948"/>
                  </a:lnTo>
                  <a:cubicBezTo>
                    <a:pt x="3082065" y="618241"/>
                    <a:pt x="3082065" y="618545"/>
                    <a:pt x="3082027" y="618837"/>
                  </a:cubicBezTo>
                  <a:cubicBezTo>
                    <a:pt x="3082091" y="619129"/>
                    <a:pt x="3082091" y="619434"/>
                    <a:pt x="3082027" y="619726"/>
                  </a:cubicBezTo>
                  <a:cubicBezTo>
                    <a:pt x="3081976" y="620018"/>
                    <a:pt x="3081976" y="620323"/>
                    <a:pt x="3082027" y="620615"/>
                  </a:cubicBezTo>
                  <a:lnTo>
                    <a:pt x="3082027" y="622139"/>
                  </a:lnTo>
                  <a:cubicBezTo>
                    <a:pt x="3081773" y="623141"/>
                    <a:pt x="3081190" y="624043"/>
                    <a:pt x="3080377" y="624678"/>
                  </a:cubicBezTo>
                  <a:lnTo>
                    <a:pt x="3080377" y="624678"/>
                  </a:lnTo>
                  <a:lnTo>
                    <a:pt x="2868086" y="800273"/>
                  </a:lnTo>
                  <a:lnTo>
                    <a:pt x="2835074" y="827190"/>
                  </a:lnTo>
                  <a:lnTo>
                    <a:pt x="3994675" y="1177492"/>
                  </a:lnTo>
                  <a:close/>
                </a:path>
              </a:pathLst>
            </a:custGeom>
            <a:solidFill>
              <a:schemeClr val="accent5">
                <a:lumMod val="75000"/>
              </a:schemeClr>
            </a:solidFill>
            <a:ln w="12690" cap="flat">
              <a:noFill/>
              <a:prstDash val="solid"/>
              <a:miter/>
            </a:ln>
          </p:spPr>
          <p:txBody>
            <a:bodyPr rtlCol="0" anchor="ctr"/>
            <a:lstStyle/>
            <a:p>
              <a:endParaRPr lang="en-US" sz="1350"/>
            </a:p>
          </p:txBody>
        </p:sp>
        <p:sp>
          <p:nvSpPr>
            <p:cNvPr id="100" name="Freeform: Shape 99">
              <a:extLst>
                <a:ext uri="{FF2B5EF4-FFF2-40B4-BE49-F238E27FC236}">
                  <a16:creationId xmlns:a16="http://schemas.microsoft.com/office/drawing/2014/main" id="{34E4848C-69F7-4A89-957C-F518EB45FE72}"/>
                </a:ext>
              </a:extLst>
            </p:cNvPr>
            <p:cNvSpPr/>
            <p:nvPr/>
          </p:nvSpPr>
          <p:spPr>
            <a:xfrm>
              <a:off x="9241513" y="1301655"/>
              <a:ext cx="1286569" cy="350428"/>
            </a:xfrm>
            <a:custGeom>
              <a:avLst/>
              <a:gdLst>
                <a:gd name="connsiteX0" fmla="*/ 0 w 1286569"/>
                <a:gd name="connsiteY0" fmla="*/ 0 h 350428"/>
                <a:gd name="connsiteX1" fmla="*/ 1160236 w 1286569"/>
                <a:gd name="connsiteY1" fmla="*/ 350429 h 350428"/>
                <a:gd name="connsiteX2" fmla="*/ 1286570 w 1286569"/>
                <a:gd name="connsiteY2" fmla="*/ 247712 h 350428"/>
                <a:gd name="connsiteX3" fmla="*/ 400204 w 1286569"/>
                <a:gd name="connsiteY3" fmla="*/ 77069 h 350428"/>
                <a:gd name="connsiteX4" fmla="*/ 0 w 1286569"/>
                <a:gd name="connsiteY4" fmla="*/ 0 h 35042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86569" h="350428">
                  <a:moveTo>
                    <a:pt x="0" y="0"/>
                  </a:moveTo>
                  <a:lnTo>
                    <a:pt x="1160236" y="350429"/>
                  </a:lnTo>
                  <a:lnTo>
                    <a:pt x="1286570" y="247712"/>
                  </a:lnTo>
                  <a:lnTo>
                    <a:pt x="400204" y="77069"/>
                  </a:lnTo>
                  <a:lnTo>
                    <a:pt x="0" y="0"/>
                  </a:lnTo>
                  <a:close/>
                </a:path>
              </a:pathLst>
            </a:custGeom>
            <a:solidFill>
              <a:srgbClr val="C5E3E3"/>
            </a:solidFill>
            <a:ln w="12690" cap="flat">
              <a:noFill/>
              <a:prstDash val="solid"/>
              <a:miter/>
            </a:ln>
          </p:spPr>
          <p:txBody>
            <a:bodyPr rtlCol="0" anchor="ctr"/>
            <a:lstStyle/>
            <a:p>
              <a:endParaRPr lang="en-US" sz="1350"/>
            </a:p>
          </p:txBody>
        </p:sp>
        <p:sp>
          <p:nvSpPr>
            <p:cNvPr id="101" name="Freeform: Shape 100">
              <a:extLst>
                <a:ext uri="{FF2B5EF4-FFF2-40B4-BE49-F238E27FC236}">
                  <a16:creationId xmlns:a16="http://schemas.microsoft.com/office/drawing/2014/main" id="{B34B9893-DA6D-44A3-8276-2500C282F762}"/>
                </a:ext>
              </a:extLst>
            </p:cNvPr>
            <p:cNvSpPr/>
            <p:nvPr/>
          </p:nvSpPr>
          <p:spPr>
            <a:xfrm>
              <a:off x="10413557" y="1551906"/>
              <a:ext cx="1759399" cy="580239"/>
            </a:xfrm>
            <a:custGeom>
              <a:avLst/>
              <a:gdLst>
                <a:gd name="connsiteX0" fmla="*/ 640809 w 1759399"/>
                <a:gd name="connsiteY0" fmla="*/ 107541 h 580239"/>
                <a:gd name="connsiteX1" fmla="*/ 640809 w 1759399"/>
                <a:gd name="connsiteY1" fmla="*/ 107541 h 580239"/>
                <a:gd name="connsiteX2" fmla="*/ 222449 w 1759399"/>
                <a:gd name="connsiteY2" fmla="*/ 19807 h 580239"/>
                <a:gd name="connsiteX3" fmla="*/ 127604 w 1759399"/>
                <a:gd name="connsiteY3" fmla="*/ 0 h 580239"/>
                <a:gd name="connsiteX4" fmla="*/ 0 w 1759399"/>
                <a:gd name="connsiteY4" fmla="*/ 103732 h 580239"/>
                <a:gd name="connsiteX5" fmla="*/ 1576565 w 1759399"/>
                <a:gd name="connsiteY5" fmla="*/ 580239 h 580239"/>
                <a:gd name="connsiteX6" fmla="*/ 1759399 w 1759399"/>
                <a:gd name="connsiteY6" fmla="*/ 341795 h 580239"/>
                <a:gd name="connsiteX7" fmla="*/ 783394 w 1759399"/>
                <a:gd name="connsiteY7" fmla="*/ 137505 h 580239"/>
                <a:gd name="connsiteX8" fmla="*/ 783394 w 1759399"/>
                <a:gd name="connsiteY8" fmla="*/ 137505 h 580239"/>
                <a:gd name="connsiteX9" fmla="*/ 640809 w 1759399"/>
                <a:gd name="connsiteY9" fmla="*/ 107541 h 580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59399" h="580239">
                  <a:moveTo>
                    <a:pt x="640809" y="107541"/>
                  </a:moveTo>
                  <a:lnTo>
                    <a:pt x="640809" y="107541"/>
                  </a:lnTo>
                  <a:lnTo>
                    <a:pt x="222449" y="19807"/>
                  </a:lnTo>
                  <a:lnTo>
                    <a:pt x="127604" y="0"/>
                  </a:lnTo>
                  <a:lnTo>
                    <a:pt x="0" y="103732"/>
                  </a:lnTo>
                  <a:lnTo>
                    <a:pt x="1576565" y="580239"/>
                  </a:lnTo>
                  <a:lnTo>
                    <a:pt x="1759399" y="341795"/>
                  </a:lnTo>
                  <a:lnTo>
                    <a:pt x="783394" y="137505"/>
                  </a:lnTo>
                  <a:lnTo>
                    <a:pt x="783394" y="137505"/>
                  </a:lnTo>
                  <a:lnTo>
                    <a:pt x="640809" y="107541"/>
                  </a:lnTo>
                  <a:close/>
                </a:path>
              </a:pathLst>
            </a:custGeom>
            <a:solidFill>
              <a:schemeClr val="accent5"/>
            </a:solidFill>
            <a:ln w="12690" cap="flat">
              <a:noFill/>
              <a:prstDash val="solid"/>
              <a:miter/>
            </a:ln>
          </p:spPr>
          <p:txBody>
            <a:bodyPr rtlCol="0" anchor="ctr"/>
            <a:lstStyle/>
            <a:p>
              <a:endParaRPr lang="en-US" sz="1350"/>
            </a:p>
          </p:txBody>
        </p:sp>
        <p:sp>
          <p:nvSpPr>
            <p:cNvPr id="102" name="Freeform: Shape 101">
              <a:extLst>
                <a:ext uri="{FF2B5EF4-FFF2-40B4-BE49-F238E27FC236}">
                  <a16:creationId xmlns:a16="http://schemas.microsoft.com/office/drawing/2014/main" id="{E56F51D7-1296-4479-8279-F59754D1D103}"/>
                </a:ext>
              </a:extLst>
            </p:cNvPr>
            <p:cNvSpPr/>
            <p:nvPr/>
          </p:nvSpPr>
          <p:spPr>
            <a:xfrm>
              <a:off x="9848167" y="1663130"/>
              <a:ext cx="2135606" cy="964060"/>
            </a:xfrm>
            <a:custGeom>
              <a:avLst/>
              <a:gdLst>
                <a:gd name="connsiteX0" fmla="*/ 0 w 2135606"/>
                <a:gd name="connsiteY0" fmla="*/ 452891 h 964060"/>
                <a:gd name="connsiteX1" fmla="*/ 1762954 w 2135606"/>
                <a:gd name="connsiteY1" fmla="*/ 964061 h 964060"/>
                <a:gd name="connsiteX2" fmla="*/ 2135606 w 2135606"/>
                <a:gd name="connsiteY2" fmla="*/ 477396 h 964060"/>
                <a:gd name="connsiteX3" fmla="*/ 556121 w 2135606"/>
                <a:gd name="connsiteY3" fmla="*/ 0 h 964060"/>
                <a:gd name="connsiteX4" fmla="*/ 0 w 2135606"/>
                <a:gd name="connsiteY4" fmla="*/ 452891 h 964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35606" h="964060">
                  <a:moveTo>
                    <a:pt x="0" y="452891"/>
                  </a:moveTo>
                  <a:lnTo>
                    <a:pt x="1762954" y="964061"/>
                  </a:lnTo>
                  <a:lnTo>
                    <a:pt x="2135606" y="477396"/>
                  </a:lnTo>
                  <a:lnTo>
                    <a:pt x="556121" y="0"/>
                  </a:lnTo>
                  <a:lnTo>
                    <a:pt x="0" y="452891"/>
                  </a:lnTo>
                  <a:close/>
                </a:path>
              </a:pathLst>
            </a:custGeom>
            <a:solidFill>
              <a:schemeClr val="accent5"/>
            </a:solidFill>
            <a:ln w="12690" cap="flat">
              <a:noFill/>
              <a:prstDash val="solid"/>
              <a:miter/>
            </a:ln>
          </p:spPr>
          <p:txBody>
            <a:bodyPr rtlCol="0" anchor="ctr"/>
            <a:lstStyle/>
            <a:p>
              <a:endParaRPr lang="en-US" sz="1350"/>
            </a:p>
          </p:txBody>
        </p:sp>
        <p:sp>
          <p:nvSpPr>
            <p:cNvPr id="103" name="Freeform: Shape 102">
              <a:extLst>
                <a:ext uri="{FF2B5EF4-FFF2-40B4-BE49-F238E27FC236}">
                  <a16:creationId xmlns:a16="http://schemas.microsoft.com/office/drawing/2014/main" id="{82B7A8A8-7AB8-4765-95E4-10A2D73DE5CC}"/>
                </a:ext>
              </a:extLst>
            </p:cNvPr>
            <p:cNvSpPr/>
            <p:nvPr/>
          </p:nvSpPr>
          <p:spPr>
            <a:xfrm>
              <a:off x="11455839" y="853461"/>
              <a:ext cx="359954" cy="383186"/>
            </a:xfrm>
            <a:custGeom>
              <a:avLst/>
              <a:gdLst>
                <a:gd name="connsiteX0" fmla="*/ 62977 w 359954"/>
                <a:gd name="connsiteY0" fmla="*/ 319576 h 383186"/>
                <a:gd name="connsiteX1" fmla="*/ 62088 w 359954"/>
                <a:gd name="connsiteY1" fmla="*/ 319576 h 383186"/>
                <a:gd name="connsiteX2" fmla="*/ 61199 w 359954"/>
                <a:gd name="connsiteY2" fmla="*/ 319576 h 383186"/>
                <a:gd name="connsiteX3" fmla="*/ 61199 w 359954"/>
                <a:gd name="connsiteY3" fmla="*/ 319576 h 383186"/>
                <a:gd name="connsiteX4" fmla="*/ 61199 w 359954"/>
                <a:gd name="connsiteY4" fmla="*/ 319576 h 383186"/>
                <a:gd name="connsiteX5" fmla="*/ 60437 w 359954"/>
                <a:gd name="connsiteY5" fmla="*/ 318560 h 383186"/>
                <a:gd name="connsiteX6" fmla="*/ 60437 w 359954"/>
                <a:gd name="connsiteY6" fmla="*/ 317799 h 383186"/>
                <a:gd name="connsiteX7" fmla="*/ 60437 w 359954"/>
                <a:gd name="connsiteY7" fmla="*/ 316783 h 383186"/>
                <a:gd name="connsiteX8" fmla="*/ 60437 w 359954"/>
                <a:gd name="connsiteY8" fmla="*/ 315767 h 383186"/>
                <a:gd name="connsiteX9" fmla="*/ 60437 w 359954"/>
                <a:gd name="connsiteY9" fmla="*/ 315005 h 383186"/>
                <a:gd name="connsiteX10" fmla="*/ 60437 w 359954"/>
                <a:gd name="connsiteY10" fmla="*/ 315005 h 383186"/>
                <a:gd name="connsiteX11" fmla="*/ 60437 w 359954"/>
                <a:gd name="connsiteY11" fmla="*/ 314243 h 383186"/>
                <a:gd name="connsiteX12" fmla="*/ 60437 w 359954"/>
                <a:gd name="connsiteY12" fmla="*/ 313355 h 383186"/>
                <a:gd name="connsiteX13" fmla="*/ 60437 w 359954"/>
                <a:gd name="connsiteY13" fmla="*/ 313355 h 383186"/>
                <a:gd name="connsiteX14" fmla="*/ 359955 w 359954"/>
                <a:gd name="connsiteY14" fmla="*/ 46089 h 383186"/>
                <a:gd name="connsiteX15" fmla="*/ 359955 w 359954"/>
                <a:gd name="connsiteY15" fmla="*/ 0 h 383186"/>
                <a:gd name="connsiteX16" fmla="*/ 0 w 359954"/>
                <a:gd name="connsiteY16" fmla="*/ 292786 h 383186"/>
                <a:gd name="connsiteX17" fmla="*/ 0 w 359954"/>
                <a:gd name="connsiteY17" fmla="*/ 383186 h 383186"/>
                <a:gd name="connsiteX18" fmla="*/ 60691 w 359954"/>
                <a:gd name="connsiteY18" fmla="*/ 333543 h 383186"/>
                <a:gd name="connsiteX19" fmla="*/ 61326 w 359954"/>
                <a:gd name="connsiteY19" fmla="*/ 333543 h 383186"/>
                <a:gd name="connsiteX20" fmla="*/ 62341 w 359954"/>
                <a:gd name="connsiteY20" fmla="*/ 333543 h 383186"/>
                <a:gd name="connsiteX21" fmla="*/ 63357 w 359954"/>
                <a:gd name="connsiteY21" fmla="*/ 333543 h 383186"/>
                <a:gd name="connsiteX22" fmla="*/ 64246 w 359954"/>
                <a:gd name="connsiteY22" fmla="*/ 333543 h 383186"/>
                <a:gd name="connsiteX23" fmla="*/ 64246 w 359954"/>
                <a:gd name="connsiteY23" fmla="*/ 323258 h 383186"/>
                <a:gd name="connsiteX24" fmla="*/ 62468 w 359954"/>
                <a:gd name="connsiteY24" fmla="*/ 323258 h 383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359954" h="383186">
                  <a:moveTo>
                    <a:pt x="62977" y="319576"/>
                  </a:moveTo>
                  <a:lnTo>
                    <a:pt x="62088" y="319576"/>
                  </a:lnTo>
                  <a:lnTo>
                    <a:pt x="61199" y="319576"/>
                  </a:lnTo>
                  <a:lnTo>
                    <a:pt x="61199" y="319576"/>
                  </a:lnTo>
                  <a:cubicBezTo>
                    <a:pt x="61199" y="319576"/>
                    <a:pt x="61199" y="319576"/>
                    <a:pt x="61199" y="319576"/>
                  </a:cubicBezTo>
                  <a:lnTo>
                    <a:pt x="60437" y="318560"/>
                  </a:lnTo>
                  <a:cubicBezTo>
                    <a:pt x="60373" y="318306"/>
                    <a:pt x="60373" y="318053"/>
                    <a:pt x="60437" y="317799"/>
                  </a:cubicBezTo>
                  <a:cubicBezTo>
                    <a:pt x="60386" y="317469"/>
                    <a:pt x="60386" y="317113"/>
                    <a:pt x="60437" y="316783"/>
                  </a:cubicBezTo>
                  <a:cubicBezTo>
                    <a:pt x="60437" y="316783"/>
                    <a:pt x="60437" y="316148"/>
                    <a:pt x="60437" y="315767"/>
                  </a:cubicBezTo>
                  <a:cubicBezTo>
                    <a:pt x="60437" y="315386"/>
                    <a:pt x="60437" y="315767"/>
                    <a:pt x="60437" y="315005"/>
                  </a:cubicBezTo>
                  <a:lnTo>
                    <a:pt x="60437" y="315005"/>
                  </a:lnTo>
                  <a:lnTo>
                    <a:pt x="60437" y="314243"/>
                  </a:lnTo>
                  <a:lnTo>
                    <a:pt x="60437" y="313355"/>
                  </a:lnTo>
                  <a:lnTo>
                    <a:pt x="60437" y="313355"/>
                  </a:lnTo>
                  <a:lnTo>
                    <a:pt x="359955" y="46089"/>
                  </a:lnTo>
                  <a:lnTo>
                    <a:pt x="359955" y="0"/>
                  </a:lnTo>
                  <a:lnTo>
                    <a:pt x="0" y="292786"/>
                  </a:lnTo>
                  <a:lnTo>
                    <a:pt x="0" y="383186"/>
                  </a:lnTo>
                  <a:lnTo>
                    <a:pt x="60691" y="333543"/>
                  </a:lnTo>
                  <a:lnTo>
                    <a:pt x="61326" y="333543"/>
                  </a:lnTo>
                  <a:lnTo>
                    <a:pt x="62341" y="333543"/>
                  </a:lnTo>
                  <a:lnTo>
                    <a:pt x="63357" y="333543"/>
                  </a:lnTo>
                  <a:lnTo>
                    <a:pt x="64246" y="333543"/>
                  </a:lnTo>
                  <a:lnTo>
                    <a:pt x="64246" y="323258"/>
                  </a:lnTo>
                  <a:lnTo>
                    <a:pt x="62468" y="323258"/>
                  </a:lnTo>
                  <a:close/>
                </a:path>
              </a:pathLst>
            </a:custGeom>
            <a:solidFill>
              <a:schemeClr val="accent1">
                <a:lumMod val="75000"/>
              </a:schemeClr>
            </a:solidFill>
            <a:ln w="12690" cap="flat">
              <a:noFill/>
              <a:prstDash val="solid"/>
              <a:miter/>
            </a:ln>
          </p:spPr>
          <p:txBody>
            <a:bodyPr rtlCol="0" anchor="ctr"/>
            <a:lstStyle/>
            <a:p>
              <a:endParaRPr lang="en-US" sz="1350"/>
            </a:p>
          </p:txBody>
        </p:sp>
        <p:sp>
          <p:nvSpPr>
            <p:cNvPr id="104" name="Freeform: Shape 103">
              <a:extLst>
                <a:ext uri="{FF2B5EF4-FFF2-40B4-BE49-F238E27FC236}">
                  <a16:creationId xmlns:a16="http://schemas.microsoft.com/office/drawing/2014/main" id="{581FFEFC-08ED-441C-97A2-5D04FB2AE90A}"/>
                </a:ext>
              </a:extLst>
            </p:cNvPr>
            <p:cNvSpPr/>
            <p:nvPr/>
          </p:nvSpPr>
          <p:spPr>
            <a:xfrm>
              <a:off x="11314396" y="1105871"/>
              <a:ext cx="131285" cy="133188"/>
            </a:xfrm>
            <a:custGeom>
              <a:avLst/>
              <a:gdLst>
                <a:gd name="connsiteX0" fmla="*/ 0 w 131285"/>
                <a:gd name="connsiteY0" fmla="*/ 93194 h 133188"/>
                <a:gd name="connsiteX1" fmla="*/ 131286 w 131285"/>
                <a:gd name="connsiteY1" fmla="*/ 133188 h 133188"/>
                <a:gd name="connsiteX2" fmla="*/ 131286 w 131285"/>
                <a:gd name="connsiteY2" fmla="*/ 39995 h 133188"/>
                <a:gd name="connsiteX3" fmla="*/ 0 w 131285"/>
                <a:gd name="connsiteY3" fmla="*/ 0 h 133188"/>
                <a:gd name="connsiteX4" fmla="*/ 0 w 131285"/>
                <a:gd name="connsiteY4" fmla="*/ 93194 h 1331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285" h="133188">
                  <a:moveTo>
                    <a:pt x="0" y="93194"/>
                  </a:moveTo>
                  <a:lnTo>
                    <a:pt x="131286" y="133188"/>
                  </a:lnTo>
                  <a:lnTo>
                    <a:pt x="131286" y="39995"/>
                  </a:lnTo>
                  <a:lnTo>
                    <a:pt x="0" y="0"/>
                  </a:lnTo>
                  <a:lnTo>
                    <a:pt x="0" y="93194"/>
                  </a:lnTo>
                  <a:close/>
                </a:path>
              </a:pathLst>
            </a:custGeom>
            <a:solidFill>
              <a:schemeClr val="tx2">
                <a:lumMod val="10000"/>
                <a:lumOff val="90000"/>
              </a:schemeClr>
            </a:solidFill>
            <a:ln w="12690" cap="flat">
              <a:noFill/>
              <a:prstDash val="solid"/>
              <a:miter/>
            </a:ln>
          </p:spPr>
          <p:txBody>
            <a:bodyPr rtlCol="0" anchor="ctr"/>
            <a:lstStyle/>
            <a:p>
              <a:endParaRPr lang="en-US" sz="1350"/>
            </a:p>
          </p:txBody>
        </p:sp>
        <p:sp>
          <p:nvSpPr>
            <p:cNvPr id="105" name="Freeform: Shape 104">
              <a:extLst>
                <a:ext uri="{FF2B5EF4-FFF2-40B4-BE49-F238E27FC236}">
                  <a16:creationId xmlns:a16="http://schemas.microsoft.com/office/drawing/2014/main" id="{E2FD590C-CADB-44AF-8B9D-649C10D4B189}"/>
                </a:ext>
              </a:extLst>
            </p:cNvPr>
            <p:cNvSpPr/>
            <p:nvPr/>
          </p:nvSpPr>
          <p:spPr>
            <a:xfrm>
              <a:off x="11061095" y="984364"/>
              <a:ext cx="242509" cy="694890"/>
            </a:xfrm>
            <a:custGeom>
              <a:avLst/>
              <a:gdLst>
                <a:gd name="connsiteX0" fmla="*/ 242510 w 242509"/>
                <a:gd name="connsiteY0" fmla="*/ 40249 h 694890"/>
                <a:gd name="connsiteX1" fmla="*/ 242510 w 242509"/>
                <a:gd name="connsiteY1" fmla="*/ 0 h 694890"/>
                <a:gd name="connsiteX2" fmla="*/ 0 w 242509"/>
                <a:gd name="connsiteY2" fmla="*/ 197561 h 694890"/>
                <a:gd name="connsiteX3" fmla="*/ 0 w 242509"/>
                <a:gd name="connsiteY3" fmla="*/ 666450 h 694890"/>
                <a:gd name="connsiteX4" fmla="*/ 135476 w 242509"/>
                <a:gd name="connsiteY4" fmla="*/ 694891 h 694890"/>
                <a:gd name="connsiteX5" fmla="*/ 242510 w 242509"/>
                <a:gd name="connsiteY5" fmla="*/ 607791 h 694890"/>
                <a:gd name="connsiteX6" fmla="*/ 242510 w 242509"/>
                <a:gd name="connsiteY6" fmla="*/ 218256 h 694890"/>
                <a:gd name="connsiteX7" fmla="*/ 242510 w 242509"/>
                <a:gd name="connsiteY7" fmla="*/ 114651 h 694890"/>
                <a:gd name="connsiteX8" fmla="*/ 242510 w 242509"/>
                <a:gd name="connsiteY8" fmla="*/ 40249 h 6948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42509" h="694890">
                  <a:moveTo>
                    <a:pt x="242510" y="40249"/>
                  </a:moveTo>
                  <a:lnTo>
                    <a:pt x="242510" y="0"/>
                  </a:lnTo>
                  <a:lnTo>
                    <a:pt x="0" y="197561"/>
                  </a:lnTo>
                  <a:lnTo>
                    <a:pt x="0" y="666450"/>
                  </a:lnTo>
                  <a:lnTo>
                    <a:pt x="135476" y="694891"/>
                  </a:lnTo>
                  <a:lnTo>
                    <a:pt x="242510" y="607791"/>
                  </a:lnTo>
                  <a:lnTo>
                    <a:pt x="242510" y="218256"/>
                  </a:lnTo>
                  <a:lnTo>
                    <a:pt x="242510" y="114651"/>
                  </a:lnTo>
                  <a:lnTo>
                    <a:pt x="242510" y="40249"/>
                  </a:lnTo>
                  <a:close/>
                </a:path>
              </a:pathLst>
            </a:custGeom>
            <a:solidFill>
              <a:schemeClr val="accent3"/>
            </a:solidFill>
            <a:ln w="12690" cap="flat">
              <a:noFill/>
              <a:prstDash val="solid"/>
              <a:miter/>
            </a:ln>
          </p:spPr>
          <p:txBody>
            <a:bodyPr rtlCol="0" anchor="ctr"/>
            <a:lstStyle/>
            <a:p>
              <a:endParaRPr lang="en-US" sz="1350"/>
            </a:p>
          </p:txBody>
        </p:sp>
        <p:sp>
          <p:nvSpPr>
            <p:cNvPr id="106" name="Freeform: Shape 105">
              <a:extLst>
                <a:ext uri="{FF2B5EF4-FFF2-40B4-BE49-F238E27FC236}">
                  <a16:creationId xmlns:a16="http://schemas.microsoft.com/office/drawing/2014/main" id="{72D10EC6-9A04-40FB-8C36-B169719F57C1}"/>
                </a:ext>
              </a:extLst>
            </p:cNvPr>
            <p:cNvSpPr/>
            <p:nvPr/>
          </p:nvSpPr>
          <p:spPr>
            <a:xfrm>
              <a:off x="11526179" y="1190431"/>
              <a:ext cx="665441" cy="395883"/>
            </a:xfrm>
            <a:custGeom>
              <a:avLst/>
              <a:gdLst>
                <a:gd name="connsiteX0" fmla="*/ 665441 w 665441"/>
                <a:gd name="connsiteY0" fmla="*/ 395883 h 395883"/>
                <a:gd name="connsiteX1" fmla="*/ 665441 w 665441"/>
                <a:gd name="connsiteY1" fmla="*/ 202131 h 395883"/>
                <a:gd name="connsiteX2" fmla="*/ 0 w 665441"/>
                <a:gd name="connsiteY2" fmla="*/ 0 h 395883"/>
                <a:gd name="connsiteX3" fmla="*/ 0 w 665441"/>
                <a:gd name="connsiteY3" fmla="*/ 181690 h 395883"/>
                <a:gd name="connsiteX4" fmla="*/ 665441 w 665441"/>
                <a:gd name="connsiteY4" fmla="*/ 395883 h 3958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65441" h="395883">
                  <a:moveTo>
                    <a:pt x="665441" y="395883"/>
                  </a:moveTo>
                  <a:lnTo>
                    <a:pt x="665441" y="202131"/>
                  </a:lnTo>
                  <a:lnTo>
                    <a:pt x="0" y="0"/>
                  </a:lnTo>
                  <a:lnTo>
                    <a:pt x="0" y="181690"/>
                  </a:lnTo>
                  <a:lnTo>
                    <a:pt x="665441" y="395883"/>
                  </a:lnTo>
                  <a:close/>
                </a:path>
              </a:pathLst>
            </a:custGeom>
            <a:solidFill>
              <a:schemeClr val="accent4"/>
            </a:solidFill>
            <a:ln w="12690" cap="flat">
              <a:noFill/>
              <a:prstDash val="solid"/>
              <a:miter/>
            </a:ln>
          </p:spPr>
          <p:txBody>
            <a:bodyPr rtlCol="0" anchor="ctr"/>
            <a:lstStyle/>
            <a:p>
              <a:endParaRPr lang="en-US" sz="1350"/>
            </a:p>
          </p:txBody>
        </p:sp>
        <p:sp>
          <p:nvSpPr>
            <p:cNvPr id="107" name="Freeform: Shape 106">
              <a:extLst>
                <a:ext uri="{FF2B5EF4-FFF2-40B4-BE49-F238E27FC236}">
                  <a16:creationId xmlns:a16="http://schemas.microsoft.com/office/drawing/2014/main" id="{75B6FCDB-4041-434C-B4CF-3FEC71AAAF06}"/>
                </a:ext>
              </a:extLst>
            </p:cNvPr>
            <p:cNvSpPr/>
            <p:nvPr/>
          </p:nvSpPr>
          <p:spPr>
            <a:xfrm>
              <a:off x="11530751" y="653742"/>
              <a:ext cx="660869" cy="725489"/>
            </a:xfrm>
            <a:custGeom>
              <a:avLst/>
              <a:gdLst>
                <a:gd name="connsiteX0" fmla="*/ 294820 w 660869"/>
                <a:gd name="connsiteY0" fmla="*/ 249490 h 725489"/>
                <a:gd name="connsiteX1" fmla="*/ 294820 w 660869"/>
                <a:gd name="connsiteY1" fmla="*/ 249490 h 725489"/>
                <a:gd name="connsiteX2" fmla="*/ 0 w 660869"/>
                <a:gd name="connsiteY2" fmla="*/ 512693 h 725489"/>
                <a:gd name="connsiteX3" fmla="*/ 660870 w 660869"/>
                <a:gd name="connsiteY3" fmla="*/ 725490 h 725489"/>
                <a:gd name="connsiteX4" fmla="*/ 660870 w 660869"/>
                <a:gd name="connsiteY4" fmla="*/ 26282 h 725489"/>
                <a:gd name="connsiteX5" fmla="*/ 573896 w 660869"/>
                <a:gd name="connsiteY5" fmla="*/ 0 h 725489"/>
                <a:gd name="connsiteX6" fmla="*/ 294820 w 660869"/>
                <a:gd name="connsiteY6" fmla="*/ 249490 h 725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60869" h="725489">
                  <a:moveTo>
                    <a:pt x="294820" y="249490"/>
                  </a:moveTo>
                  <a:lnTo>
                    <a:pt x="294820" y="249490"/>
                  </a:lnTo>
                  <a:lnTo>
                    <a:pt x="0" y="512693"/>
                  </a:lnTo>
                  <a:lnTo>
                    <a:pt x="660870" y="725490"/>
                  </a:lnTo>
                  <a:lnTo>
                    <a:pt x="660870" y="26282"/>
                  </a:lnTo>
                  <a:lnTo>
                    <a:pt x="573896" y="0"/>
                  </a:lnTo>
                  <a:lnTo>
                    <a:pt x="294820" y="249490"/>
                  </a:lnTo>
                  <a:close/>
                </a:path>
              </a:pathLst>
            </a:custGeom>
            <a:solidFill>
              <a:schemeClr val="accent5">
                <a:lumMod val="75000"/>
              </a:schemeClr>
            </a:solidFill>
            <a:ln w="12690" cap="flat">
              <a:noFill/>
              <a:prstDash val="solid"/>
              <a:miter/>
            </a:ln>
          </p:spPr>
          <p:txBody>
            <a:bodyPr rtlCol="0" anchor="ctr"/>
            <a:lstStyle/>
            <a:p>
              <a:endParaRPr lang="en-US" sz="1350"/>
            </a:p>
          </p:txBody>
        </p:sp>
        <p:sp>
          <p:nvSpPr>
            <p:cNvPr id="108" name="Freeform: Shape 107">
              <a:extLst>
                <a:ext uri="{FF2B5EF4-FFF2-40B4-BE49-F238E27FC236}">
                  <a16:creationId xmlns:a16="http://schemas.microsoft.com/office/drawing/2014/main" id="{BBB9A4F2-7D89-47C9-ABC7-6B6A4A3411B4}"/>
                </a:ext>
              </a:extLst>
            </p:cNvPr>
            <p:cNvSpPr/>
            <p:nvPr/>
          </p:nvSpPr>
          <p:spPr>
            <a:xfrm>
              <a:off x="11997740" y="1906144"/>
              <a:ext cx="178898" cy="423308"/>
            </a:xfrm>
            <a:custGeom>
              <a:avLst/>
              <a:gdLst>
                <a:gd name="connsiteX0" fmla="*/ 0 w 178898"/>
                <a:gd name="connsiteY0" fmla="*/ 423308 h 423308"/>
                <a:gd name="connsiteX1" fmla="*/ 178899 w 178898"/>
                <a:gd name="connsiteY1" fmla="*/ 189943 h 423308"/>
                <a:gd name="connsiteX2" fmla="*/ 178899 w 178898"/>
                <a:gd name="connsiteY2" fmla="*/ 0 h 423308"/>
                <a:gd name="connsiteX3" fmla="*/ 0 w 178898"/>
                <a:gd name="connsiteY3" fmla="*/ 233366 h 423308"/>
                <a:gd name="connsiteX4" fmla="*/ 0 w 178898"/>
                <a:gd name="connsiteY4" fmla="*/ 423308 h 4233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8898" h="423308">
                  <a:moveTo>
                    <a:pt x="0" y="423308"/>
                  </a:moveTo>
                  <a:lnTo>
                    <a:pt x="178899" y="189943"/>
                  </a:lnTo>
                  <a:lnTo>
                    <a:pt x="178899" y="0"/>
                  </a:lnTo>
                  <a:lnTo>
                    <a:pt x="0" y="233366"/>
                  </a:lnTo>
                  <a:lnTo>
                    <a:pt x="0" y="423308"/>
                  </a:lnTo>
                  <a:close/>
                </a:path>
              </a:pathLst>
            </a:custGeom>
            <a:solidFill>
              <a:schemeClr val="accent1"/>
            </a:solidFill>
            <a:ln w="12690" cap="flat">
              <a:noFill/>
              <a:prstDash val="solid"/>
              <a:miter/>
            </a:ln>
          </p:spPr>
          <p:txBody>
            <a:bodyPr rtlCol="0" anchor="ctr"/>
            <a:lstStyle/>
            <a:p>
              <a:endParaRPr lang="en-US" sz="1350"/>
            </a:p>
          </p:txBody>
        </p:sp>
        <p:sp>
          <p:nvSpPr>
            <p:cNvPr id="109" name="Freeform: Shape 108">
              <a:extLst>
                <a:ext uri="{FF2B5EF4-FFF2-40B4-BE49-F238E27FC236}">
                  <a16:creationId xmlns:a16="http://schemas.microsoft.com/office/drawing/2014/main" id="{1DC62CE4-3C17-49E5-BF01-327900A5B94E}"/>
                </a:ext>
              </a:extLst>
            </p:cNvPr>
            <p:cNvSpPr/>
            <p:nvPr/>
          </p:nvSpPr>
          <p:spPr>
            <a:xfrm>
              <a:off x="11618740" y="2153603"/>
              <a:ext cx="368080" cy="670767"/>
            </a:xfrm>
            <a:custGeom>
              <a:avLst/>
              <a:gdLst>
                <a:gd name="connsiteX0" fmla="*/ 0 w 368080"/>
                <a:gd name="connsiteY0" fmla="*/ 480825 h 670767"/>
                <a:gd name="connsiteX1" fmla="*/ 0 w 368080"/>
                <a:gd name="connsiteY1" fmla="*/ 670767 h 670767"/>
                <a:gd name="connsiteX2" fmla="*/ 368081 w 368080"/>
                <a:gd name="connsiteY2" fmla="*/ 189943 h 670767"/>
                <a:gd name="connsiteX3" fmla="*/ 368081 w 368080"/>
                <a:gd name="connsiteY3" fmla="*/ 0 h 670767"/>
                <a:gd name="connsiteX4" fmla="*/ 0 w 368080"/>
                <a:gd name="connsiteY4" fmla="*/ 480825 h 67076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8080" h="670767">
                  <a:moveTo>
                    <a:pt x="0" y="480825"/>
                  </a:moveTo>
                  <a:lnTo>
                    <a:pt x="0" y="670767"/>
                  </a:lnTo>
                  <a:lnTo>
                    <a:pt x="368081" y="189943"/>
                  </a:lnTo>
                  <a:lnTo>
                    <a:pt x="368081" y="0"/>
                  </a:lnTo>
                  <a:lnTo>
                    <a:pt x="0" y="480825"/>
                  </a:lnTo>
                  <a:close/>
                </a:path>
              </a:pathLst>
            </a:custGeom>
            <a:solidFill>
              <a:schemeClr val="accent1">
                <a:lumMod val="75000"/>
              </a:schemeClr>
            </a:solidFill>
            <a:ln w="12690" cap="flat">
              <a:noFill/>
              <a:prstDash val="solid"/>
              <a:miter/>
            </a:ln>
          </p:spPr>
          <p:txBody>
            <a:bodyPr rtlCol="0" anchor="ctr"/>
            <a:lstStyle/>
            <a:p>
              <a:endParaRPr lang="en-US" sz="1350"/>
            </a:p>
          </p:txBody>
        </p:sp>
        <p:sp>
          <p:nvSpPr>
            <p:cNvPr id="110" name="Freeform: Shape 109">
              <a:extLst>
                <a:ext uri="{FF2B5EF4-FFF2-40B4-BE49-F238E27FC236}">
                  <a16:creationId xmlns:a16="http://schemas.microsoft.com/office/drawing/2014/main" id="{E480EC70-7403-49A0-A35B-1452169E40ED}"/>
                </a:ext>
              </a:extLst>
            </p:cNvPr>
            <p:cNvSpPr/>
            <p:nvPr/>
          </p:nvSpPr>
          <p:spPr>
            <a:xfrm>
              <a:off x="11114168" y="2732192"/>
              <a:ext cx="168740" cy="227525"/>
            </a:xfrm>
            <a:custGeom>
              <a:avLst/>
              <a:gdLst>
                <a:gd name="connsiteX0" fmla="*/ 0 w 168740"/>
                <a:gd name="connsiteY0" fmla="*/ 137125 h 227525"/>
                <a:gd name="connsiteX1" fmla="*/ 0 w 168740"/>
                <a:gd name="connsiteY1" fmla="*/ 227525 h 227525"/>
                <a:gd name="connsiteX2" fmla="*/ 165059 w 168740"/>
                <a:gd name="connsiteY2" fmla="*/ 93194 h 227525"/>
                <a:gd name="connsiteX3" fmla="*/ 165059 w 168740"/>
                <a:gd name="connsiteY3" fmla="*/ 12697 h 227525"/>
                <a:gd name="connsiteX4" fmla="*/ 165059 w 168740"/>
                <a:gd name="connsiteY4" fmla="*/ 11935 h 227525"/>
                <a:gd name="connsiteX5" fmla="*/ 165059 w 168740"/>
                <a:gd name="connsiteY5" fmla="*/ 10919 h 227525"/>
                <a:gd name="connsiteX6" fmla="*/ 165059 w 168740"/>
                <a:gd name="connsiteY6" fmla="*/ 10158 h 227525"/>
                <a:gd name="connsiteX7" fmla="*/ 165059 w 168740"/>
                <a:gd name="connsiteY7" fmla="*/ 9269 h 227525"/>
                <a:gd name="connsiteX8" fmla="*/ 165821 w 168740"/>
                <a:gd name="connsiteY8" fmla="*/ 9269 h 227525"/>
                <a:gd name="connsiteX9" fmla="*/ 166709 w 168740"/>
                <a:gd name="connsiteY9" fmla="*/ 9269 h 227525"/>
                <a:gd name="connsiteX10" fmla="*/ 167597 w 168740"/>
                <a:gd name="connsiteY10" fmla="*/ 9269 h 227525"/>
                <a:gd name="connsiteX11" fmla="*/ 168741 w 168740"/>
                <a:gd name="connsiteY11" fmla="*/ 9269 h 227525"/>
                <a:gd name="connsiteX12" fmla="*/ 168741 w 168740"/>
                <a:gd name="connsiteY12" fmla="*/ 9269 h 227525"/>
                <a:gd name="connsiteX13" fmla="*/ 168741 w 168740"/>
                <a:gd name="connsiteY13" fmla="*/ 0 h 227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68740" h="227525">
                  <a:moveTo>
                    <a:pt x="0" y="137125"/>
                  </a:moveTo>
                  <a:lnTo>
                    <a:pt x="0" y="227525"/>
                  </a:lnTo>
                  <a:lnTo>
                    <a:pt x="165059" y="93194"/>
                  </a:lnTo>
                  <a:lnTo>
                    <a:pt x="165059" y="12697"/>
                  </a:lnTo>
                  <a:cubicBezTo>
                    <a:pt x="165008" y="12443"/>
                    <a:pt x="165008" y="12189"/>
                    <a:pt x="165059" y="11935"/>
                  </a:cubicBezTo>
                  <a:lnTo>
                    <a:pt x="165059" y="10919"/>
                  </a:lnTo>
                  <a:lnTo>
                    <a:pt x="165059" y="10158"/>
                  </a:lnTo>
                  <a:lnTo>
                    <a:pt x="165059" y="9269"/>
                  </a:lnTo>
                  <a:lnTo>
                    <a:pt x="165821" y="9269"/>
                  </a:lnTo>
                  <a:lnTo>
                    <a:pt x="166709" y="9269"/>
                  </a:lnTo>
                  <a:lnTo>
                    <a:pt x="167597" y="9269"/>
                  </a:lnTo>
                  <a:lnTo>
                    <a:pt x="168741" y="9269"/>
                  </a:lnTo>
                  <a:lnTo>
                    <a:pt x="168741" y="9269"/>
                  </a:lnTo>
                  <a:lnTo>
                    <a:pt x="168741" y="0"/>
                  </a:lnTo>
                  <a:close/>
                </a:path>
              </a:pathLst>
            </a:custGeom>
            <a:solidFill>
              <a:schemeClr val="accent5">
                <a:lumMod val="75000"/>
              </a:schemeClr>
            </a:solidFill>
            <a:ln w="12690" cap="flat">
              <a:noFill/>
              <a:prstDash val="solid"/>
              <a:miter/>
            </a:ln>
          </p:spPr>
          <p:txBody>
            <a:bodyPr rtlCol="0" anchor="ctr"/>
            <a:lstStyle/>
            <a:p>
              <a:endParaRPr lang="en-US" sz="1350"/>
            </a:p>
          </p:txBody>
        </p:sp>
        <p:sp>
          <p:nvSpPr>
            <p:cNvPr id="111" name="Freeform: Shape 110">
              <a:extLst>
                <a:ext uri="{FF2B5EF4-FFF2-40B4-BE49-F238E27FC236}">
                  <a16:creationId xmlns:a16="http://schemas.microsoft.com/office/drawing/2014/main" id="{FB7E7588-F35A-41AF-B055-BCAE58CF1A61}"/>
                </a:ext>
              </a:extLst>
            </p:cNvPr>
            <p:cNvSpPr/>
            <p:nvPr/>
          </p:nvSpPr>
          <p:spPr>
            <a:xfrm>
              <a:off x="9840295" y="2510254"/>
              <a:ext cx="1263079" cy="453780"/>
            </a:xfrm>
            <a:custGeom>
              <a:avLst/>
              <a:gdLst>
                <a:gd name="connsiteX0" fmla="*/ 0 w 1263079"/>
                <a:gd name="connsiteY0" fmla="*/ 93320 h 453780"/>
                <a:gd name="connsiteX1" fmla="*/ 1263080 w 1263079"/>
                <a:gd name="connsiteY1" fmla="*/ 453780 h 453780"/>
                <a:gd name="connsiteX2" fmla="*/ 1263080 w 1263079"/>
                <a:gd name="connsiteY2" fmla="*/ 360459 h 453780"/>
                <a:gd name="connsiteX3" fmla="*/ 0 w 1263079"/>
                <a:gd name="connsiteY3" fmla="*/ 0 h 453780"/>
                <a:gd name="connsiteX4" fmla="*/ 0 w 1263079"/>
                <a:gd name="connsiteY4" fmla="*/ 93320 h 4537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3079" h="453780">
                  <a:moveTo>
                    <a:pt x="0" y="93320"/>
                  </a:moveTo>
                  <a:lnTo>
                    <a:pt x="1263080" y="453780"/>
                  </a:lnTo>
                  <a:lnTo>
                    <a:pt x="1263080" y="360459"/>
                  </a:lnTo>
                  <a:lnTo>
                    <a:pt x="0" y="0"/>
                  </a:lnTo>
                  <a:lnTo>
                    <a:pt x="0" y="93320"/>
                  </a:lnTo>
                  <a:close/>
                </a:path>
              </a:pathLst>
            </a:custGeom>
            <a:solidFill>
              <a:schemeClr val="accent3"/>
            </a:solidFill>
            <a:ln w="12690" cap="flat">
              <a:noFill/>
              <a:prstDash val="solid"/>
              <a:miter/>
            </a:ln>
          </p:spPr>
          <p:txBody>
            <a:bodyPr rtlCol="0" anchor="ctr"/>
            <a:lstStyle/>
            <a:p>
              <a:endParaRPr lang="en-US" sz="1350"/>
            </a:p>
          </p:txBody>
        </p:sp>
        <p:sp>
          <p:nvSpPr>
            <p:cNvPr id="112" name="Freeform: Shape 111">
              <a:extLst>
                <a:ext uri="{FF2B5EF4-FFF2-40B4-BE49-F238E27FC236}">
                  <a16:creationId xmlns:a16="http://schemas.microsoft.com/office/drawing/2014/main" id="{FD2DEDF1-49BF-4697-A190-1CD5CEAA9E1A}"/>
                </a:ext>
              </a:extLst>
            </p:cNvPr>
            <p:cNvSpPr/>
            <p:nvPr/>
          </p:nvSpPr>
          <p:spPr>
            <a:xfrm>
              <a:off x="9845628" y="2372748"/>
              <a:ext cx="1428138" cy="489076"/>
            </a:xfrm>
            <a:custGeom>
              <a:avLst/>
              <a:gdLst>
                <a:gd name="connsiteX0" fmla="*/ 1428139 w 1428138"/>
                <a:gd name="connsiteY0" fmla="*/ 353222 h 489076"/>
                <a:gd name="connsiteX1" fmla="*/ 1254446 w 1428138"/>
                <a:gd name="connsiteY1" fmla="*/ 300785 h 489076"/>
                <a:gd name="connsiteX2" fmla="*/ 972069 w 1428138"/>
                <a:gd name="connsiteY2" fmla="*/ 223335 h 489076"/>
                <a:gd name="connsiteX3" fmla="*/ 157060 w 1428138"/>
                <a:gd name="connsiteY3" fmla="*/ 0 h 489076"/>
                <a:gd name="connsiteX4" fmla="*/ 157060 w 1428138"/>
                <a:gd name="connsiteY4" fmla="*/ 0 h 489076"/>
                <a:gd name="connsiteX5" fmla="*/ 155663 w 1428138"/>
                <a:gd name="connsiteY5" fmla="*/ 2032 h 489076"/>
                <a:gd name="connsiteX6" fmla="*/ 0 w 1428138"/>
                <a:gd name="connsiteY6" fmla="*/ 128999 h 489076"/>
                <a:gd name="connsiteX7" fmla="*/ 1261938 w 1428138"/>
                <a:gd name="connsiteY7" fmla="*/ 489077 h 4890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28138" h="489076">
                  <a:moveTo>
                    <a:pt x="1428139" y="353222"/>
                  </a:moveTo>
                  <a:lnTo>
                    <a:pt x="1254446" y="300785"/>
                  </a:lnTo>
                  <a:lnTo>
                    <a:pt x="972069" y="223335"/>
                  </a:lnTo>
                  <a:lnTo>
                    <a:pt x="157060" y="0"/>
                  </a:lnTo>
                  <a:lnTo>
                    <a:pt x="157060" y="0"/>
                  </a:lnTo>
                  <a:cubicBezTo>
                    <a:pt x="156717" y="749"/>
                    <a:pt x="156248" y="1435"/>
                    <a:pt x="155663" y="2032"/>
                  </a:cubicBezTo>
                  <a:lnTo>
                    <a:pt x="0" y="128999"/>
                  </a:lnTo>
                  <a:lnTo>
                    <a:pt x="1261938" y="489077"/>
                  </a:lnTo>
                  <a:close/>
                </a:path>
              </a:pathLst>
            </a:custGeom>
            <a:solidFill>
              <a:schemeClr val="accent6">
                <a:lumMod val="60000"/>
                <a:lumOff val="40000"/>
              </a:schemeClr>
            </a:solidFill>
            <a:ln w="12690" cap="flat">
              <a:noFill/>
              <a:prstDash val="solid"/>
              <a:miter/>
            </a:ln>
          </p:spPr>
          <p:txBody>
            <a:bodyPr rtlCol="0" anchor="ctr"/>
            <a:lstStyle/>
            <a:p>
              <a:endParaRPr lang="en-US" sz="1350"/>
            </a:p>
          </p:txBody>
        </p:sp>
        <p:sp>
          <p:nvSpPr>
            <p:cNvPr id="120" name="Freeform: Shape 119">
              <a:extLst>
                <a:ext uri="{FF2B5EF4-FFF2-40B4-BE49-F238E27FC236}">
                  <a16:creationId xmlns:a16="http://schemas.microsoft.com/office/drawing/2014/main" id="{D45A4D78-8724-4633-B31D-D220615F534B}"/>
                </a:ext>
              </a:extLst>
            </p:cNvPr>
            <p:cNvSpPr/>
            <p:nvPr/>
          </p:nvSpPr>
          <p:spPr>
            <a:xfrm>
              <a:off x="6538994" y="1476234"/>
              <a:ext cx="45073" cy="157311"/>
            </a:xfrm>
            <a:custGeom>
              <a:avLst/>
              <a:gdLst>
                <a:gd name="connsiteX0" fmla="*/ 0 w 45073"/>
                <a:gd name="connsiteY0" fmla="*/ 157312 h 157311"/>
                <a:gd name="connsiteX1" fmla="*/ 45074 w 45073"/>
                <a:gd name="connsiteY1" fmla="*/ 83163 h 157311"/>
                <a:gd name="connsiteX2" fmla="*/ 45074 w 45073"/>
                <a:gd name="connsiteY2" fmla="*/ 0 h 157311"/>
                <a:gd name="connsiteX3" fmla="*/ 0 w 45073"/>
                <a:gd name="connsiteY3" fmla="*/ 74530 h 157311"/>
                <a:gd name="connsiteX4" fmla="*/ 0 w 45073"/>
                <a:gd name="connsiteY4" fmla="*/ 157312 h 1573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073" h="157311">
                  <a:moveTo>
                    <a:pt x="0" y="157312"/>
                  </a:moveTo>
                  <a:lnTo>
                    <a:pt x="45074" y="83163"/>
                  </a:lnTo>
                  <a:lnTo>
                    <a:pt x="45074" y="0"/>
                  </a:lnTo>
                  <a:lnTo>
                    <a:pt x="0" y="74530"/>
                  </a:lnTo>
                  <a:lnTo>
                    <a:pt x="0" y="157312"/>
                  </a:lnTo>
                  <a:close/>
                </a:path>
              </a:pathLst>
            </a:custGeom>
            <a:solidFill>
              <a:srgbClr val="0A4054"/>
            </a:solidFill>
            <a:ln w="12690" cap="flat">
              <a:noFill/>
              <a:prstDash val="solid"/>
              <a:miter/>
            </a:ln>
          </p:spPr>
          <p:txBody>
            <a:bodyPr rtlCol="0" anchor="ctr"/>
            <a:lstStyle/>
            <a:p>
              <a:endParaRPr lang="en-US" sz="1350"/>
            </a:p>
          </p:txBody>
        </p:sp>
        <p:sp>
          <p:nvSpPr>
            <p:cNvPr id="121" name="Freeform: Shape 120">
              <a:extLst>
                <a:ext uri="{FF2B5EF4-FFF2-40B4-BE49-F238E27FC236}">
                  <a16:creationId xmlns:a16="http://schemas.microsoft.com/office/drawing/2014/main" id="{2281381E-C89E-4016-A372-92B5B3D563E7}"/>
                </a:ext>
              </a:extLst>
            </p:cNvPr>
            <p:cNvSpPr/>
            <p:nvPr/>
          </p:nvSpPr>
          <p:spPr>
            <a:xfrm>
              <a:off x="5730587" y="1419734"/>
              <a:ext cx="797614" cy="227017"/>
            </a:xfrm>
            <a:custGeom>
              <a:avLst/>
              <a:gdLst>
                <a:gd name="connsiteX0" fmla="*/ 0 w 797614"/>
                <a:gd name="connsiteY0" fmla="*/ 93575 h 227017"/>
                <a:gd name="connsiteX1" fmla="*/ 797615 w 797614"/>
                <a:gd name="connsiteY1" fmla="*/ 227017 h 227017"/>
                <a:gd name="connsiteX2" fmla="*/ 797615 w 797614"/>
                <a:gd name="connsiteY2" fmla="*/ 133823 h 227017"/>
                <a:gd name="connsiteX3" fmla="*/ 0 w 797614"/>
                <a:gd name="connsiteY3" fmla="*/ 0 h 227017"/>
                <a:gd name="connsiteX4" fmla="*/ 0 w 797614"/>
                <a:gd name="connsiteY4" fmla="*/ 93575 h 2270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7614" h="227017">
                  <a:moveTo>
                    <a:pt x="0" y="93575"/>
                  </a:moveTo>
                  <a:lnTo>
                    <a:pt x="797615" y="227017"/>
                  </a:lnTo>
                  <a:lnTo>
                    <a:pt x="797615" y="133823"/>
                  </a:lnTo>
                  <a:lnTo>
                    <a:pt x="0" y="0"/>
                  </a:lnTo>
                  <a:lnTo>
                    <a:pt x="0" y="93575"/>
                  </a:lnTo>
                  <a:close/>
                </a:path>
              </a:pathLst>
            </a:custGeom>
            <a:solidFill>
              <a:schemeClr val="tx2"/>
            </a:solidFill>
            <a:ln w="12690" cap="flat">
              <a:noFill/>
              <a:prstDash val="solid"/>
              <a:miter/>
            </a:ln>
          </p:spPr>
          <p:txBody>
            <a:bodyPr rtlCol="0" anchor="ctr"/>
            <a:lstStyle/>
            <a:p>
              <a:endParaRPr lang="en-US" sz="1350"/>
            </a:p>
          </p:txBody>
        </p:sp>
        <p:sp>
          <p:nvSpPr>
            <p:cNvPr id="122" name="Freeform: Shape 121">
              <a:extLst>
                <a:ext uri="{FF2B5EF4-FFF2-40B4-BE49-F238E27FC236}">
                  <a16:creationId xmlns:a16="http://schemas.microsoft.com/office/drawing/2014/main" id="{70387604-3597-4829-8336-217DCACEECD2}"/>
                </a:ext>
              </a:extLst>
            </p:cNvPr>
            <p:cNvSpPr/>
            <p:nvPr/>
          </p:nvSpPr>
          <p:spPr>
            <a:xfrm>
              <a:off x="5734015" y="1311177"/>
              <a:ext cx="847259" cy="232857"/>
            </a:xfrm>
            <a:custGeom>
              <a:avLst/>
              <a:gdLst>
                <a:gd name="connsiteX0" fmla="*/ 68944 w 847259"/>
                <a:gd name="connsiteY0" fmla="*/ 0 h 232857"/>
                <a:gd name="connsiteX1" fmla="*/ 0 w 847259"/>
                <a:gd name="connsiteY1" fmla="*/ 99161 h 232857"/>
                <a:gd name="connsiteX2" fmla="*/ 796725 w 847259"/>
                <a:gd name="connsiteY2" fmla="*/ 232858 h 232857"/>
                <a:gd name="connsiteX3" fmla="*/ 847259 w 847259"/>
                <a:gd name="connsiteY3" fmla="*/ 149440 h 232857"/>
                <a:gd name="connsiteX4" fmla="*/ 68944 w 847259"/>
                <a:gd name="connsiteY4" fmla="*/ 0 h 2328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47259" h="232857">
                  <a:moveTo>
                    <a:pt x="68944" y="0"/>
                  </a:moveTo>
                  <a:lnTo>
                    <a:pt x="0" y="99161"/>
                  </a:lnTo>
                  <a:lnTo>
                    <a:pt x="796725" y="232858"/>
                  </a:lnTo>
                  <a:lnTo>
                    <a:pt x="847259" y="149440"/>
                  </a:lnTo>
                  <a:lnTo>
                    <a:pt x="68944" y="0"/>
                  </a:lnTo>
                  <a:close/>
                </a:path>
              </a:pathLst>
            </a:custGeom>
            <a:solidFill>
              <a:schemeClr val="accent5">
                <a:lumMod val="75000"/>
              </a:schemeClr>
            </a:solidFill>
            <a:ln w="12690" cap="flat">
              <a:noFill/>
              <a:prstDash val="solid"/>
              <a:miter/>
            </a:ln>
          </p:spPr>
          <p:txBody>
            <a:bodyPr rtlCol="0" anchor="ctr"/>
            <a:lstStyle/>
            <a:p>
              <a:endParaRPr lang="en-US" sz="1350"/>
            </a:p>
          </p:txBody>
        </p:sp>
        <p:sp>
          <p:nvSpPr>
            <p:cNvPr id="123" name="Freeform: Shape 122">
              <a:extLst>
                <a:ext uri="{FF2B5EF4-FFF2-40B4-BE49-F238E27FC236}">
                  <a16:creationId xmlns:a16="http://schemas.microsoft.com/office/drawing/2014/main" id="{6E09BF83-6658-45ED-93A4-A465AB69519D}"/>
                </a:ext>
              </a:extLst>
            </p:cNvPr>
            <p:cNvSpPr/>
            <p:nvPr/>
          </p:nvSpPr>
          <p:spPr>
            <a:xfrm>
              <a:off x="4085459" y="893328"/>
              <a:ext cx="165185" cy="224604"/>
            </a:xfrm>
            <a:custGeom>
              <a:avLst/>
              <a:gdLst>
                <a:gd name="connsiteX0" fmla="*/ 0 w 165185"/>
                <a:gd name="connsiteY0" fmla="*/ 224605 h 224604"/>
                <a:gd name="connsiteX1" fmla="*/ 165185 w 165185"/>
                <a:gd name="connsiteY1" fmla="*/ 90401 h 224604"/>
                <a:gd name="connsiteX2" fmla="*/ 165185 w 165185"/>
                <a:gd name="connsiteY2" fmla="*/ 0 h 224604"/>
                <a:gd name="connsiteX3" fmla="*/ 0 w 165185"/>
                <a:gd name="connsiteY3" fmla="*/ 134204 h 224604"/>
                <a:gd name="connsiteX4" fmla="*/ 0 w 165185"/>
                <a:gd name="connsiteY4" fmla="*/ 224605 h 224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5185" h="224604">
                  <a:moveTo>
                    <a:pt x="0" y="224605"/>
                  </a:moveTo>
                  <a:lnTo>
                    <a:pt x="165185" y="90401"/>
                  </a:lnTo>
                  <a:lnTo>
                    <a:pt x="165185" y="0"/>
                  </a:lnTo>
                  <a:lnTo>
                    <a:pt x="0" y="134204"/>
                  </a:lnTo>
                  <a:lnTo>
                    <a:pt x="0" y="224605"/>
                  </a:lnTo>
                  <a:close/>
                </a:path>
              </a:pathLst>
            </a:custGeom>
            <a:solidFill>
              <a:srgbClr val="0A4054"/>
            </a:solidFill>
            <a:ln w="12690" cap="flat">
              <a:noFill/>
              <a:prstDash val="solid"/>
              <a:miter/>
            </a:ln>
          </p:spPr>
          <p:txBody>
            <a:bodyPr rtlCol="0" anchor="ctr"/>
            <a:lstStyle/>
            <a:p>
              <a:endParaRPr lang="en-US" sz="1350"/>
            </a:p>
          </p:txBody>
        </p:sp>
        <p:sp>
          <p:nvSpPr>
            <p:cNvPr id="124" name="Freeform: Shape 123">
              <a:extLst>
                <a:ext uri="{FF2B5EF4-FFF2-40B4-BE49-F238E27FC236}">
                  <a16:creationId xmlns:a16="http://schemas.microsoft.com/office/drawing/2014/main" id="{EC3D3BFB-5CE0-4C28-BCB4-E8753DDDED1C}"/>
                </a:ext>
              </a:extLst>
            </p:cNvPr>
            <p:cNvSpPr/>
            <p:nvPr/>
          </p:nvSpPr>
          <p:spPr>
            <a:xfrm>
              <a:off x="5716" y="7225"/>
              <a:ext cx="4068951" cy="1115278"/>
            </a:xfrm>
            <a:custGeom>
              <a:avLst/>
              <a:gdLst>
                <a:gd name="connsiteX0" fmla="*/ 0 w 4068951"/>
                <a:gd name="connsiteY0" fmla="*/ 93321 h 1115278"/>
                <a:gd name="connsiteX1" fmla="*/ 4068952 w 4068951"/>
                <a:gd name="connsiteY1" fmla="*/ 1115279 h 1115278"/>
                <a:gd name="connsiteX2" fmla="*/ 4068952 w 4068951"/>
                <a:gd name="connsiteY2" fmla="*/ 1021958 h 1115278"/>
                <a:gd name="connsiteX3" fmla="*/ 0 w 4068951"/>
                <a:gd name="connsiteY3" fmla="*/ 0 h 1115278"/>
                <a:gd name="connsiteX4" fmla="*/ 0 w 4068951"/>
                <a:gd name="connsiteY4" fmla="*/ 93321 h 11152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68951" h="1115278">
                  <a:moveTo>
                    <a:pt x="0" y="93321"/>
                  </a:moveTo>
                  <a:lnTo>
                    <a:pt x="4068952" y="1115279"/>
                  </a:lnTo>
                  <a:lnTo>
                    <a:pt x="4068952" y="1021958"/>
                  </a:lnTo>
                  <a:lnTo>
                    <a:pt x="0" y="0"/>
                  </a:lnTo>
                  <a:lnTo>
                    <a:pt x="0" y="93321"/>
                  </a:lnTo>
                  <a:close/>
                </a:path>
              </a:pathLst>
            </a:custGeom>
            <a:solidFill>
              <a:schemeClr val="accent5"/>
            </a:solidFill>
            <a:ln w="12690" cap="flat">
              <a:noFill/>
              <a:prstDash val="solid"/>
              <a:miter/>
            </a:ln>
          </p:spPr>
          <p:txBody>
            <a:bodyPr rtlCol="0" anchor="ctr"/>
            <a:lstStyle/>
            <a:p>
              <a:endParaRPr lang="en-US" sz="1350"/>
            </a:p>
          </p:txBody>
        </p:sp>
        <p:sp>
          <p:nvSpPr>
            <p:cNvPr id="810" name="Freeform 809">
              <a:extLst>
                <a:ext uri="{FF2B5EF4-FFF2-40B4-BE49-F238E27FC236}">
                  <a16:creationId xmlns:a16="http://schemas.microsoft.com/office/drawing/2014/main" id="{47B922FA-CDEA-A2D1-1DF9-A5354EB44AE0}"/>
                </a:ext>
              </a:extLst>
            </p:cNvPr>
            <p:cNvSpPr/>
            <p:nvPr/>
          </p:nvSpPr>
          <p:spPr>
            <a:xfrm>
              <a:off x="5716" y="-12696"/>
              <a:ext cx="4239343" cy="1032611"/>
            </a:xfrm>
            <a:custGeom>
              <a:avLst/>
              <a:gdLst>
                <a:gd name="connsiteX0" fmla="*/ 0 w 4239343"/>
                <a:gd name="connsiteY0" fmla="*/ 0 h 1032611"/>
                <a:gd name="connsiteX1" fmla="*/ 672711 w 4239343"/>
                <a:gd name="connsiteY1" fmla="*/ 0 h 1032611"/>
                <a:gd name="connsiteX2" fmla="*/ 4239343 w 4239343"/>
                <a:gd name="connsiteY2" fmla="*/ 897391 h 1032611"/>
                <a:gd name="connsiteX3" fmla="*/ 4073015 w 4239343"/>
                <a:gd name="connsiteY3" fmla="*/ 1032611 h 1032611"/>
                <a:gd name="connsiteX4" fmla="*/ 0 w 4239343"/>
                <a:gd name="connsiteY4" fmla="*/ 9764 h 10326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39343" h="1032611">
                  <a:moveTo>
                    <a:pt x="0" y="0"/>
                  </a:moveTo>
                  <a:lnTo>
                    <a:pt x="672711" y="0"/>
                  </a:lnTo>
                  <a:lnTo>
                    <a:pt x="4239343" y="897391"/>
                  </a:lnTo>
                  <a:lnTo>
                    <a:pt x="4073015" y="1032611"/>
                  </a:lnTo>
                  <a:lnTo>
                    <a:pt x="0" y="9764"/>
                  </a:lnTo>
                  <a:close/>
                </a:path>
              </a:pathLst>
            </a:custGeom>
            <a:solidFill>
              <a:schemeClr val="tx2"/>
            </a:solidFill>
            <a:ln w="12690" cap="flat">
              <a:noFill/>
              <a:prstDash val="solid"/>
              <a:miter/>
            </a:ln>
          </p:spPr>
          <p:txBody>
            <a:bodyPr wrap="square" rtlCol="0" anchor="ctr">
              <a:noAutofit/>
            </a:bodyPr>
            <a:lstStyle/>
            <a:p>
              <a:endParaRPr lang="en-US" sz="1350"/>
            </a:p>
          </p:txBody>
        </p:sp>
        <p:sp>
          <p:nvSpPr>
            <p:cNvPr id="126" name="Freeform: Shape 125">
              <a:extLst>
                <a:ext uri="{FF2B5EF4-FFF2-40B4-BE49-F238E27FC236}">
                  <a16:creationId xmlns:a16="http://schemas.microsoft.com/office/drawing/2014/main" id="{34291ACA-4B81-420D-A9F6-ED589F9A7F8F}"/>
                </a:ext>
              </a:extLst>
            </p:cNvPr>
            <p:cNvSpPr/>
            <p:nvPr/>
          </p:nvSpPr>
          <p:spPr>
            <a:xfrm>
              <a:off x="5460272" y="1245789"/>
              <a:ext cx="83544" cy="195656"/>
            </a:xfrm>
            <a:custGeom>
              <a:avLst/>
              <a:gdLst>
                <a:gd name="connsiteX0" fmla="*/ 0 w 83544"/>
                <a:gd name="connsiteY0" fmla="*/ 195656 h 195656"/>
                <a:gd name="connsiteX1" fmla="*/ 83545 w 83544"/>
                <a:gd name="connsiteY1" fmla="*/ 86338 h 195656"/>
                <a:gd name="connsiteX2" fmla="*/ 83545 w 83544"/>
                <a:gd name="connsiteY2" fmla="*/ 0 h 195656"/>
                <a:gd name="connsiteX3" fmla="*/ 0 w 83544"/>
                <a:gd name="connsiteY3" fmla="*/ 109319 h 195656"/>
                <a:gd name="connsiteX4" fmla="*/ 0 w 83544"/>
                <a:gd name="connsiteY4" fmla="*/ 195656 h 19565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544" h="195656">
                  <a:moveTo>
                    <a:pt x="0" y="195656"/>
                  </a:moveTo>
                  <a:lnTo>
                    <a:pt x="83545" y="86338"/>
                  </a:lnTo>
                  <a:lnTo>
                    <a:pt x="83545" y="0"/>
                  </a:lnTo>
                  <a:lnTo>
                    <a:pt x="0" y="109319"/>
                  </a:lnTo>
                  <a:lnTo>
                    <a:pt x="0" y="195656"/>
                  </a:lnTo>
                  <a:close/>
                </a:path>
              </a:pathLst>
            </a:custGeom>
            <a:solidFill>
              <a:schemeClr val="accent5">
                <a:lumMod val="75000"/>
              </a:schemeClr>
            </a:solidFill>
            <a:ln w="12690" cap="flat">
              <a:noFill/>
              <a:prstDash val="solid"/>
              <a:miter/>
            </a:ln>
          </p:spPr>
          <p:txBody>
            <a:bodyPr rtlCol="0" anchor="ctr"/>
            <a:lstStyle/>
            <a:p>
              <a:endParaRPr lang="en-US" sz="1350"/>
            </a:p>
          </p:txBody>
        </p:sp>
        <p:sp>
          <p:nvSpPr>
            <p:cNvPr id="127" name="Freeform: Shape 126">
              <a:extLst>
                <a:ext uri="{FF2B5EF4-FFF2-40B4-BE49-F238E27FC236}">
                  <a16:creationId xmlns:a16="http://schemas.microsoft.com/office/drawing/2014/main" id="{12A9F120-74F2-4332-AB35-9A23478D7676}"/>
                </a:ext>
              </a:extLst>
            </p:cNvPr>
            <p:cNvSpPr/>
            <p:nvPr/>
          </p:nvSpPr>
          <p:spPr>
            <a:xfrm>
              <a:off x="4381041" y="1164022"/>
              <a:ext cx="1068437" cy="287072"/>
            </a:xfrm>
            <a:custGeom>
              <a:avLst/>
              <a:gdLst>
                <a:gd name="connsiteX0" fmla="*/ 0 w 1068437"/>
                <a:gd name="connsiteY0" fmla="*/ 93575 h 287072"/>
                <a:gd name="connsiteX1" fmla="*/ 1068438 w 1068437"/>
                <a:gd name="connsiteY1" fmla="*/ 287073 h 287072"/>
                <a:gd name="connsiteX2" fmla="*/ 1068438 w 1068437"/>
                <a:gd name="connsiteY2" fmla="*/ 193625 h 287072"/>
                <a:gd name="connsiteX3" fmla="*/ 0 w 1068437"/>
                <a:gd name="connsiteY3" fmla="*/ 0 h 287072"/>
                <a:gd name="connsiteX4" fmla="*/ 0 w 1068437"/>
                <a:gd name="connsiteY4" fmla="*/ 93575 h 287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68437" h="287072">
                  <a:moveTo>
                    <a:pt x="0" y="93575"/>
                  </a:moveTo>
                  <a:lnTo>
                    <a:pt x="1068438" y="287073"/>
                  </a:lnTo>
                  <a:lnTo>
                    <a:pt x="1068438" y="193625"/>
                  </a:lnTo>
                  <a:lnTo>
                    <a:pt x="0" y="0"/>
                  </a:lnTo>
                  <a:lnTo>
                    <a:pt x="0" y="93575"/>
                  </a:lnTo>
                  <a:close/>
                </a:path>
              </a:pathLst>
            </a:custGeom>
            <a:solidFill>
              <a:srgbClr val="509498"/>
            </a:solidFill>
            <a:ln w="12690" cap="flat">
              <a:noFill/>
              <a:prstDash val="solid"/>
              <a:miter/>
            </a:ln>
          </p:spPr>
          <p:txBody>
            <a:bodyPr rtlCol="0" anchor="ctr"/>
            <a:lstStyle/>
            <a:p>
              <a:endParaRPr lang="en-US" sz="1350"/>
            </a:p>
          </p:txBody>
        </p:sp>
        <p:sp>
          <p:nvSpPr>
            <p:cNvPr id="128" name="Freeform: Shape 127">
              <a:extLst>
                <a:ext uri="{FF2B5EF4-FFF2-40B4-BE49-F238E27FC236}">
                  <a16:creationId xmlns:a16="http://schemas.microsoft.com/office/drawing/2014/main" id="{47A06EB5-C4AB-40D2-A860-AF6D5D122E5D}"/>
                </a:ext>
              </a:extLst>
            </p:cNvPr>
            <p:cNvSpPr/>
            <p:nvPr/>
          </p:nvSpPr>
          <p:spPr>
            <a:xfrm>
              <a:off x="4385358" y="1007980"/>
              <a:ext cx="1154903" cy="340144"/>
            </a:xfrm>
            <a:custGeom>
              <a:avLst/>
              <a:gdLst>
                <a:gd name="connsiteX0" fmla="*/ 126206 w 1154903"/>
                <a:gd name="connsiteY0" fmla="*/ 0 h 340144"/>
                <a:gd name="connsiteX1" fmla="*/ 0 w 1154903"/>
                <a:gd name="connsiteY1" fmla="*/ 146901 h 340144"/>
                <a:gd name="connsiteX2" fmla="*/ 1067041 w 1154903"/>
                <a:gd name="connsiteY2" fmla="*/ 340144 h 340144"/>
                <a:gd name="connsiteX3" fmla="*/ 1154903 w 1154903"/>
                <a:gd name="connsiteY3" fmla="*/ 225112 h 340144"/>
                <a:gd name="connsiteX4" fmla="*/ 126206 w 1154903"/>
                <a:gd name="connsiteY4" fmla="*/ 0 h 340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4903" h="340144">
                  <a:moveTo>
                    <a:pt x="126206" y="0"/>
                  </a:moveTo>
                  <a:lnTo>
                    <a:pt x="0" y="146901"/>
                  </a:lnTo>
                  <a:lnTo>
                    <a:pt x="1067041" y="340144"/>
                  </a:lnTo>
                  <a:lnTo>
                    <a:pt x="1154903" y="225112"/>
                  </a:lnTo>
                  <a:lnTo>
                    <a:pt x="126206" y="0"/>
                  </a:lnTo>
                  <a:close/>
                </a:path>
              </a:pathLst>
            </a:custGeom>
            <a:solidFill>
              <a:schemeClr val="accent1">
                <a:lumMod val="75000"/>
              </a:schemeClr>
            </a:solidFill>
            <a:ln w="12690" cap="flat">
              <a:noFill/>
              <a:prstDash val="solid"/>
              <a:miter/>
            </a:ln>
          </p:spPr>
          <p:txBody>
            <a:bodyPr rtlCol="0" anchor="ctr"/>
            <a:lstStyle/>
            <a:p>
              <a:endParaRPr lang="en-US" sz="1350"/>
            </a:p>
          </p:txBody>
        </p:sp>
        <p:sp>
          <p:nvSpPr>
            <p:cNvPr id="211" name="Freeform: Shape 210">
              <a:extLst>
                <a:ext uri="{FF2B5EF4-FFF2-40B4-BE49-F238E27FC236}">
                  <a16:creationId xmlns:a16="http://schemas.microsoft.com/office/drawing/2014/main" id="{17E1560B-2CB4-47FC-902A-D244B564BCF8}"/>
                </a:ext>
              </a:extLst>
            </p:cNvPr>
            <p:cNvSpPr/>
            <p:nvPr/>
          </p:nvSpPr>
          <p:spPr>
            <a:xfrm>
              <a:off x="10108071" y="318802"/>
              <a:ext cx="1506478" cy="460636"/>
            </a:xfrm>
            <a:custGeom>
              <a:avLst/>
              <a:gdLst>
                <a:gd name="connsiteX0" fmla="*/ 2540 w 1506478"/>
                <a:gd name="connsiteY0" fmla="*/ 7364 h 460636"/>
                <a:gd name="connsiteX1" fmla="*/ 254 w 1506478"/>
                <a:gd name="connsiteY1" fmla="*/ 9269 h 460636"/>
                <a:gd name="connsiteX2" fmla="*/ 1494289 w 1506478"/>
                <a:gd name="connsiteY2" fmla="*/ 460637 h 460636"/>
                <a:gd name="connsiteX3" fmla="*/ 1501146 w 1506478"/>
                <a:gd name="connsiteY3" fmla="*/ 455050 h 460636"/>
                <a:gd name="connsiteX4" fmla="*/ 1501781 w 1506478"/>
                <a:gd name="connsiteY4" fmla="*/ 455050 h 460636"/>
                <a:gd name="connsiteX5" fmla="*/ 1502670 w 1506478"/>
                <a:gd name="connsiteY5" fmla="*/ 455050 h 460636"/>
                <a:gd name="connsiteX6" fmla="*/ 1503686 w 1506478"/>
                <a:gd name="connsiteY6" fmla="*/ 455050 h 460636"/>
                <a:gd name="connsiteX7" fmla="*/ 1506479 w 1506478"/>
                <a:gd name="connsiteY7" fmla="*/ 455050 h 460636"/>
                <a:gd name="connsiteX8" fmla="*/ 635 w 1506478"/>
                <a:gd name="connsiteY8" fmla="*/ 0 h 460636"/>
                <a:gd name="connsiteX9" fmla="*/ 0 w 1506478"/>
                <a:gd name="connsiteY9" fmla="*/ 0 h 460636"/>
                <a:gd name="connsiteX10" fmla="*/ 3048 w 1506478"/>
                <a:gd name="connsiteY10" fmla="*/ 1397 h 460636"/>
                <a:gd name="connsiteX11" fmla="*/ 2540 w 1506478"/>
                <a:gd name="connsiteY11" fmla="*/ 7364 h 46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506478" h="460636">
                  <a:moveTo>
                    <a:pt x="2540" y="7364"/>
                  </a:moveTo>
                  <a:lnTo>
                    <a:pt x="254" y="9269"/>
                  </a:lnTo>
                  <a:lnTo>
                    <a:pt x="1494289" y="460637"/>
                  </a:lnTo>
                  <a:lnTo>
                    <a:pt x="1501146" y="455050"/>
                  </a:lnTo>
                  <a:lnTo>
                    <a:pt x="1501781" y="455050"/>
                  </a:lnTo>
                  <a:lnTo>
                    <a:pt x="1502670" y="455050"/>
                  </a:lnTo>
                  <a:lnTo>
                    <a:pt x="1503686" y="455050"/>
                  </a:lnTo>
                  <a:lnTo>
                    <a:pt x="1506479" y="455050"/>
                  </a:lnTo>
                  <a:lnTo>
                    <a:pt x="635" y="0"/>
                  </a:lnTo>
                  <a:lnTo>
                    <a:pt x="0" y="0"/>
                  </a:lnTo>
                  <a:cubicBezTo>
                    <a:pt x="1131" y="140"/>
                    <a:pt x="2197" y="635"/>
                    <a:pt x="3048" y="1397"/>
                  </a:cubicBezTo>
                  <a:cubicBezTo>
                    <a:pt x="4330" y="3251"/>
                    <a:pt x="4114" y="5752"/>
                    <a:pt x="2540" y="7364"/>
                  </a:cubicBezTo>
                  <a:close/>
                </a:path>
              </a:pathLst>
            </a:custGeom>
            <a:solidFill>
              <a:srgbClr val="000000"/>
            </a:solidFill>
            <a:ln w="12690" cap="flat">
              <a:noFill/>
              <a:prstDash val="solid"/>
              <a:miter/>
            </a:ln>
          </p:spPr>
          <p:txBody>
            <a:bodyPr rtlCol="0" anchor="ctr"/>
            <a:lstStyle/>
            <a:p>
              <a:endParaRPr lang="en-US" sz="1350"/>
            </a:p>
          </p:txBody>
        </p:sp>
        <p:sp>
          <p:nvSpPr>
            <p:cNvPr id="212" name="Freeform: Shape 211">
              <a:extLst>
                <a:ext uri="{FF2B5EF4-FFF2-40B4-BE49-F238E27FC236}">
                  <a16:creationId xmlns:a16="http://schemas.microsoft.com/office/drawing/2014/main" id="{26F3B0DE-2D55-4F7C-A299-0F4CBDC61B1B}"/>
                </a:ext>
              </a:extLst>
            </p:cNvPr>
            <p:cNvSpPr/>
            <p:nvPr/>
          </p:nvSpPr>
          <p:spPr>
            <a:xfrm>
              <a:off x="11313889" y="773218"/>
              <a:ext cx="300280" cy="253553"/>
            </a:xfrm>
            <a:custGeom>
              <a:avLst/>
              <a:gdLst>
                <a:gd name="connsiteX0" fmla="*/ 508 w 300280"/>
                <a:gd name="connsiteY0" fmla="*/ 251395 h 253553"/>
                <a:gd name="connsiteX1" fmla="*/ 508 w 300280"/>
                <a:gd name="connsiteY1" fmla="*/ 253553 h 253553"/>
                <a:gd name="connsiteX2" fmla="*/ 300280 w 300280"/>
                <a:gd name="connsiteY2" fmla="*/ 9777 h 253553"/>
                <a:gd name="connsiteX3" fmla="*/ 296725 w 300280"/>
                <a:gd name="connsiteY3" fmla="*/ 8507 h 253553"/>
                <a:gd name="connsiteX4" fmla="*/ 293157 w 300280"/>
                <a:gd name="connsiteY4" fmla="*/ 2895 h 253553"/>
                <a:gd name="connsiteX5" fmla="*/ 293296 w 300280"/>
                <a:gd name="connsiteY5" fmla="*/ 2412 h 253553"/>
                <a:gd name="connsiteX6" fmla="*/ 295455 w 300280"/>
                <a:gd name="connsiteY6" fmla="*/ 0 h 253553"/>
                <a:gd name="connsiteX7" fmla="*/ 294820 w 300280"/>
                <a:gd name="connsiteY7" fmla="*/ 0 h 253553"/>
                <a:gd name="connsiteX8" fmla="*/ 287964 w 300280"/>
                <a:gd name="connsiteY8" fmla="*/ 5587 h 253553"/>
                <a:gd name="connsiteX9" fmla="*/ 0 w 300280"/>
                <a:gd name="connsiteY9" fmla="*/ 239714 h 253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0280" h="253553">
                  <a:moveTo>
                    <a:pt x="508" y="251395"/>
                  </a:moveTo>
                  <a:lnTo>
                    <a:pt x="508" y="253553"/>
                  </a:lnTo>
                  <a:lnTo>
                    <a:pt x="300280" y="9777"/>
                  </a:lnTo>
                  <a:lnTo>
                    <a:pt x="296725" y="8507"/>
                  </a:lnTo>
                  <a:cubicBezTo>
                    <a:pt x="294198" y="7948"/>
                    <a:pt x="292598" y="5434"/>
                    <a:pt x="293157" y="2895"/>
                  </a:cubicBezTo>
                  <a:cubicBezTo>
                    <a:pt x="293195" y="2730"/>
                    <a:pt x="293246" y="2577"/>
                    <a:pt x="293296" y="2412"/>
                  </a:cubicBezTo>
                  <a:cubicBezTo>
                    <a:pt x="293690" y="1371"/>
                    <a:pt x="294452" y="508"/>
                    <a:pt x="295455" y="0"/>
                  </a:cubicBezTo>
                  <a:lnTo>
                    <a:pt x="294820" y="0"/>
                  </a:lnTo>
                  <a:lnTo>
                    <a:pt x="287964" y="5587"/>
                  </a:lnTo>
                  <a:lnTo>
                    <a:pt x="0" y="239714"/>
                  </a:lnTo>
                  <a:close/>
                </a:path>
              </a:pathLst>
            </a:custGeom>
            <a:solidFill>
              <a:srgbClr val="000000"/>
            </a:solidFill>
            <a:ln w="12690" cap="flat">
              <a:noFill/>
              <a:prstDash val="solid"/>
              <a:miter/>
            </a:ln>
          </p:spPr>
          <p:txBody>
            <a:bodyPr rtlCol="0" anchor="ctr"/>
            <a:lstStyle/>
            <a:p>
              <a:endParaRPr lang="en-US" sz="1350"/>
            </a:p>
          </p:txBody>
        </p:sp>
        <p:sp>
          <p:nvSpPr>
            <p:cNvPr id="260" name="Freeform: Shape 259">
              <a:extLst>
                <a:ext uri="{FF2B5EF4-FFF2-40B4-BE49-F238E27FC236}">
                  <a16:creationId xmlns:a16="http://schemas.microsoft.com/office/drawing/2014/main" id="{F2D807D9-9071-4D26-AF35-C6711595B077}"/>
                </a:ext>
              </a:extLst>
            </p:cNvPr>
            <p:cNvSpPr/>
            <p:nvPr/>
          </p:nvSpPr>
          <p:spPr>
            <a:xfrm>
              <a:off x="9213453" y="1240964"/>
              <a:ext cx="430421" cy="128109"/>
            </a:xfrm>
            <a:custGeom>
              <a:avLst/>
              <a:gdLst>
                <a:gd name="connsiteX0" fmla="*/ 1778 w 430421"/>
                <a:gd name="connsiteY0" fmla="*/ 8507 h 128109"/>
                <a:gd name="connsiteX1" fmla="*/ 0 w 430421"/>
                <a:gd name="connsiteY1" fmla="*/ 8507 h 128109"/>
                <a:gd name="connsiteX2" fmla="*/ 0 w 430421"/>
                <a:gd name="connsiteY2" fmla="*/ 8507 h 128109"/>
                <a:gd name="connsiteX3" fmla="*/ 336593 w 430421"/>
                <a:gd name="connsiteY3" fmla="*/ 110080 h 128109"/>
                <a:gd name="connsiteX4" fmla="*/ 430422 w 430421"/>
                <a:gd name="connsiteY4" fmla="*/ 128110 h 128109"/>
                <a:gd name="connsiteX5" fmla="*/ 430422 w 430421"/>
                <a:gd name="connsiteY5" fmla="*/ 128110 h 128109"/>
                <a:gd name="connsiteX6" fmla="*/ 6983 w 430421"/>
                <a:gd name="connsiteY6" fmla="*/ 0 h 128109"/>
                <a:gd name="connsiteX7" fmla="*/ 6983 w 430421"/>
                <a:gd name="connsiteY7" fmla="*/ 3555 h 128109"/>
                <a:gd name="connsiteX8" fmla="*/ 1778 w 430421"/>
                <a:gd name="connsiteY8" fmla="*/ 8507 h 12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0421" h="128109">
                  <a:moveTo>
                    <a:pt x="1778" y="8507"/>
                  </a:moveTo>
                  <a:lnTo>
                    <a:pt x="0" y="8507"/>
                  </a:lnTo>
                  <a:lnTo>
                    <a:pt x="0" y="8507"/>
                  </a:lnTo>
                  <a:lnTo>
                    <a:pt x="336593" y="110080"/>
                  </a:lnTo>
                  <a:lnTo>
                    <a:pt x="430422" y="128110"/>
                  </a:lnTo>
                  <a:lnTo>
                    <a:pt x="430422" y="128110"/>
                  </a:lnTo>
                  <a:lnTo>
                    <a:pt x="6983" y="0"/>
                  </a:lnTo>
                  <a:lnTo>
                    <a:pt x="6983" y="3555"/>
                  </a:lnTo>
                  <a:cubicBezTo>
                    <a:pt x="6844" y="6336"/>
                    <a:pt x="4558" y="8507"/>
                    <a:pt x="1778" y="8507"/>
                  </a:cubicBezTo>
                  <a:close/>
                </a:path>
              </a:pathLst>
            </a:custGeom>
            <a:solidFill>
              <a:srgbClr val="000000"/>
            </a:solidFill>
            <a:ln w="12690" cap="flat">
              <a:noFill/>
              <a:prstDash val="solid"/>
              <a:miter/>
            </a:ln>
          </p:spPr>
          <p:txBody>
            <a:bodyPr rtlCol="0" anchor="ctr"/>
            <a:lstStyle/>
            <a:p>
              <a:endParaRPr lang="en-US" sz="1350"/>
            </a:p>
          </p:txBody>
        </p:sp>
        <p:sp>
          <p:nvSpPr>
            <p:cNvPr id="261" name="Freeform: Shape 260">
              <a:extLst>
                <a:ext uri="{FF2B5EF4-FFF2-40B4-BE49-F238E27FC236}">
                  <a16:creationId xmlns:a16="http://schemas.microsoft.com/office/drawing/2014/main" id="{AA4CA55F-A7EB-4041-97C3-818EF502A127}"/>
                </a:ext>
              </a:extLst>
            </p:cNvPr>
            <p:cNvSpPr/>
            <p:nvPr/>
          </p:nvSpPr>
          <p:spPr>
            <a:xfrm>
              <a:off x="9211548" y="620095"/>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262" name="Freeform: Shape 261">
              <a:extLst>
                <a:ext uri="{FF2B5EF4-FFF2-40B4-BE49-F238E27FC236}">
                  <a16:creationId xmlns:a16="http://schemas.microsoft.com/office/drawing/2014/main" id="{D0DA1F02-7551-46DF-8900-288EFC2868F9}"/>
                </a:ext>
              </a:extLst>
            </p:cNvPr>
            <p:cNvSpPr/>
            <p:nvPr/>
          </p:nvSpPr>
          <p:spPr>
            <a:xfrm>
              <a:off x="9210914" y="621619"/>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263" name="Freeform: Shape 262">
              <a:extLst>
                <a:ext uri="{FF2B5EF4-FFF2-40B4-BE49-F238E27FC236}">
                  <a16:creationId xmlns:a16="http://schemas.microsoft.com/office/drawing/2014/main" id="{AC4D6326-3E87-49CA-8338-209C060EAE0B}"/>
                </a:ext>
              </a:extLst>
            </p:cNvPr>
            <p:cNvSpPr/>
            <p:nvPr/>
          </p:nvSpPr>
          <p:spPr>
            <a:xfrm>
              <a:off x="9211511" y="624285"/>
              <a:ext cx="9179" cy="625065"/>
            </a:xfrm>
            <a:custGeom>
              <a:avLst/>
              <a:gdLst>
                <a:gd name="connsiteX0" fmla="*/ 1816 w 9179"/>
                <a:gd name="connsiteY0" fmla="*/ 3936 h 625065"/>
                <a:gd name="connsiteX1" fmla="*/ 1054 w 9179"/>
                <a:gd name="connsiteY1" fmla="*/ 3936 h 625065"/>
                <a:gd name="connsiteX2" fmla="*/ 38 w 9179"/>
                <a:gd name="connsiteY2" fmla="*/ 3301 h 625065"/>
                <a:gd name="connsiteX3" fmla="*/ 38 w 9179"/>
                <a:gd name="connsiteY3" fmla="*/ 3301 h 625065"/>
                <a:gd name="connsiteX4" fmla="*/ 38 w 9179"/>
                <a:gd name="connsiteY4" fmla="*/ 2666 h 625065"/>
                <a:gd name="connsiteX5" fmla="*/ 38 w 9179"/>
                <a:gd name="connsiteY5" fmla="*/ 1904 h 625065"/>
                <a:gd name="connsiteX6" fmla="*/ 38 w 9179"/>
                <a:gd name="connsiteY6" fmla="*/ 889 h 625065"/>
                <a:gd name="connsiteX7" fmla="*/ 38 w 9179"/>
                <a:gd name="connsiteY7" fmla="*/ 0 h 625065"/>
                <a:gd name="connsiteX8" fmla="*/ 38 w 9179"/>
                <a:gd name="connsiteY8" fmla="*/ 0 h 625065"/>
                <a:gd name="connsiteX9" fmla="*/ 38 w 9179"/>
                <a:gd name="connsiteY9" fmla="*/ 620996 h 625065"/>
                <a:gd name="connsiteX10" fmla="*/ 38 w 9179"/>
                <a:gd name="connsiteY10" fmla="*/ 620996 h 625065"/>
                <a:gd name="connsiteX11" fmla="*/ 38 w 9179"/>
                <a:gd name="connsiteY11" fmla="*/ 622011 h 625065"/>
                <a:gd name="connsiteX12" fmla="*/ 38 w 9179"/>
                <a:gd name="connsiteY12" fmla="*/ 622900 h 625065"/>
                <a:gd name="connsiteX13" fmla="*/ 38 w 9179"/>
                <a:gd name="connsiteY13" fmla="*/ 623662 h 625065"/>
                <a:gd name="connsiteX14" fmla="*/ 38 w 9179"/>
                <a:gd name="connsiteY14" fmla="*/ 624424 h 625065"/>
                <a:gd name="connsiteX15" fmla="*/ 800 w 9179"/>
                <a:gd name="connsiteY15" fmla="*/ 624424 h 625065"/>
                <a:gd name="connsiteX16" fmla="*/ 1943 w 9179"/>
                <a:gd name="connsiteY16" fmla="*/ 625059 h 625065"/>
                <a:gd name="connsiteX17" fmla="*/ 3720 w 9179"/>
                <a:gd name="connsiteY17" fmla="*/ 625059 h 625065"/>
                <a:gd name="connsiteX18" fmla="*/ 9180 w 9179"/>
                <a:gd name="connsiteY18" fmla="*/ 620234 h 625065"/>
                <a:gd name="connsiteX19" fmla="*/ 9180 w 9179"/>
                <a:gd name="connsiteY19" fmla="*/ 6094 h 625065"/>
                <a:gd name="connsiteX20" fmla="*/ 2070 w 9179"/>
                <a:gd name="connsiteY20" fmla="*/ 3936 h 6250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79" h="625065">
                  <a:moveTo>
                    <a:pt x="1816" y="3936"/>
                  </a:moveTo>
                  <a:lnTo>
                    <a:pt x="1054" y="3936"/>
                  </a:lnTo>
                  <a:lnTo>
                    <a:pt x="38" y="3301"/>
                  </a:lnTo>
                  <a:lnTo>
                    <a:pt x="38" y="3301"/>
                  </a:lnTo>
                  <a:cubicBezTo>
                    <a:pt x="0" y="3085"/>
                    <a:pt x="0" y="2882"/>
                    <a:pt x="38" y="2666"/>
                  </a:cubicBezTo>
                  <a:cubicBezTo>
                    <a:pt x="0" y="2412"/>
                    <a:pt x="0" y="2158"/>
                    <a:pt x="38" y="1904"/>
                  </a:cubicBezTo>
                  <a:cubicBezTo>
                    <a:pt x="-13" y="1562"/>
                    <a:pt x="-13" y="1232"/>
                    <a:pt x="38" y="889"/>
                  </a:cubicBezTo>
                  <a:cubicBezTo>
                    <a:pt x="38" y="889"/>
                    <a:pt x="38" y="889"/>
                    <a:pt x="38" y="0"/>
                  </a:cubicBezTo>
                  <a:lnTo>
                    <a:pt x="38" y="0"/>
                  </a:lnTo>
                  <a:lnTo>
                    <a:pt x="38" y="620996"/>
                  </a:lnTo>
                  <a:lnTo>
                    <a:pt x="38" y="620996"/>
                  </a:lnTo>
                  <a:cubicBezTo>
                    <a:pt x="-13" y="621326"/>
                    <a:pt x="-13" y="621681"/>
                    <a:pt x="38" y="622011"/>
                  </a:cubicBezTo>
                  <a:cubicBezTo>
                    <a:pt x="38" y="622011"/>
                    <a:pt x="38" y="622647"/>
                    <a:pt x="38" y="622900"/>
                  </a:cubicBezTo>
                  <a:lnTo>
                    <a:pt x="38" y="623662"/>
                  </a:lnTo>
                  <a:lnTo>
                    <a:pt x="38" y="624424"/>
                  </a:lnTo>
                  <a:lnTo>
                    <a:pt x="800" y="624424"/>
                  </a:lnTo>
                  <a:lnTo>
                    <a:pt x="1943" y="625059"/>
                  </a:lnTo>
                  <a:lnTo>
                    <a:pt x="3720" y="625059"/>
                  </a:lnTo>
                  <a:cubicBezTo>
                    <a:pt x="6551" y="625198"/>
                    <a:pt x="8977" y="623065"/>
                    <a:pt x="9180" y="620234"/>
                  </a:cubicBezTo>
                  <a:lnTo>
                    <a:pt x="9180" y="6094"/>
                  </a:lnTo>
                  <a:lnTo>
                    <a:pt x="2070" y="3936"/>
                  </a:lnTo>
                  <a:close/>
                </a:path>
              </a:pathLst>
            </a:custGeom>
            <a:solidFill>
              <a:srgbClr val="000000"/>
            </a:solidFill>
            <a:ln w="12690" cap="flat">
              <a:noFill/>
              <a:prstDash val="solid"/>
              <a:miter/>
            </a:ln>
          </p:spPr>
          <p:txBody>
            <a:bodyPr rtlCol="0" anchor="ctr"/>
            <a:lstStyle/>
            <a:p>
              <a:endParaRPr lang="en-US" sz="1350"/>
            </a:p>
          </p:txBody>
        </p:sp>
        <p:sp>
          <p:nvSpPr>
            <p:cNvPr id="264" name="Freeform: Shape 263">
              <a:extLst>
                <a:ext uri="{FF2B5EF4-FFF2-40B4-BE49-F238E27FC236}">
                  <a16:creationId xmlns:a16="http://schemas.microsoft.com/office/drawing/2014/main" id="{0AF1B9DB-B28A-401F-AC75-0B893EE73E52}"/>
                </a:ext>
              </a:extLst>
            </p:cNvPr>
            <p:cNvSpPr/>
            <p:nvPr/>
          </p:nvSpPr>
          <p:spPr>
            <a:xfrm>
              <a:off x="10631815" y="1056862"/>
              <a:ext cx="10792" cy="506217"/>
            </a:xfrm>
            <a:custGeom>
              <a:avLst/>
              <a:gdLst>
                <a:gd name="connsiteX0" fmla="*/ 3683 w 10792"/>
                <a:gd name="connsiteY0" fmla="*/ 1016 h 506217"/>
                <a:gd name="connsiteX1" fmla="*/ 0 w 10792"/>
                <a:gd name="connsiteY1" fmla="*/ 0 h 506217"/>
                <a:gd name="connsiteX2" fmla="*/ 0 w 10792"/>
                <a:gd name="connsiteY2" fmla="*/ 503932 h 506217"/>
                <a:gd name="connsiteX3" fmla="*/ 6603 w 10792"/>
                <a:gd name="connsiteY3" fmla="*/ 505329 h 506217"/>
                <a:gd name="connsiteX4" fmla="*/ 10793 w 10792"/>
                <a:gd name="connsiteY4" fmla="*/ 506218 h 506217"/>
                <a:gd name="connsiteX5" fmla="*/ 10793 w 10792"/>
                <a:gd name="connsiteY5" fmla="*/ 3174 h 506217"/>
                <a:gd name="connsiteX6" fmla="*/ 3683 w 10792"/>
                <a:gd name="connsiteY6" fmla="*/ 1016 h 5062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92" h="506217">
                  <a:moveTo>
                    <a:pt x="3683" y="1016"/>
                  </a:moveTo>
                  <a:lnTo>
                    <a:pt x="0" y="0"/>
                  </a:lnTo>
                  <a:lnTo>
                    <a:pt x="0" y="503932"/>
                  </a:lnTo>
                  <a:lnTo>
                    <a:pt x="6603" y="505329"/>
                  </a:lnTo>
                  <a:lnTo>
                    <a:pt x="10793" y="506218"/>
                  </a:lnTo>
                  <a:lnTo>
                    <a:pt x="10793" y="3174"/>
                  </a:lnTo>
                  <a:lnTo>
                    <a:pt x="3683" y="1016"/>
                  </a:lnTo>
                  <a:close/>
                </a:path>
              </a:pathLst>
            </a:custGeom>
            <a:solidFill>
              <a:srgbClr val="000000"/>
            </a:solidFill>
            <a:ln w="12690" cap="flat">
              <a:noFill/>
              <a:prstDash val="solid"/>
              <a:miter/>
            </a:ln>
          </p:spPr>
          <p:txBody>
            <a:bodyPr rtlCol="0" anchor="ctr"/>
            <a:lstStyle/>
            <a:p>
              <a:endParaRPr lang="en-US" sz="1350"/>
            </a:p>
          </p:txBody>
        </p:sp>
        <p:sp>
          <p:nvSpPr>
            <p:cNvPr id="265" name="Freeform: Shape 264">
              <a:extLst>
                <a:ext uri="{FF2B5EF4-FFF2-40B4-BE49-F238E27FC236}">
                  <a16:creationId xmlns:a16="http://schemas.microsoft.com/office/drawing/2014/main" id="{DFC767E1-DF53-42EF-BC8A-AB07C207C0A7}"/>
                </a:ext>
              </a:extLst>
            </p:cNvPr>
            <p:cNvSpPr/>
            <p:nvPr/>
          </p:nvSpPr>
          <p:spPr>
            <a:xfrm>
              <a:off x="9210914" y="621111"/>
              <a:ext cx="12696" cy="761"/>
            </a:xfrm>
            <a:custGeom>
              <a:avLst/>
              <a:gdLst>
                <a:gd name="connsiteX0" fmla="*/ 0 w 12696"/>
                <a:gd name="connsiteY0" fmla="*/ 762 h 761"/>
                <a:gd name="connsiteX1" fmla="*/ 0 w 12696"/>
                <a:gd name="connsiteY1" fmla="*/ 762 h 761"/>
                <a:gd name="connsiteX2" fmla="*/ 0 w 12696"/>
                <a:gd name="connsiteY2" fmla="*/ 762 h 761"/>
                <a:gd name="connsiteX3" fmla="*/ 0 w 12696"/>
                <a:gd name="connsiteY3" fmla="*/ 0 h 761"/>
              </a:gdLst>
              <a:ahLst/>
              <a:cxnLst>
                <a:cxn ang="0">
                  <a:pos x="connsiteX0" y="connsiteY0"/>
                </a:cxn>
                <a:cxn ang="0">
                  <a:pos x="connsiteX1" y="connsiteY1"/>
                </a:cxn>
                <a:cxn ang="0">
                  <a:pos x="connsiteX2" y="connsiteY2"/>
                </a:cxn>
                <a:cxn ang="0">
                  <a:pos x="connsiteX3" y="connsiteY3"/>
                </a:cxn>
              </a:cxnLst>
              <a:rect l="l" t="t" r="r" b="b"/>
              <a:pathLst>
                <a:path w="12696" h="761">
                  <a:moveTo>
                    <a:pt x="0" y="762"/>
                  </a:moveTo>
                  <a:lnTo>
                    <a:pt x="0" y="762"/>
                  </a:lnTo>
                  <a:cubicBezTo>
                    <a:pt x="0" y="762"/>
                    <a:pt x="0" y="762"/>
                    <a:pt x="0" y="762"/>
                  </a:cubicBezTo>
                  <a:cubicBezTo>
                    <a:pt x="0" y="762"/>
                    <a:pt x="0" y="762"/>
                    <a:pt x="0" y="0"/>
                  </a:cubicBezTo>
                  <a:close/>
                </a:path>
              </a:pathLst>
            </a:custGeom>
            <a:solidFill>
              <a:srgbClr val="000000"/>
            </a:solidFill>
            <a:ln w="12690" cap="flat">
              <a:noFill/>
              <a:prstDash val="solid"/>
              <a:miter/>
            </a:ln>
          </p:spPr>
          <p:txBody>
            <a:bodyPr rtlCol="0" anchor="ctr"/>
            <a:lstStyle/>
            <a:p>
              <a:endParaRPr lang="en-US" sz="1350"/>
            </a:p>
          </p:txBody>
        </p:sp>
        <p:sp>
          <p:nvSpPr>
            <p:cNvPr id="266" name="Freeform: Shape 265">
              <a:extLst>
                <a:ext uri="{FF2B5EF4-FFF2-40B4-BE49-F238E27FC236}">
                  <a16:creationId xmlns:a16="http://schemas.microsoft.com/office/drawing/2014/main" id="{BAA5ED17-ECFE-4B0A-80B4-055358CA7BC1}"/>
                </a:ext>
              </a:extLst>
            </p:cNvPr>
            <p:cNvSpPr/>
            <p:nvPr/>
          </p:nvSpPr>
          <p:spPr>
            <a:xfrm>
              <a:off x="9210914" y="620222"/>
              <a:ext cx="12696" cy="761"/>
            </a:xfrm>
            <a:custGeom>
              <a:avLst/>
              <a:gdLst>
                <a:gd name="connsiteX0" fmla="*/ 0 w 12696"/>
                <a:gd name="connsiteY0" fmla="*/ 0 h 761"/>
                <a:gd name="connsiteX1" fmla="*/ 0 w 12696"/>
                <a:gd name="connsiteY1" fmla="*/ 762 h 761"/>
                <a:gd name="connsiteX2" fmla="*/ 0 w 12696"/>
                <a:gd name="connsiteY2" fmla="*/ 0 h 761"/>
              </a:gdLst>
              <a:ahLst/>
              <a:cxnLst>
                <a:cxn ang="0">
                  <a:pos x="connsiteX0" y="connsiteY0"/>
                </a:cxn>
                <a:cxn ang="0">
                  <a:pos x="connsiteX1" y="connsiteY1"/>
                </a:cxn>
                <a:cxn ang="0">
                  <a:pos x="connsiteX2" y="connsiteY2"/>
                </a:cxn>
              </a:cxnLst>
              <a:rect l="l" t="t" r="r" b="b"/>
              <a:pathLst>
                <a:path w="12696" h="761">
                  <a:moveTo>
                    <a:pt x="0" y="0"/>
                  </a:moveTo>
                  <a:lnTo>
                    <a:pt x="0" y="762"/>
                  </a:lnTo>
                  <a:lnTo>
                    <a:pt x="0" y="0"/>
                  </a:lnTo>
                  <a:close/>
                </a:path>
              </a:pathLst>
            </a:custGeom>
            <a:solidFill>
              <a:srgbClr val="000000"/>
            </a:solidFill>
            <a:ln w="12690" cap="flat">
              <a:noFill/>
              <a:prstDash val="solid"/>
              <a:miter/>
            </a:ln>
          </p:spPr>
          <p:txBody>
            <a:bodyPr rtlCol="0" anchor="ctr"/>
            <a:lstStyle/>
            <a:p>
              <a:endParaRPr lang="en-US" sz="1350"/>
            </a:p>
          </p:txBody>
        </p:sp>
        <p:sp>
          <p:nvSpPr>
            <p:cNvPr id="267" name="Freeform: Shape 266">
              <a:extLst>
                <a:ext uri="{FF2B5EF4-FFF2-40B4-BE49-F238E27FC236}">
                  <a16:creationId xmlns:a16="http://schemas.microsoft.com/office/drawing/2014/main" id="{6F513EB8-9659-470A-B003-9906FE36D3F4}"/>
                </a:ext>
              </a:extLst>
            </p:cNvPr>
            <p:cNvSpPr/>
            <p:nvPr/>
          </p:nvSpPr>
          <p:spPr>
            <a:xfrm>
              <a:off x="9213326" y="621619"/>
              <a:ext cx="1422679" cy="436512"/>
            </a:xfrm>
            <a:custGeom>
              <a:avLst/>
              <a:gdLst>
                <a:gd name="connsiteX0" fmla="*/ 1422679 w 1422679"/>
                <a:gd name="connsiteY0" fmla="*/ 426736 h 436512"/>
                <a:gd name="connsiteX1" fmla="*/ 12443 w 1422679"/>
                <a:gd name="connsiteY1" fmla="*/ 0 h 436512"/>
                <a:gd name="connsiteX2" fmla="*/ 5587 w 1422679"/>
                <a:gd name="connsiteY2" fmla="*/ 5587 h 436512"/>
                <a:gd name="connsiteX3" fmla="*/ 1905 w 1422679"/>
                <a:gd name="connsiteY3" fmla="*/ 6856 h 436512"/>
                <a:gd name="connsiteX4" fmla="*/ 0 w 1422679"/>
                <a:gd name="connsiteY4" fmla="*/ 6856 h 436512"/>
                <a:gd name="connsiteX5" fmla="*/ 0 w 1422679"/>
                <a:gd name="connsiteY5" fmla="*/ 6856 h 436512"/>
                <a:gd name="connsiteX6" fmla="*/ 7110 w 1422679"/>
                <a:gd name="connsiteY6" fmla="*/ 9015 h 436512"/>
                <a:gd name="connsiteX7" fmla="*/ 1418236 w 1422679"/>
                <a:gd name="connsiteY7" fmla="*/ 435497 h 436512"/>
                <a:gd name="connsiteX8" fmla="*/ 1421917 w 1422679"/>
                <a:gd name="connsiteY8" fmla="*/ 436513 h 436512"/>
                <a:gd name="connsiteX9" fmla="*/ 1421917 w 1422679"/>
                <a:gd name="connsiteY9" fmla="*/ 436513 h 436512"/>
                <a:gd name="connsiteX10" fmla="*/ 1421028 w 1422679"/>
                <a:gd name="connsiteY10" fmla="*/ 436513 h 436512"/>
                <a:gd name="connsiteX11" fmla="*/ 1420013 w 1422679"/>
                <a:gd name="connsiteY11" fmla="*/ 435878 h 436512"/>
                <a:gd name="connsiteX12" fmla="*/ 1420013 w 1422679"/>
                <a:gd name="connsiteY12" fmla="*/ 435878 h 436512"/>
                <a:gd name="connsiteX13" fmla="*/ 1420013 w 1422679"/>
                <a:gd name="connsiteY13" fmla="*/ 435243 h 436512"/>
                <a:gd name="connsiteX14" fmla="*/ 1420013 w 1422679"/>
                <a:gd name="connsiteY14" fmla="*/ 434481 h 436512"/>
                <a:gd name="connsiteX15" fmla="*/ 1420013 w 1422679"/>
                <a:gd name="connsiteY15" fmla="*/ 433466 h 436512"/>
                <a:gd name="connsiteX16" fmla="*/ 1420013 w 1422679"/>
                <a:gd name="connsiteY16" fmla="*/ 432577 h 436512"/>
                <a:gd name="connsiteX17" fmla="*/ 1420013 w 1422679"/>
                <a:gd name="connsiteY17" fmla="*/ 431561 h 436512"/>
                <a:gd name="connsiteX18" fmla="*/ 1420013 w 1422679"/>
                <a:gd name="connsiteY18" fmla="*/ 430799 h 436512"/>
                <a:gd name="connsiteX19" fmla="*/ 1420013 w 1422679"/>
                <a:gd name="connsiteY19" fmla="*/ 429910 h 436512"/>
                <a:gd name="connsiteX20" fmla="*/ 1420013 w 1422679"/>
                <a:gd name="connsiteY20" fmla="*/ 429022 h 436512"/>
                <a:gd name="connsiteX21" fmla="*/ 1420013 w 1422679"/>
                <a:gd name="connsiteY21" fmla="*/ 429022 h 436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422679" h="436512">
                  <a:moveTo>
                    <a:pt x="1422679" y="426736"/>
                  </a:moveTo>
                  <a:lnTo>
                    <a:pt x="12443" y="0"/>
                  </a:lnTo>
                  <a:lnTo>
                    <a:pt x="5587" y="5587"/>
                  </a:lnTo>
                  <a:cubicBezTo>
                    <a:pt x="4558" y="6450"/>
                    <a:pt x="3250" y="6894"/>
                    <a:pt x="1905" y="6856"/>
                  </a:cubicBezTo>
                  <a:lnTo>
                    <a:pt x="0" y="6856"/>
                  </a:lnTo>
                  <a:lnTo>
                    <a:pt x="0" y="6856"/>
                  </a:lnTo>
                  <a:lnTo>
                    <a:pt x="7110" y="9015"/>
                  </a:lnTo>
                  <a:lnTo>
                    <a:pt x="1418236" y="435497"/>
                  </a:lnTo>
                  <a:lnTo>
                    <a:pt x="1421917" y="436513"/>
                  </a:lnTo>
                  <a:lnTo>
                    <a:pt x="1421917" y="436513"/>
                  </a:lnTo>
                  <a:lnTo>
                    <a:pt x="1421028" y="436513"/>
                  </a:lnTo>
                  <a:lnTo>
                    <a:pt x="1420013" y="435878"/>
                  </a:lnTo>
                  <a:lnTo>
                    <a:pt x="1420013" y="435878"/>
                  </a:lnTo>
                  <a:lnTo>
                    <a:pt x="1420013" y="435243"/>
                  </a:lnTo>
                  <a:lnTo>
                    <a:pt x="1420013" y="434481"/>
                  </a:lnTo>
                  <a:cubicBezTo>
                    <a:pt x="1419962" y="434151"/>
                    <a:pt x="1419962" y="433796"/>
                    <a:pt x="1420013" y="433466"/>
                  </a:cubicBezTo>
                  <a:cubicBezTo>
                    <a:pt x="1419950" y="433174"/>
                    <a:pt x="1419950" y="432869"/>
                    <a:pt x="1420013" y="432577"/>
                  </a:cubicBezTo>
                  <a:cubicBezTo>
                    <a:pt x="1419962" y="432247"/>
                    <a:pt x="1419962" y="431891"/>
                    <a:pt x="1420013" y="431561"/>
                  </a:cubicBezTo>
                  <a:lnTo>
                    <a:pt x="1420013" y="430799"/>
                  </a:lnTo>
                  <a:lnTo>
                    <a:pt x="1420013" y="429910"/>
                  </a:lnTo>
                  <a:lnTo>
                    <a:pt x="1420013" y="429022"/>
                  </a:lnTo>
                  <a:lnTo>
                    <a:pt x="1420013" y="429022"/>
                  </a:lnTo>
                  <a:close/>
                </a:path>
              </a:pathLst>
            </a:custGeom>
            <a:solidFill>
              <a:srgbClr val="000000"/>
            </a:solidFill>
            <a:ln w="12690" cap="flat">
              <a:noFill/>
              <a:prstDash val="solid"/>
              <a:miter/>
            </a:ln>
          </p:spPr>
          <p:txBody>
            <a:bodyPr rtlCol="0" anchor="ctr"/>
            <a:lstStyle/>
            <a:p>
              <a:endParaRPr lang="en-US" sz="1350"/>
            </a:p>
          </p:txBody>
        </p:sp>
        <p:sp>
          <p:nvSpPr>
            <p:cNvPr id="268" name="Freeform: Shape 267">
              <a:extLst>
                <a:ext uri="{FF2B5EF4-FFF2-40B4-BE49-F238E27FC236}">
                  <a16:creationId xmlns:a16="http://schemas.microsoft.com/office/drawing/2014/main" id="{C5E3018B-5850-4B86-85F7-345B150DD13C}"/>
                </a:ext>
              </a:extLst>
            </p:cNvPr>
            <p:cNvSpPr/>
            <p:nvPr/>
          </p:nvSpPr>
          <p:spPr>
            <a:xfrm>
              <a:off x="10633593" y="848890"/>
              <a:ext cx="258888" cy="202258"/>
            </a:xfrm>
            <a:custGeom>
              <a:avLst/>
              <a:gdLst>
                <a:gd name="connsiteX0" fmla="*/ 0 w 258888"/>
                <a:gd name="connsiteY0" fmla="*/ 200735 h 202258"/>
                <a:gd name="connsiteX1" fmla="*/ 0 w 258888"/>
                <a:gd name="connsiteY1" fmla="*/ 200735 h 202258"/>
                <a:gd name="connsiteX2" fmla="*/ 5460 w 258888"/>
                <a:gd name="connsiteY2" fmla="*/ 199592 h 202258"/>
                <a:gd name="connsiteX3" fmla="*/ 14347 w 258888"/>
                <a:gd name="connsiteY3" fmla="*/ 202259 h 202258"/>
                <a:gd name="connsiteX4" fmla="*/ 258888 w 258888"/>
                <a:gd name="connsiteY4" fmla="*/ 3555 h 202258"/>
                <a:gd name="connsiteX5" fmla="*/ 255968 w 258888"/>
                <a:gd name="connsiteY5" fmla="*/ 2666 h 202258"/>
                <a:gd name="connsiteX6" fmla="*/ 247081 w 258888"/>
                <a:gd name="connsiteY6" fmla="*/ 0 h 202258"/>
                <a:gd name="connsiteX7" fmla="*/ 2412 w 258888"/>
                <a:gd name="connsiteY7" fmla="*/ 199465 h 2022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8888" h="202258">
                  <a:moveTo>
                    <a:pt x="0" y="200735"/>
                  </a:moveTo>
                  <a:lnTo>
                    <a:pt x="0" y="200735"/>
                  </a:lnTo>
                  <a:cubicBezTo>
                    <a:pt x="1511" y="199453"/>
                    <a:pt x="3568" y="199021"/>
                    <a:pt x="5460" y="199592"/>
                  </a:cubicBezTo>
                  <a:lnTo>
                    <a:pt x="14347" y="202259"/>
                  </a:lnTo>
                  <a:lnTo>
                    <a:pt x="258888" y="3555"/>
                  </a:lnTo>
                  <a:lnTo>
                    <a:pt x="255968" y="2666"/>
                  </a:lnTo>
                  <a:lnTo>
                    <a:pt x="247081" y="0"/>
                  </a:lnTo>
                  <a:lnTo>
                    <a:pt x="2412" y="199465"/>
                  </a:lnTo>
                  <a:close/>
                </a:path>
              </a:pathLst>
            </a:custGeom>
            <a:solidFill>
              <a:srgbClr val="000000"/>
            </a:solidFill>
            <a:ln w="12690" cap="flat">
              <a:noFill/>
              <a:prstDash val="solid"/>
              <a:miter/>
            </a:ln>
          </p:spPr>
          <p:txBody>
            <a:bodyPr rtlCol="0" anchor="ctr"/>
            <a:lstStyle/>
            <a:p>
              <a:endParaRPr lang="en-US" sz="1350"/>
            </a:p>
          </p:txBody>
        </p:sp>
        <p:sp>
          <p:nvSpPr>
            <p:cNvPr id="269" name="Freeform: Shape 268">
              <a:extLst>
                <a:ext uri="{FF2B5EF4-FFF2-40B4-BE49-F238E27FC236}">
                  <a16:creationId xmlns:a16="http://schemas.microsoft.com/office/drawing/2014/main" id="{B90109BD-77D2-4EBB-9C49-DF3AFEA0E6C7}"/>
                </a:ext>
              </a:extLst>
            </p:cNvPr>
            <p:cNvSpPr/>
            <p:nvPr/>
          </p:nvSpPr>
          <p:spPr>
            <a:xfrm>
              <a:off x="10632958" y="1055973"/>
              <a:ext cx="12696" cy="761"/>
            </a:xfrm>
            <a:custGeom>
              <a:avLst/>
              <a:gdLst>
                <a:gd name="connsiteX0" fmla="*/ 0 w 12696"/>
                <a:gd name="connsiteY0" fmla="*/ 762 h 761"/>
                <a:gd name="connsiteX1" fmla="*/ 0 w 12696"/>
                <a:gd name="connsiteY1" fmla="*/ 0 h 761"/>
                <a:gd name="connsiteX2" fmla="*/ 0 w 12696"/>
                <a:gd name="connsiteY2" fmla="*/ 635 h 761"/>
              </a:gdLst>
              <a:ahLst/>
              <a:cxnLst>
                <a:cxn ang="0">
                  <a:pos x="connsiteX0" y="connsiteY0"/>
                </a:cxn>
                <a:cxn ang="0">
                  <a:pos x="connsiteX1" y="connsiteY1"/>
                </a:cxn>
                <a:cxn ang="0">
                  <a:pos x="connsiteX2" y="connsiteY2"/>
                </a:cxn>
              </a:cxnLst>
              <a:rect l="l" t="t" r="r" b="b"/>
              <a:pathLst>
                <a:path w="12696" h="761">
                  <a:moveTo>
                    <a:pt x="0" y="762"/>
                  </a:moveTo>
                  <a:lnTo>
                    <a:pt x="0" y="0"/>
                  </a:lnTo>
                  <a:lnTo>
                    <a:pt x="0" y="635"/>
                  </a:lnTo>
                  <a:close/>
                </a:path>
              </a:pathLst>
            </a:custGeom>
            <a:solidFill>
              <a:srgbClr val="000000"/>
            </a:solidFill>
            <a:ln w="12690" cap="flat">
              <a:noFill/>
              <a:prstDash val="solid"/>
              <a:miter/>
            </a:ln>
          </p:spPr>
          <p:txBody>
            <a:bodyPr rtlCol="0" anchor="ctr"/>
            <a:lstStyle/>
            <a:p>
              <a:endParaRPr lang="en-US" sz="1350"/>
            </a:p>
          </p:txBody>
        </p:sp>
        <p:sp>
          <p:nvSpPr>
            <p:cNvPr id="270" name="Freeform: Shape 269">
              <a:extLst>
                <a:ext uri="{FF2B5EF4-FFF2-40B4-BE49-F238E27FC236}">
                  <a16:creationId xmlns:a16="http://schemas.microsoft.com/office/drawing/2014/main" id="{2351D74D-937E-4C87-A9C9-885A3A56338E}"/>
                </a:ext>
              </a:extLst>
            </p:cNvPr>
            <p:cNvSpPr/>
            <p:nvPr/>
          </p:nvSpPr>
          <p:spPr>
            <a:xfrm>
              <a:off x="8694787" y="855746"/>
              <a:ext cx="253936" cy="211400"/>
            </a:xfrm>
            <a:custGeom>
              <a:avLst/>
              <a:gdLst>
                <a:gd name="connsiteX0" fmla="*/ 244668 w 253936"/>
                <a:gd name="connsiteY0" fmla="*/ 2158 h 211400"/>
                <a:gd name="connsiteX1" fmla="*/ 244668 w 253936"/>
                <a:gd name="connsiteY1" fmla="*/ 0 h 211400"/>
                <a:gd name="connsiteX2" fmla="*/ 1651 w 253936"/>
                <a:gd name="connsiteY2" fmla="*/ 197561 h 211400"/>
                <a:gd name="connsiteX3" fmla="*/ 1651 w 253936"/>
                <a:gd name="connsiteY3" fmla="*/ 208480 h 211400"/>
                <a:gd name="connsiteX4" fmla="*/ 1651 w 253936"/>
                <a:gd name="connsiteY4" fmla="*/ 209369 h 211400"/>
                <a:gd name="connsiteX5" fmla="*/ 1651 w 253936"/>
                <a:gd name="connsiteY5" fmla="*/ 209369 h 211400"/>
                <a:gd name="connsiteX6" fmla="*/ 0 w 253936"/>
                <a:gd name="connsiteY6" fmla="*/ 211400 h 211400"/>
                <a:gd name="connsiteX7" fmla="*/ 0 w 253936"/>
                <a:gd name="connsiteY7" fmla="*/ 211400 h 211400"/>
                <a:gd name="connsiteX8" fmla="*/ 253937 w 253936"/>
                <a:gd name="connsiteY8" fmla="*/ 5079 h 211400"/>
                <a:gd name="connsiteX9" fmla="*/ 253937 w 253936"/>
                <a:gd name="connsiteY9" fmla="*/ 5079 h 211400"/>
                <a:gd name="connsiteX10" fmla="*/ 250255 w 253936"/>
                <a:gd name="connsiteY10" fmla="*/ 6475 h 211400"/>
                <a:gd name="connsiteX11" fmla="*/ 244668 w 253936"/>
                <a:gd name="connsiteY11" fmla="*/ 2158 h 211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3936" h="211400">
                  <a:moveTo>
                    <a:pt x="244668" y="2158"/>
                  </a:moveTo>
                  <a:lnTo>
                    <a:pt x="244668" y="0"/>
                  </a:lnTo>
                  <a:lnTo>
                    <a:pt x="1651" y="197561"/>
                  </a:lnTo>
                  <a:lnTo>
                    <a:pt x="1651" y="208480"/>
                  </a:lnTo>
                  <a:cubicBezTo>
                    <a:pt x="1651" y="208480"/>
                    <a:pt x="1651" y="208480"/>
                    <a:pt x="1651" y="209369"/>
                  </a:cubicBezTo>
                  <a:lnTo>
                    <a:pt x="1651" y="209369"/>
                  </a:lnTo>
                  <a:cubicBezTo>
                    <a:pt x="1372" y="210219"/>
                    <a:pt x="775" y="210943"/>
                    <a:pt x="0" y="211400"/>
                  </a:cubicBezTo>
                  <a:lnTo>
                    <a:pt x="0" y="211400"/>
                  </a:lnTo>
                  <a:lnTo>
                    <a:pt x="253937" y="5079"/>
                  </a:lnTo>
                  <a:lnTo>
                    <a:pt x="253937" y="5079"/>
                  </a:lnTo>
                  <a:cubicBezTo>
                    <a:pt x="252921" y="5980"/>
                    <a:pt x="251613" y="6475"/>
                    <a:pt x="250255" y="6475"/>
                  </a:cubicBezTo>
                  <a:cubicBezTo>
                    <a:pt x="247550" y="6716"/>
                    <a:pt x="245125" y="4837"/>
                    <a:pt x="244668" y="2158"/>
                  </a:cubicBezTo>
                  <a:close/>
                </a:path>
              </a:pathLst>
            </a:custGeom>
            <a:solidFill>
              <a:srgbClr val="000000"/>
            </a:solidFill>
            <a:ln w="12690" cap="flat">
              <a:noFill/>
              <a:prstDash val="solid"/>
              <a:miter/>
            </a:ln>
          </p:spPr>
          <p:txBody>
            <a:bodyPr rtlCol="0" anchor="ctr"/>
            <a:lstStyle/>
            <a:p>
              <a:endParaRPr lang="en-US" sz="1350"/>
            </a:p>
          </p:txBody>
        </p:sp>
        <p:sp>
          <p:nvSpPr>
            <p:cNvPr id="271" name="Freeform: Shape 270">
              <a:extLst>
                <a:ext uri="{FF2B5EF4-FFF2-40B4-BE49-F238E27FC236}">
                  <a16:creationId xmlns:a16="http://schemas.microsoft.com/office/drawing/2014/main" id="{EBD515AA-2FBE-44C8-8C7D-57A11894521D}"/>
                </a:ext>
              </a:extLst>
            </p:cNvPr>
            <p:cNvSpPr/>
            <p:nvPr/>
          </p:nvSpPr>
          <p:spPr>
            <a:xfrm>
              <a:off x="5051688" y="-39118"/>
              <a:ext cx="3638910" cy="1108170"/>
            </a:xfrm>
            <a:custGeom>
              <a:avLst/>
              <a:gdLst>
                <a:gd name="connsiteX0" fmla="*/ 1068184 w 3638910"/>
                <a:gd name="connsiteY0" fmla="*/ 331257 h 1108170"/>
                <a:gd name="connsiteX1" fmla="*/ 1068184 w 3638910"/>
                <a:gd name="connsiteY1" fmla="*/ 331257 h 1108170"/>
                <a:gd name="connsiteX2" fmla="*/ 3637260 w 3638910"/>
                <a:gd name="connsiteY2" fmla="*/ 1108168 h 1108170"/>
                <a:gd name="connsiteX3" fmla="*/ 3638910 w 3638910"/>
                <a:gd name="connsiteY3" fmla="*/ 1108168 h 1108170"/>
                <a:gd name="connsiteX4" fmla="*/ 3633577 w 3638910"/>
                <a:gd name="connsiteY4" fmla="*/ 1103217 h 1108170"/>
                <a:gd name="connsiteX5" fmla="*/ 3633577 w 3638910"/>
                <a:gd name="connsiteY5" fmla="*/ 1096487 h 1108170"/>
                <a:gd name="connsiteX6" fmla="*/ 7364 w 3638910"/>
                <a:gd name="connsiteY6" fmla="*/ 0 h 1108170"/>
                <a:gd name="connsiteX7" fmla="*/ 7364 w 3638910"/>
                <a:gd name="connsiteY7" fmla="*/ 3555 h 1108170"/>
                <a:gd name="connsiteX8" fmla="*/ 1904 w 3638910"/>
                <a:gd name="connsiteY8" fmla="*/ 8380 h 1108170"/>
                <a:gd name="connsiteX9" fmla="*/ 0 w 3638910"/>
                <a:gd name="connsiteY9" fmla="*/ 8380 h 1108170"/>
                <a:gd name="connsiteX10" fmla="*/ 0 w 3638910"/>
                <a:gd name="connsiteY10" fmla="*/ 8380 h 1108170"/>
                <a:gd name="connsiteX11" fmla="*/ 486034 w 3638910"/>
                <a:gd name="connsiteY11" fmla="*/ 155408 h 1108170"/>
                <a:gd name="connsiteX12" fmla="*/ 1068311 w 3638910"/>
                <a:gd name="connsiteY12" fmla="*/ 331384 h 1108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638910" h="1108170">
                  <a:moveTo>
                    <a:pt x="1068184" y="331257"/>
                  </a:moveTo>
                  <a:lnTo>
                    <a:pt x="1068184" y="331257"/>
                  </a:lnTo>
                  <a:lnTo>
                    <a:pt x="3637260" y="1108168"/>
                  </a:lnTo>
                  <a:lnTo>
                    <a:pt x="3638910" y="1108168"/>
                  </a:lnTo>
                  <a:cubicBezTo>
                    <a:pt x="3636079" y="1108245"/>
                    <a:pt x="3633717" y="1106048"/>
                    <a:pt x="3633577" y="1103217"/>
                  </a:cubicBezTo>
                  <a:lnTo>
                    <a:pt x="3633577" y="1096487"/>
                  </a:lnTo>
                  <a:lnTo>
                    <a:pt x="7364" y="0"/>
                  </a:lnTo>
                  <a:lnTo>
                    <a:pt x="7364" y="3555"/>
                  </a:lnTo>
                  <a:cubicBezTo>
                    <a:pt x="7161" y="6386"/>
                    <a:pt x="4736" y="8519"/>
                    <a:pt x="1904" y="8380"/>
                  </a:cubicBezTo>
                  <a:cubicBezTo>
                    <a:pt x="1269" y="8494"/>
                    <a:pt x="635" y="8494"/>
                    <a:pt x="0" y="8380"/>
                  </a:cubicBezTo>
                  <a:lnTo>
                    <a:pt x="0" y="8380"/>
                  </a:lnTo>
                  <a:lnTo>
                    <a:pt x="486034" y="155408"/>
                  </a:lnTo>
                  <a:lnTo>
                    <a:pt x="1068311" y="331384"/>
                  </a:lnTo>
                  <a:close/>
                </a:path>
              </a:pathLst>
            </a:custGeom>
            <a:solidFill>
              <a:srgbClr val="000000"/>
            </a:solidFill>
            <a:ln w="12690" cap="flat">
              <a:noFill/>
              <a:prstDash val="solid"/>
              <a:miter/>
            </a:ln>
          </p:spPr>
          <p:txBody>
            <a:bodyPr rtlCol="0" anchor="ctr"/>
            <a:lstStyle/>
            <a:p>
              <a:endParaRPr lang="en-US" sz="1350"/>
            </a:p>
          </p:txBody>
        </p:sp>
        <p:sp>
          <p:nvSpPr>
            <p:cNvPr id="272" name="Freeform: Shape 271">
              <a:extLst>
                <a:ext uri="{FF2B5EF4-FFF2-40B4-BE49-F238E27FC236}">
                  <a16:creationId xmlns:a16="http://schemas.microsoft.com/office/drawing/2014/main" id="{BD30C0F3-51A0-427E-A607-4F0809ADC9B5}"/>
                </a:ext>
              </a:extLst>
            </p:cNvPr>
            <p:cNvSpPr/>
            <p:nvPr/>
          </p:nvSpPr>
          <p:spPr>
            <a:xfrm>
              <a:off x="8696245" y="1065369"/>
              <a:ext cx="66" cy="761"/>
            </a:xfrm>
            <a:custGeom>
              <a:avLst/>
              <a:gdLst>
                <a:gd name="connsiteX0" fmla="*/ 66 w 66"/>
                <a:gd name="connsiteY0" fmla="*/ 0 h 761"/>
                <a:gd name="connsiteX1" fmla="*/ 66 w 66"/>
                <a:gd name="connsiteY1" fmla="*/ 762 h 761"/>
                <a:gd name="connsiteX2" fmla="*/ 66 w 66"/>
                <a:gd name="connsiteY2" fmla="*/ 762 h 761"/>
                <a:gd name="connsiteX3" fmla="*/ 66 w 66"/>
                <a:gd name="connsiteY3" fmla="*/ 0 h 761"/>
              </a:gdLst>
              <a:ahLst/>
              <a:cxnLst>
                <a:cxn ang="0">
                  <a:pos x="connsiteX0" y="connsiteY0"/>
                </a:cxn>
                <a:cxn ang="0">
                  <a:pos x="connsiteX1" y="connsiteY1"/>
                </a:cxn>
                <a:cxn ang="0">
                  <a:pos x="connsiteX2" y="connsiteY2"/>
                </a:cxn>
                <a:cxn ang="0">
                  <a:pos x="connsiteX3" y="connsiteY3"/>
                </a:cxn>
              </a:cxnLst>
              <a:rect l="l" t="t" r="r" b="b"/>
              <a:pathLst>
                <a:path w="66" h="761">
                  <a:moveTo>
                    <a:pt x="66" y="0"/>
                  </a:moveTo>
                  <a:lnTo>
                    <a:pt x="66" y="762"/>
                  </a:lnTo>
                  <a:lnTo>
                    <a:pt x="66" y="762"/>
                  </a:lnTo>
                  <a:cubicBezTo>
                    <a:pt x="-22" y="521"/>
                    <a:pt x="-22" y="241"/>
                    <a:pt x="66" y="0"/>
                  </a:cubicBezTo>
                  <a:close/>
                </a:path>
              </a:pathLst>
            </a:custGeom>
            <a:solidFill>
              <a:srgbClr val="000000"/>
            </a:solidFill>
            <a:ln w="12690" cap="flat">
              <a:noFill/>
              <a:prstDash val="solid"/>
              <a:miter/>
            </a:ln>
          </p:spPr>
          <p:txBody>
            <a:bodyPr rtlCol="0" anchor="ctr"/>
            <a:lstStyle/>
            <a:p>
              <a:endParaRPr lang="en-US" sz="1350"/>
            </a:p>
          </p:txBody>
        </p:sp>
        <p:sp>
          <p:nvSpPr>
            <p:cNvPr id="276" name="Freeform: Shape 275">
              <a:extLst>
                <a:ext uri="{FF2B5EF4-FFF2-40B4-BE49-F238E27FC236}">
                  <a16:creationId xmlns:a16="http://schemas.microsoft.com/office/drawing/2014/main" id="{2BA7C2CC-4C5B-4C3E-A513-F96E7A47C1E0}"/>
                </a:ext>
              </a:extLst>
            </p:cNvPr>
            <p:cNvSpPr/>
            <p:nvPr/>
          </p:nvSpPr>
          <p:spPr>
            <a:xfrm>
              <a:off x="8685011" y="445262"/>
              <a:ext cx="10537" cy="624171"/>
            </a:xfrm>
            <a:custGeom>
              <a:avLst/>
              <a:gdLst>
                <a:gd name="connsiteX0" fmla="*/ 635 w 10537"/>
                <a:gd name="connsiteY0" fmla="*/ 619218 h 624171"/>
                <a:gd name="connsiteX1" fmla="*/ 5967 w 10537"/>
                <a:gd name="connsiteY1" fmla="*/ 624170 h 624171"/>
                <a:gd name="connsiteX2" fmla="*/ 8888 w 10537"/>
                <a:gd name="connsiteY2" fmla="*/ 623281 h 624171"/>
                <a:gd name="connsiteX3" fmla="*/ 8888 w 10537"/>
                <a:gd name="connsiteY3" fmla="*/ 623281 h 624171"/>
                <a:gd name="connsiteX4" fmla="*/ 8888 w 10537"/>
                <a:gd name="connsiteY4" fmla="*/ 623281 h 624171"/>
                <a:gd name="connsiteX5" fmla="*/ 10538 w 10537"/>
                <a:gd name="connsiteY5" fmla="*/ 621250 h 624171"/>
                <a:gd name="connsiteX6" fmla="*/ 10538 w 10537"/>
                <a:gd name="connsiteY6" fmla="*/ 620488 h 624171"/>
                <a:gd name="connsiteX7" fmla="*/ 10538 w 10537"/>
                <a:gd name="connsiteY7" fmla="*/ 619599 h 624171"/>
                <a:gd name="connsiteX8" fmla="*/ 10538 w 10537"/>
                <a:gd name="connsiteY8" fmla="*/ 0 h 624171"/>
                <a:gd name="connsiteX9" fmla="*/ 8761 w 10537"/>
                <a:gd name="connsiteY9" fmla="*/ 1524 h 624171"/>
                <a:gd name="connsiteX10" fmla="*/ 8761 w 10537"/>
                <a:gd name="connsiteY10" fmla="*/ 1524 h 624171"/>
                <a:gd name="connsiteX11" fmla="*/ 7110 w 10537"/>
                <a:gd name="connsiteY11" fmla="*/ 2285 h 624171"/>
                <a:gd name="connsiteX12" fmla="*/ 5332 w 10537"/>
                <a:gd name="connsiteY12" fmla="*/ 2285 h 624171"/>
                <a:gd name="connsiteX13" fmla="*/ 3682 w 10537"/>
                <a:gd name="connsiteY13" fmla="*/ 2285 h 624171"/>
                <a:gd name="connsiteX14" fmla="*/ 0 w 10537"/>
                <a:gd name="connsiteY14" fmla="*/ 1143 h 624171"/>
                <a:gd name="connsiteX15" fmla="*/ 0 w 10537"/>
                <a:gd name="connsiteY15" fmla="*/ 618964 h 624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537" h="624171">
                  <a:moveTo>
                    <a:pt x="635" y="619218"/>
                  </a:moveTo>
                  <a:cubicBezTo>
                    <a:pt x="774" y="622050"/>
                    <a:pt x="3136" y="624246"/>
                    <a:pt x="5967" y="624170"/>
                  </a:cubicBezTo>
                  <a:cubicBezTo>
                    <a:pt x="7009" y="624145"/>
                    <a:pt x="8011" y="623840"/>
                    <a:pt x="8888" y="623281"/>
                  </a:cubicBezTo>
                  <a:lnTo>
                    <a:pt x="8888" y="623281"/>
                  </a:lnTo>
                  <a:lnTo>
                    <a:pt x="8888" y="623281"/>
                  </a:lnTo>
                  <a:cubicBezTo>
                    <a:pt x="9662" y="622824"/>
                    <a:pt x="10259" y="622100"/>
                    <a:pt x="10538" y="621250"/>
                  </a:cubicBezTo>
                  <a:lnTo>
                    <a:pt x="10538" y="620488"/>
                  </a:lnTo>
                  <a:cubicBezTo>
                    <a:pt x="10538" y="620488"/>
                    <a:pt x="10538" y="619853"/>
                    <a:pt x="10538" y="619599"/>
                  </a:cubicBezTo>
                  <a:lnTo>
                    <a:pt x="10538" y="0"/>
                  </a:lnTo>
                  <a:lnTo>
                    <a:pt x="8761" y="1524"/>
                  </a:lnTo>
                  <a:lnTo>
                    <a:pt x="8761" y="1524"/>
                  </a:lnTo>
                  <a:cubicBezTo>
                    <a:pt x="8252" y="1854"/>
                    <a:pt x="7694" y="2108"/>
                    <a:pt x="7110" y="2285"/>
                  </a:cubicBezTo>
                  <a:cubicBezTo>
                    <a:pt x="6526" y="2412"/>
                    <a:pt x="5917" y="2412"/>
                    <a:pt x="5332" y="2285"/>
                  </a:cubicBezTo>
                  <a:lnTo>
                    <a:pt x="3682" y="2285"/>
                  </a:lnTo>
                  <a:lnTo>
                    <a:pt x="0" y="1143"/>
                  </a:lnTo>
                  <a:lnTo>
                    <a:pt x="0" y="618964"/>
                  </a:lnTo>
                  <a:close/>
                </a:path>
              </a:pathLst>
            </a:custGeom>
            <a:solidFill>
              <a:srgbClr val="000000"/>
            </a:solidFill>
            <a:ln w="12690" cap="flat">
              <a:noFill/>
              <a:prstDash val="solid"/>
              <a:miter/>
            </a:ln>
          </p:spPr>
          <p:txBody>
            <a:bodyPr rtlCol="0" anchor="ctr"/>
            <a:lstStyle/>
            <a:p>
              <a:endParaRPr lang="en-US" sz="1350"/>
            </a:p>
          </p:txBody>
        </p:sp>
        <p:sp>
          <p:nvSpPr>
            <p:cNvPr id="791" name="Freeform 790">
              <a:extLst>
                <a:ext uri="{FF2B5EF4-FFF2-40B4-BE49-F238E27FC236}">
                  <a16:creationId xmlns:a16="http://schemas.microsoft.com/office/drawing/2014/main" id="{676E1FD3-28A9-7EA4-4B57-B6D4974B61F1}"/>
                </a:ext>
              </a:extLst>
            </p:cNvPr>
            <p:cNvSpPr/>
            <p:nvPr/>
          </p:nvSpPr>
          <p:spPr>
            <a:xfrm>
              <a:off x="7164989" y="-12695"/>
              <a:ext cx="1525737" cy="460751"/>
            </a:xfrm>
            <a:custGeom>
              <a:avLst/>
              <a:gdLst>
                <a:gd name="connsiteX0" fmla="*/ 0 w 1525737"/>
                <a:gd name="connsiteY0" fmla="*/ 0 h 460751"/>
                <a:gd name="connsiteX1" fmla="*/ 34663 w 1525737"/>
                <a:gd name="connsiteY1" fmla="*/ 0 h 460751"/>
                <a:gd name="connsiteX2" fmla="*/ 1524087 w 1525737"/>
                <a:gd name="connsiteY2" fmla="*/ 450213 h 460751"/>
                <a:gd name="connsiteX3" fmla="*/ 1521801 w 1525737"/>
                <a:gd name="connsiteY3" fmla="*/ 452117 h 460751"/>
                <a:gd name="connsiteX4" fmla="*/ 1521458 w 1525737"/>
                <a:gd name="connsiteY4" fmla="*/ 452460 h 460751"/>
                <a:gd name="connsiteX5" fmla="*/ 1521801 w 1525737"/>
                <a:gd name="connsiteY5" fmla="*/ 459100 h 460751"/>
                <a:gd name="connsiteX6" fmla="*/ 1525737 w 1525737"/>
                <a:gd name="connsiteY6" fmla="*/ 460751 h 460751"/>
                <a:gd name="connsiteX7" fmla="*/ 1524087 w 1525737"/>
                <a:gd name="connsiteY7" fmla="*/ 460751 h 460751"/>
                <a:gd name="connsiteX8" fmla="*/ 1520404 w 1525737"/>
                <a:gd name="connsiteY8" fmla="*/ 459608 h 460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25737" h="460751">
                  <a:moveTo>
                    <a:pt x="0" y="0"/>
                  </a:moveTo>
                  <a:lnTo>
                    <a:pt x="34663" y="0"/>
                  </a:lnTo>
                  <a:lnTo>
                    <a:pt x="1524087" y="450213"/>
                  </a:lnTo>
                  <a:lnTo>
                    <a:pt x="1521801" y="452117"/>
                  </a:lnTo>
                  <a:cubicBezTo>
                    <a:pt x="1521674" y="452231"/>
                    <a:pt x="1521560" y="452346"/>
                    <a:pt x="1521458" y="452460"/>
                  </a:cubicBezTo>
                  <a:cubicBezTo>
                    <a:pt x="1519719" y="454390"/>
                    <a:pt x="1519871" y="457361"/>
                    <a:pt x="1521801" y="459100"/>
                  </a:cubicBezTo>
                  <a:cubicBezTo>
                    <a:pt x="1522855" y="460129"/>
                    <a:pt x="1524264" y="460713"/>
                    <a:pt x="1525737" y="460751"/>
                  </a:cubicBezTo>
                  <a:lnTo>
                    <a:pt x="1524087" y="460751"/>
                  </a:lnTo>
                  <a:lnTo>
                    <a:pt x="1520404" y="459608"/>
                  </a:lnTo>
                  <a:close/>
                </a:path>
              </a:pathLst>
            </a:custGeom>
            <a:solidFill>
              <a:srgbClr val="000000"/>
            </a:solidFill>
            <a:ln w="12690" cap="flat">
              <a:noFill/>
              <a:prstDash val="solid"/>
              <a:miter/>
            </a:ln>
          </p:spPr>
          <p:txBody>
            <a:bodyPr wrap="square" rtlCol="0" anchor="ctr">
              <a:noAutofit/>
            </a:bodyPr>
            <a:lstStyle/>
            <a:p>
              <a:endParaRPr lang="en-US" sz="1350"/>
            </a:p>
          </p:txBody>
        </p:sp>
        <p:sp>
          <p:nvSpPr>
            <p:cNvPr id="280" name="Freeform: Shape 279">
              <a:extLst>
                <a:ext uri="{FF2B5EF4-FFF2-40B4-BE49-F238E27FC236}">
                  <a16:creationId xmlns:a16="http://schemas.microsoft.com/office/drawing/2014/main" id="{8F0BCCC5-0B68-482E-8C8A-A5B4323F0D43}"/>
                </a:ext>
              </a:extLst>
            </p:cNvPr>
            <p:cNvSpPr/>
            <p:nvPr/>
          </p:nvSpPr>
          <p:spPr>
            <a:xfrm>
              <a:off x="8948851" y="233481"/>
              <a:ext cx="12696" cy="12696"/>
            </a:xfrm>
            <a:custGeom>
              <a:avLst/>
              <a:gdLst>
                <a:gd name="connsiteX0" fmla="*/ 0 w 12696"/>
                <a:gd name="connsiteY0" fmla="*/ 0 h 12696"/>
                <a:gd name="connsiteX1" fmla="*/ 0 w 12696"/>
                <a:gd name="connsiteY1" fmla="*/ 0 h 12696"/>
                <a:gd name="connsiteX2" fmla="*/ 0 w 12696"/>
                <a:gd name="connsiteY2" fmla="*/ 0 h 12696"/>
                <a:gd name="connsiteX3" fmla="*/ 0 w 12696"/>
                <a:gd name="connsiteY3" fmla="*/ 0 h 12696"/>
              </a:gdLst>
              <a:ahLst/>
              <a:cxnLst>
                <a:cxn ang="0">
                  <a:pos x="connsiteX0" y="connsiteY0"/>
                </a:cxn>
                <a:cxn ang="0">
                  <a:pos x="connsiteX1" y="connsiteY1"/>
                </a:cxn>
                <a:cxn ang="0">
                  <a:pos x="connsiteX2" y="connsiteY2"/>
                </a:cxn>
                <a:cxn ang="0">
                  <a:pos x="connsiteX3" y="connsiteY3"/>
                </a:cxn>
              </a:cxnLst>
              <a:rect l="l" t="t" r="r" b="b"/>
              <a:pathLst>
                <a:path w="12696" h="12696">
                  <a:moveTo>
                    <a:pt x="0" y="0"/>
                  </a:moveTo>
                  <a:lnTo>
                    <a:pt x="0" y="0"/>
                  </a:ln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281" name="Freeform: Shape 280">
              <a:extLst>
                <a:ext uri="{FF2B5EF4-FFF2-40B4-BE49-F238E27FC236}">
                  <a16:creationId xmlns:a16="http://schemas.microsoft.com/office/drawing/2014/main" id="{FBA12E71-9095-4443-8098-86C05A391A99}"/>
                </a:ext>
              </a:extLst>
            </p:cNvPr>
            <p:cNvSpPr/>
            <p:nvPr/>
          </p:nvSpPr>
          <p:spPr>
            <a:xfrm>
              <a:off x="8949994" y="234877"/>
              <a:ext cx="12696" cy="888"/>
            </a:xfrm>
            <a:custGeom>
              <a:avLst/>
              <a:gdLst>
                <a:gd name="connsiteX0" fmla="*/ 0 w 12696"/>
                <a:gd name="connsiteY0" fmla="*/ 889 h 888"/>
                <a:gd name="connsiteX1" fmla="*/ 0 w 12696"/>
                <a:gd name="connsiteY1" fmla="*/ 889 h 888"/>
                <a:gd name="connsiteX2" fmla="*/ 0 w 12696"/>
                <a:gd name="connsiteY2" fmla="*/ 0 h 888"/>
              </a:gdLst>
              <a:ahLst/>
              <a:cxnLst>
                <a:cxn ang="0">
                  <a:pos x="connsiteX0" y="connsiteY0"/>
                </a:cxn>
                <a:cxn ang="0">
                  <a:pos x="connsiteX1" y="connsiteY1"/>
                </a:cxn>
                <a:cxn ang="0">
                  <a:pos x="connsiteX2" y="connsiteY2"/>
                </a:cxn>
              </a:cxnLst>
              <a:rect l="l" t="t" r="r" b="b"/>
              <a:pathLst>
                <a:path w="12696" h="888">
                  <a:moveTo>
                    <a:pt x="0" y="889"/>
                  </a:moveTo>
                  <a:lnTo>
                    <a:pt x="0" y="889"/>
                  </a:lnTo>
                  <a:cubicBezTo>
                    <a:pt x="0" y="889"/>
                    <a:pt x="0" y="889"/>
                    <a:pt x="0" y="0"/>
                  </a:cubicBezTo>
                  <a:close/>
                </a:path>
              </a:pathLst>
            </a:custGeom>
            <a:solidFill>
              <a:srgbClr val="000000"/>
            </a:solidFill>
            <a:ln w="12690" cap="flat">
              <a:noFill/>
              <a:prstDash val="solid"/>
              <a:miter/>
            </a:ln>
          </p:spPr>
          <p:txBody>
            <a:bodyPr rtlCol="0" anchor="ctr"/>
            <a:lstStyle/>
            <a:p>
              <a:endParaRPr lang="en-US" sz="1350"/>
            </a:p>
          </p:txBody>
        </p:sp>
        <p:sp>
          <p:nvSpPr>
            <p:cNvPr id="282" name="Freeform: Shape 281">
              <a:extLst>
                <a:ext uri="{FF2B5EF4-FFF2-40B4-BE49-F238E27FC236}">
                  <a16:creationId xmlns:a16="http://schemas.microsoft.com/office/drawing/2014/main" id="{B8402502-70A7-45AA-AFA6-F33FCDEEBDC8}"/>
                </a:ext>
              </a:extLst>
            </p:cNvPr>
            <p:cNvSpPr/>
            <p:nvPr/>
          </p:nvSpPr>
          <p:spPr>
            <a:xfrm>
              <a:off x="8947073" y="232719"/>
              <a:ext cx="762" cy="12696"/>
            </a:xfrm>
            <a:custGeom>
              <a:avLst/>
              <a:gdLst>
                <a:gd name="connsiteX0" fmla="*/ 763 w 762"/>
                <a:gd name="connsiteY0" fmla="*/ 0 h 12696"/>
                <a:gd name="connsiteX1" fmla="*/ 763 w 762"/>
                <a:gd name="connsiteY1" fmla="*/ 0 h 12696"/>
                <a:gd name="connsiteX2" fmla="*/ 0 w 762"/>
                <a:gd name="connsiteY2" fmla="*/ 0 h 12696"/>
              </a:gdLst>
              <a:ahLst/>
              <a:cxnLst>
                <a:cxn ang="0">
                  <a:pos x="connsiteX0" y="connsiteY0"/>
                </a:cxn>
                <a:cxn ang="0">
                  <a:pos x="connsiteX1" y="connsiteY1"/>
                </a:cxn>
                <a:cxn ang="0">
                  <a:pos x="connsiteX2" y="connsiteY2"/>
                </a:cxn>
              </a:cxnLst>
              <a:rect l="l" t="t" r="r" b="b"/>
              <a:pathLst>
                <a:path w="762" h="12696">
                  <a:moveTo>
                    <a:pt x="763" y="0"/>
                  </a:moveTo>
                  <a:lnTo>
                    <a:pt x="763" y="0"/>
                  </a:lnTo>
                  <a:lnTo>
                    <a:pt x="0" y="0"/>
                  </a:lnTo>
                  <a:close/>
                </a:path>
              </a:pathLst>
            </a:custGeom>
            <a:solidFill>
              <a:srgbClr val="000000"/>
            </a:solidFill>
            <a:ln w="12690" cap="flat">
              <a:noFill/>
              <a:prstDash val="solid"/>
              <a:miter/>
            </a:ln>
          </p:spPr>
          <p:txBody>
            <a:bodyPr rtlCol="0" anchor="ctr"/>
            <a:lstStyle/>
            <a:p>
              <a:endParaRPr lang="en-US" sz="1350"/>
            </a:p>
          </p:txBody>
        </p:sp>
        <p:sp>
          <p:nvSpPr>
            <p:cNvPr id="283" name="Freeform: Shape 282">
              <a:extLst>
                <a:ext uri="{FF2B5EF4-FFF2-40B4-BE49-F238E27FC236}">
                  <a16:creationId xmlns:a16="http://schemas.microsoft.com/office/drawing/2014/main" id="{626C61C4-91D8-4D1E-91F6-70E3BA8083A2}"/>
                </a:ext>
              </a:extLst>
            </p:cNvPr>
            <p:cNvSpPr/>
            <p:nvPr/>
          </p:nvSpPr>
          <p:spPr>
            <a:xfrm>
              <a:off x="8685923" y="239448"/>
              <a:ext cx="253532" cy="208702"/>
            </a:xfrm>
            <a:custGeom>
              <a:avLst/>
              <a:gdLst>
                <a:gd name="connsiteX0" fmla="*/ 1120 w 253532"/>
                <a:gd name="connsiteY0" fmla="*/ 206956 h 208702"/>
                <a:gd name="connsiteX1" fmla="*/ 5056 w 253532"/>
                <a:gd name="connsiteY1" fmla="*/ 208607 h 208702"/>
                <a:gd name="connsiteX2" fmla="*/ 6834 w 253532"/>
                <a:gd name="connsiteY2" fmla="*/ 208607 h 208702"/>
                <a:gd name="connsiteX3" fmla="*/ 8484 w 253532"/>
                <a:gd name="connsiteY3" fmla="*/ 207845 h 208702"/>
                <a:gd name="connsiteX4" fmla="*/ 8484 w 253532"/>
                <a:gd name="connsiteY4" fmla="*/ 207845 h 208702"/>
                <a:gd name="connsiteX5" fmla="*/ 10262 w 253532"/>
                <a:gd name="connsiteY5" fmla="*/ 206321 h 208702"/>
                <a:gd name="connsiteX6" fmla="*/ 253533 w 253532"/>
                <a:gd name="connsiteY6" fmla="*/ 9015 h 208702"/>
                <a:gd name="connsiteX7" fmla="*/ 253533 w 253532"/>
                <a:gd name="connsiteY7" fmla="*/ 1524 h 208702"/>
                <a:gd name="connsiteX8" fmla="*/ 248454 w 253532"/>
                <a:gd name="connsiteY8" fmla="*/ 0 h 208702"/>
                <a:gd name="connsiteX9" fmla="*/ 4421 w 253532"/>
                <a:gd name="connsiteY9" fmla="*/ 198069 h 208702"/>
                <a:gd name="connsiteX10" fmla="*/ 2136 w 253532"/>
                <a:gd name="connsiteY10" fmla="*/ 199973 h 208702"/>
                <a:gd name="connsiteX11" fmla="*/ 764 w 253532"/>
                <a:gd name="connsiteY11" fmla="*/ 206474 h 208702"/>
                <a:gd name="connsiteX12" fmla="*/ 1120 w 253532"/>
                <a:gd name="connsiteY12" fmla="*/ 206956 h 208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53532" h="208702">
                  <a:moveTo>
                    <a:pt x="1120" y="206956"/>
                  </a:moveTo>
                  <a:cubicBezTo>
                    <a:pt x="2174" y="207985"/>
                    <a:pt x="3583" y="208569"/>
                    <a:pt x="5056" y="208607"/>
                  </a:cubicBezTo>
                  <a:cubicBezTo>
                    <a:pt x="5640" y="208734"/>
                    <a:pt x="6249" y="208734"/>
                    <a:pt x="6834" y="208607"/>
                  </a:cubicBezTo>
                  <a:cubicBezTo>
                    <a:pt x="7418" y="208429"/>
                    <a:pt x="7977" y="208175"/>
                    <a:pt x="8484" y="207845"/>
                  </a:cubicBezTo>
                  <a:lnTo>
                    <a:pt x="8484" y="207845"/>
                  </a:lnTo>
                  <a:lnTo>
                    <a:pt x="10262" y="206321"/>
                  </a:lnTo>
                  <a:lnTo>
                    <a:pt x="253533" y="9015"/>
                  </a:lnTo>
                  <a:lnTo>
                    <a:pt x="253533" y="1524"/>
                  </a:lnTo>
                  <a:lnTo>
                    <a:pt x="248454" y="0"/>
                  </a:lnTo>
                  <a:lnTo>
                    <a:pt x="4421" y="198069"/>
                  </a:lnTo>
                  <a:lnTo>
                    <a:pt x="2136" y="199973"/>
                  </a:lnTo>
                  <a:cubicBezTo>
                    <a:pt x="-36" y="201383"/>
                    <a:pt x="-658" y="204303"/>
                    <a:pt x="764" y="206474"/>
                  </a:cubicBezTo>
                  <a:cubicBezTo>
                    <a:pt x="866" y="206639"/>
                    <a:pt x="993" y="206804"/>
                    <a:pt x="1120" y="206956"/>
                  </a:cubicBezTo>
                  <a:close/>
                </a:path>
              </a:pathLst>
            </a:custGeom>
            <a:solidFill>
              <a:srgbClr val="000000"/>
            </a:solidFill>
            <a:ln w="12690" cap="flat">
              <a:noFill/>
              <a:prstDash val="solid"/>
              <a:miter/>
            </a:ln>
          </p:spPr>
          <p:txBody>
            <a:bodyPr rtlCol="0" anchor="ctr"/>
            <a:lstStyle/>
            <a:p>
              <a:endParaRPr lang="en-US" sz="1350"/>
            </a:p>
          </p:txBody>
        </p:sp>
        <p:sp>
          <p:nvSpPr>
            <p:cNvPr id="297" name="Freeform: Shape 296">
              <a:extLst>
                <a:ext uri="{FF2B5EF4-FFF2-40B4-BE49-F238E27FC236}">
                  <a16:creationId xmlns:a16="http://schemas.microsoft.com/office/drawing/2014/main" id="{12516173-86F5-44BF-891F-9EC604600F62}"/>
                </a:ext>
              </a:extLst>
            </p:cNvPr>
            <p:cNvSpPr/>
            <p:nvPr/>
          </p:nvSpPr>
          <p:spPr>
            <a:xfrm>
              <a:off x="8950375" y="397522"/>
              <a:ext cx="389665" cy="125316"/>
            </a:xfrm>
            <a:custGeom>
              <a:avLst/>
              <a:gdLst>
                <a:gd name="connsiteX0" fmla="*/ 0 w 389665"/>
                <a:gd name="connsiteY0" fmla="*/ 10411 h 125316"/>
                <a:gd name="connsiteX1" fmla="*/ 380397 w 389665"/>
                <a:gd name="connsiteY1" fmla="*/ 125316 h 125316"/>
                <a:gd name="connsiteX2" fmla="*/ 387380 w 389665"/>
                <a:gd name="connsiteY2" fmla="*/ 119730 h 125316"/>
                <a:gd name="connsiteX3" fmla="*/ 387380 w 389665"/>
                <a:gd name="connsiteY3" fmla="*/ 119730 h 125316"/>
                <a:gd name="connsiteX4" fmla="*/ 387380 w 389665"/>
                <a:gd name="connsiteY4" fmla="*/ 119730 h 125316"/>
                <a:gd name="connsiteX5" fmla="*/ 389666 w 389665"/>
                <a:gd name="connsiteY5" fmla="*/ 117825 h 125316"/>
                <a:gd name="connsiteX6" fmla="*/ 0 w 389665"/>
                <a:gd name="connsiteY6" fmla="*/ 0 h 125316"/>
                <a:gd name="connsiteX7" fmla="*/ 0 w 389665"/>
                <a:gd name="connsiteY7" fmla="*/ 3555 h 125316"/>
                <a:gd name="connsiteX8" fmla="*/ 0 w 389665"/>
                <a:gd name="connsiteY8" fmla="*/ 10411 h 1253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9665" h="125316">
                  <a:moveTo>
                    <a:pt x="0" y="10411"/>
                  </a:moveTo>
                  <a:lnTo>
                    <a:pt x="380397" y="125316"/>
                  </a:lnTo>
                  <a:lnTo>
                    <a:pt x="387380" y="119730"/>
                  </a:lnTo>
                  <a:lnTo>
                    <a:pt x="387380" y="119730"/>
                  </a:lnTo>
                  <a:lnTo>
                    <a:pt x="387380" y="119730"/>
                  </a:lnTo>
                  <a:lnTo>
                    <a:pt x="389666" y="117825"/>
                  </a:lnTo>
                  <a:lnTo>
                    <a:pt x="0" y="0"/>
                  </a:lnTo>
                  <a:lnTo>
                    <a:pt x="0" y="3555"/>
                  </a:lnTo>
                  <a:lnTo>
                    <a:pt x="0" y="10411"/>
                  </a:lnTo>
                  <a:close/>
                </a:path>
              </a:pathLst>
            </a:custGeom>
            <a:solidFill>
              <a:srgbClr val="000000"/>
            </a:solidFill>
            <a:ln w="12690" cap="flat">
              <a:noFill/>
              <a:prstDash val="solid"/>
              <a:miter/>
            </a:ln>
          </p:spPr>
          <p:txBody>
            <a:bodyPr rtlCol="0" anchor="ctr"/>
            <a:lstStyle/>
            <a:p>
              <a:endParaRPr lang="en-US" sz="1350"/>
            </a:p>
          </p:txBody>
        </p:sp>
        <p:sp>
          <p:nvSpPr>
            <p:cNvPr id="300" name="Freeform: Shape 299">
              <a:extLst>
                <a:ext uri="{FF2B5EF4-FFF2-40B4-BE49-F238E27FC236}">
                  <a16:creationId xmlns:a16="http://schemas.microsoft.com/office/drawing/2014/main" id="{B712C6C9-A458-48E4-9891-2088765C732B}"/>
                </a:ext>
              </a:extLst>
            </p:cNvPr>
            <p:cNvSpPr/>
            <p:nvPr/>
          </p:nvSpPr>
          <p:spPr>
            <a:xfrm>
              <a:off x="9725389" y="226244"/>
              <a:ext cx="10791" cy="266630"/>
            </a:xfrm>
            <a:custGeom>
              <a:avLst/>
              <a:gdLst>
                <a:gd name="connsiteX0" fmla="*/ 0 w 10791"/>
                <a:gd name="connsiteY0" fmla="*/ 1651 h 266630"/>
                <a:gd name="connsiteX1" fmla="*/ 0 w 10791"/>
                <a:gd name="connsiteY1" fmla="*/ 263457 h 266630"/>
                <a:gd name="connsiteX2" fmla="*/ 7110 w 10791"/>
                <a:gd name="connsiteY2" fmla="*/ 265615 h 266630"/>
                <a:gd name="connsiteX3" fmla="*/ 10792 w 10791"/>
                <a:gd name="connsiteY3" fmla="*/ 266631 h 266630"/>
                <a:gd name="connsiteX4" fmla="*/ 10792 w 10791"/>
                <a:gd name="connsiteY4" fmla="*/ 0 h 266630"/>
                <a:gd name="connsiteX5" fmla="*/ 9014 w 10791"/>
                <a:gd name="connsiteY5" fmla="*/ 1524 h 266630"/>
                <a:gd name="connsiteX6" fmla="*/ 9014 w 10791"/>
                <a:gd name="connsiteY6" fmla="*/ 1524 h 266630"/>
                <a:gd name="connsiteX7" fmla="*/ 5713 w 10791"/>
                <a:gd name="connsiteY7" fmla="*/ 2793 h 266630"/>
                <a:gd name="connsiteX8" fmla="*/ 3936 w 10791"/>
                <a:gd name="connsiteY8" fmla="*/ 2793 h 266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791" h="266630">
                  <a:moveTo>
                    <a:pt x="0" y="1651"/>
                  </a:moveTo>
                  <a:lnTo>
                    <a:pt x="0" y="263457"/>
                  </a:lnTo>
                  <a:lnTo>
                    <a:pt x="7110" y="265615"/>
                  </a:lnTo>
                  <a:lnTo>
                    <a:pt x="10792" y="266631"/>
                  </a:lnTo>
                  <a:lnTo>
                    <a:pt x="10792" y="0"/>
                  </a:lnTo>
                  <a:lnTo>
                    <a:pt x="9014" y="1524"/>
                  </a:lnTo>
                  <a:lnTo>
                    <a:pt x="9014" y="1524"/>
                  </a:lnTo>
                  <a:cubicBezTo>
                    <a:pt x="8101" y="2323"/>
                    <a:pt x="6932" y="2781"/>
                    <a:pt x="5713" y="2793"/>
                  </a:cubicBezTo>
                  <a:lnTo>
                    <a:pt x="3936" y="2793"/>
                  </a:lnTo>
                  <a:close/>
                </a:path>
              </a:pathLst>
            </a:custGeom>
            <a:solidFill>
              <a:srgbClr val="000000"/>
            </a:solidFill>
            <a:ln w="12690" cap="flat">
              <a:noFill/>
              <a:prstDash val="solid"/>
              <a:miter/>
            </a:ln>
          </p:spPr>
          <p:txBody>
            <a:bodyPr rtlCol="0" anchor="ctr"/>
            <a:lstStyle/>
            <a:p>
              <a:endParaRPr lang="en-US" sz="1350"/>
            </a:p>
          </p:txBody>
        </p:sp>
        <p:sp>
          <p:nvSpPr>
            <p:cNvPr id="783" name="Freeform 782">
              <a:extLst>
                <a:ext uri="{FF2B5EF4-FFF2-40B4-BE49-F238E27FC236}">
                  <a16:creationId xmlns:a16="http://schemas.microsoft.com/office/drawing/2014/main" id="{AC5F2025-A1DD-E6B5-9595-D6808C59AB5E}"/>
                </a:ext>
              </a:extLst>
            </p:cNvPr>
            <p:cNvSpPr/>
            <p:nvPr/>
          </p:nvSpPr>
          <p:spPr>
            <a:xfrm>
              <a:off x="8928349" y="-12696"/>
              <a:ext cx="802500" cy="241733"/>
            </a:xfrm>
            <a:custGeom>
              <a:avLst/>
              <a:gdLst>
                <a:gd name="connsiteX0" fmla="*/ 0 w 802500"/>
                <a:gd name="connsiteY0" fmla="*/ 0 h 241733"/>
                <a:gd name="connsiteX1" fmla="*/ 35612 w 802500"/>
                <a:gd name="connsiteY1" fmla="*/ 0 h 241733"/>
                <a:gd name="connsiteX2" fmla="*/ 800850 w 802500"/>
                <a:gd name="connsiteY2" fmla="*/ 231195 h 241733"/>
                <a:gd name="connsiteX3" fmla="*/ 798437 w 802500"/>
                <a:gd name="connsiteY3" fmla="*/ 233099 h 241733"/>
                <a:gd name="connsiteX4" fmla="*/ 798095 w 802500"/>
                <a:gd name="connsiteY4" fmla="*/ 233442 h 241733"/>
                <a:gd name="connsiteX5" fmla="*/ 798437 w 802500"/>
                <a:gd name="connsiteY5" fmla="*/ 240082 h 241733"/>
                <a:gd name="connsiteX6" fmla="*/ 802500 w 802500"/>
                <a:gd name="connsiteY6" fmla="*/ 241733 h 241733"/>
                <a:gd name="connsiteX7" fmla="*/ 800722 w 802500"/>
                <a:gd name="connsiteY7" fmla="*/ 241733 h 241733"/>
                <a:gd name="connsiteX8" fmla="*/ 797041 w 802500"/>
                <a:gd name="connsiteY8" fmla="*/ 240844 h 241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2500" h="241733">
                  <a:moveTo>
                    <a:pt x="0" y="0"/>
                  </a:moveTo>
                  <a:lnTo>
                    <a:pt x="35612" y="0"/>
                  </a:lnTo>
                  <a:lnTo>
                    <a:pt x="800850" y="231195"/>
                  </a:lnTo>
                  <a:lnTo>
                    <a:pt x="798437" y="233099"/>
                  </a:lnTo>
                  <a:cubicBezTo>
                    <a:pt x="798310" y="233214"/>
                    <a:pt x="798196" y="233328"/>
                    <a:pt x="798095" y="233442"/>
                  </a:cubicBezTo>
                  <a:cubicBezTo>
                    <a:pt x="796355" y="235372"/>
                    <a:pt x="796507" y="238343"/>
                    <a:pt x="798437" y="240082"/>
                  </a:cubicBezTo>
                  <a:cubicBezTo>
                    <a:pt x="799529" y="241136"/>
                    <a:pt x="800989" y="241733"/>
                    <a:pt x="802500" y="241733"/>
                  </a:cubicBezTo>
                  <a:lnTo>
                    <a:pt x="800722" y="241733"/>
                  </a:lnTo>
                  <a:lnTo>
                    <a:pt x="797041" y="240844"/>
                  </a:lnTo>
                  <a:close/>
                </a:path>
              </a:pathLst>
            </a:custGeom>
            <a:solidFill>
              <a:srgbClr val="000000"/>
            </a:solidFill>
            <a:ln w="12690" cap="flat">
              <a:noFill/>
              <a:prstDash val="solid"/>
              <a:miter/>
            </a:ln>
          </p:spPr>
          <p:txBody>
            <a:bodyPr wrap="square" rtlCol="0" anchor="ctr">
              <a:noAutofit/>
            </a:bodyPr>
            <a:lstStyle/>
            <a:p>
              <a:endParaRPr lang="en-US" sz="1350"/>
            </a:p>
          </p:txBody>
        </p:sp>
        <p:sp>
          <p:nvSpPr>
            <p:cNvPr id="304" name="Freeform: Shape 303">
              <a:extLst>
                <a:ext uri="{FF2B5EF4-FFF2-40B4-BE49-F238E27FC236}">
                  <a16:creationId xmlns:a16="http://schemas.microsoft.com/office/drawing/2014/main" id="{73EEEBAD-87CA-4F1D-BF1F-614D3E51C6AD}"/>
                </a:ext>
              </a:extLst>
            </p:cNvPr>
            <p:cNvSpPr/>
            <p:nvPr/>
          </p:nvSpPr>
          <p:spPr>
            <a:xfrm>
              <a:off x="9731483" y="228021"/>
              <a:ext cx="3301" cy="1269"/>
            </a:xfrm>
            <a:custGeom>
              <a:avLst/>
              <a:gdLst>
                <a:gd name="connsiteX0" fmla="*/ 0 w 3301"/>
                <a:gd name="connsiteY0" fmla="*/ 1270 h 1269"/>
                <a:gd name="connsiteX1" fmla="*/ 3301 w 3301"/>
                <a:gd name="connsiteY1" fmla="*/ 0 h 1269"/>
                <a:gd name="connsiteX2" fmla="*/ 0 w 3301"/>
                <a:gd name="connsiteY2" fmla="*/ 1270 h 1269"/>
              </a:gdLst>
              <a:ahLst/>
              <a:cxnLst>
                <a:cxn ang="0">
                  <a:pos x="connsiteX0" y="connsiteY0"/>
                </a:cxn>
                <a:cxn ang="0">
                  <a:pos x="connsiteX1" y="connsiteY1"/>
                </a:cxn>
                <a:cxn ang="0">
                  <a:pos x="connsiteX2" y="connsiteY2"/>
                </a:cxn>
              </a:cxnLst>
              <a:rect l="l" t="t" r="r" b="b"/>
              <a:pathLst>
                <a:path w="3301" h="1269">
                  <a:moveTo>
                    <a:pt x="0" y="1270"/>
                  </a:moveTo>
                  <a:cubicBezTo>
                    <a:pt x="1219" y="1257"/>
                    <a:pt x="2387" y="800"/>
                    <a:pt x="3301" y="0"/>
                  </a:cubicBezTo>
                  <a:cubicBezTo>
                    <a:pt x="2361" y="775"/>
                    <a:pt x="1206" y="1219"/>
                    <a:pt x="0" y="1270"/>
                  </a:cubicBezTo>
                  <a:close/>
                </a:path>
              </a:pathLst>
            </a:custGeom>
            <a:solidFill>
              <a:srgbClr val="000000"/>
            </a:solidFill>
            <a:ln w="12690" cap="flat">
              <a:noFill/>
              <a:prstDash val="solid"/>
              <a:miter/>
            </a:ln>
          </p:spPr>
          <p:txBody>
            <a:bodyPr rtlCol="0" anchor="ctr"/>
            <a:lstStyle/>
            <a:p>
              <a:endParaRPr lang="en-US" sz="1350"/>
            </a:p>
          </p:txBody>
        </p:sp>
        <p:sp>
          <p:nvSpPr>
            <p:cNvPr id="310" name="Freeform: Shape 309">
              <a:extLst>
                <a:ext uri="{FF2B5EF4-FFF2-40B4-BE49-F238E27FC236}">
                  <a16:creationId xmlns:a16="http://schemas.microsoft.com/office/drawing/2014/main" id="{4B49D84C-57FA-4245-847C-1A0B5E38F71C}"/>
                </a:ext>
              </a:extLst>
            </p:cNvPr>
            <p:cNvSpPr/>
            <p:nvPr/>
          </p:nvSpPr>
          <p:spPr>
            <a:xfrm>
              <a:off x="10057157" y="-45212"/>
              <a:ext cx="10792" cy="401723"/>
            </a:xfrm>
            <a:custGeom>
              <a:avLst/>
              <a:gdLst>
                <a:gd name="connsiteX0" fmla="*/ 9014 w 10792"/>
                <a:gd name="connsiteY0" fmla="*/ 3682 h 401723"/>
                <a:gd name="connsiteX1" fmla="*/ 0 w 10792"/>
                <a:gd name="connsiteY1" fmla="*/ 11046 h 401723"/>
                <a:gd name="connsiteX2" fmla="*/ 0 w 10792"/>
                <a:gd name="connsiteY2" fmla="*/ 401724 h 401723"/>
                <a:gd name="connsiteX3" fmla="*/ 1777 w 10792"/>
                <a:gd name="connsiteY3" fmla="*/ 400200 h 401723"/>
                <a:gd name="connsiteX4" fmla="*/ 10792 w 10792"/>
                <a:gd name="connsiteY4" fmla="*/ 392836 h 401723"/>
                <a:gd name="connsiteX5" fmla="*/ 10792 w 10792"/>
                <a:gd name="connsiteY5" fmla="*/ 0 h 401723"/>
                <a:gd name="connsiteX6" fmla="*/ 10792 w 10792"/>
                <a:gd name="connsiteY6" fmla="*/ 0 h 401723"/>
                <a:gd name="connsiteX7" fmla="*/ 10792 w 10792"/>
                <a:gd name="connsiteY7" fmla="*/ 0 h 401723"/>
                <a:gd name="connsiteX8" fmla="*/ 9014 w 10792"/>
                <a:gd name="connsiteY8" fmla="*/ 3682 h 401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792" h="401723">
                  <a:moveTo>
                    <a:pt x="9014" y="3682"/>
                  </a:moveTo>
                  <a:lnTo>
                    <a:pt x="0" y="11046"/>
                  </a:lnTo>
                  <a:lnTo>
                    <a:pt x="0" y="401724"/>
                  </a:lnTo>
                  <a:lnTo>
                    <a:pt x="1777" y="400200"/>
                  </a:lnTo>
                  <a:lnTo>
                    <a:pt x="10792" y="392836"/>
                  </a:lnTo>
                  <a:lnTo>
                    <a:pt x="10792" y="0"/>
                  </a:lnTo>
                  <a:lnTo>
                    <a:pt x="10792" y="0"/>
                  </a:lnTo>
                  <a:cubicBezTo>
                    <a:pt x="10792" y="0"/>
                    <a:pt x="10792" y="0"/>
                    <a:pt x="10792" y="0"/>
                  </a:cubicBezTo>
                  <a:cubicBezTo>
                    <a:pt x="10818" y="1435"/>
                    <a:pt x="10157" y="2806"/>
                    <a:pt x="9014" y="3682"/>
                  </a:cubicBezTo>
                  <a:close/>
                </a:path>
              </a:pathLst>
            </a:custGeom>
            <a:solidFill>
              <a:srgbClr val="000000"/>
            </a:solidFill>
            <a:ln w="12690" cap="flat">
              <a:noFill/>
              <a:prstDash val="solid"/>
              <a:miter/>
            </a:ln>
          </p:spPr>
          <p:txBody>
            <a:bodyPr rtlCol="0" anchor="ctr"/>
            <a:lstStyle/>
            <a:p>
              <a:endParaRPr lang="en-US" sz="1350"/>
            </a:p>
          </p:txBody>
        </p:sp>
        <p:sp>
          <p:nvSpPr>
            <p:cNvPr id="315" name="Freeform: Shape 314">
              <a:extLst>
                <a:ext uri="{FF2B5EF4-FFF2-40B4-BE49-F238E27FC236}">
                  <a16:creationId xmlns:a16="http://schemas.microsoft.com/office/drawing/2014/main" id="{3534BE47-284C-4D8C-BFF9-59339010B7B4}"/>
                </a:ext>
              </a:extLst>
            </p:cNvPr>
            <p:cNvSpPr/>
            <p:nvPr/>
          </p:nvSpPr>
          <p:spPr>
            <a:xfrm>
              <a:off x="9725613" y="-50037"/>
              <a:ext cx="342397" cy="278819"/>
            </a:xfrm>
            <a:custGeom>
              <a:avLst/>
              <a:gdLst>
                <a:gd name="connsiteX0" fmla="*/ 337131 w 342397"/>
                <a:gd name="connsiteY0" fmla="*/ 0 h 278819"/>
                <a:gd name="connsiteX1" fmla="*/ 335099 w 342397"/>
                <a:gd name="connsiteY1" fmla="*/ 0 h 278819"/>
                <a:gd name="connsiteX2" fmla="*/ 333957 w 342397"/>
                <a:gd name="connsiteY2" fmla="*/ 635 h 278819"/>
                <a:gd name="connsiteX3" fmla="*/ 333322 w 342397"/>
                <a:gd name="connsiteY3" fmla="*/ 635 h 278819"/>
                <a:gd name="connsiteX4" fmla="*/ 326466 w 342397"/>
                <a:gd name="connsiteY4" fmla="*/ 6348 h 278819"/>
                <a:gd name="connsiteX5" fmla="*/ 3966 w 342397"/>
                <a:gd name="connsiteY5" fmla="*/ 268281 h 278819"/>
                <a:gd name="connsiteX6" fmla="*/ 1554 w 342397"/>
                <a:gd name="connsiteY6" fmla="*/ 270186 h 278819"/>
                <a:gd name="connsiteX7" fmla="*/ 1211 w 342397"/>
                <a:gd name="connsiteY7" fmla="*/ 276826 h 278819"/>
                <a:gd name="connsiteX8" fmla="*/ 1554 w 342397"/>
                <a:gd name="connsiteY8" fmla="*/ 277169 h 278819"/>
                <a:gd name="connsiteX9" fmla="*/ 5617 w 342397"/>
                <a:gd name="connsiteY9" fmla="*/ 278820 h 278819"/>
                <a:gd name="connsiteX10" fmla="*/ 8918 w 342397"/>
                <a:gd name="connsiteY10" fmla="*/ 277550 h 278819"/>
                <a:gd name="connsiteX11" fmla="*/ 8918 w 342397"/>
                <a:gd name="connsiteY11" fmla="*/ 277550 h 278819"/>
                <a:gd name="connsiteX12" fmla="*/ 10696 w 342397"/>
                <a:gd name="connsiteY12" fmla="*/ 276026 h 278819"/>
                <a:gd name="connsiteX13" fmla="*/ 331671 w 342397"/>
                <a:gd name="connsiteY13" fmla="*/ 15363 h 278819"/>
                <a:gd name="connsiteX14" fmla="*/ 340686 w 342397"/>
                <a:gd name="connsiteY14" fmla="*/ 7999 h 278819"/>
                <a:gd name="connsiteX15" fmla="*/ 342337 w 342397"/>
                <a:gd name="connsiteY15" fmla="*/ 3682 h 278819"/>
                <a:gd name="connsiteX16" fmla="*/ 342337 w 342397"/>
                <a:gd name="connsiteY16" fmla="*/ 3682 h 278819"/>
                <a:gd name="connsiteX17" fmla="*/ 342337 w 342397"/>
                <a:gd name="connsiteY17" fmla="*/ 2793 h 278819"/>
                <a:gd name="connsiteX18" fmla="*/ 342337 w 342397"/>
                <a:gd name="connsiteY18" fmla="*/ 1904 h 278819"/>
                <a:gd name="connsiteX19" fmla="*/ 342337 w 342397"/>
                <a:gd name="connsiteY19" fmla="*/ 1904 h 278819"/>
                <a:gd name="connsiteX20" fmla="*/ 342337 w 342397"/>
                <a:gd name="connsiteY20" fmla="*/ 1904 h 278819"/>
                <a:gd name="connsiteX21" fmla="*/ 341194 w 342397"/>
                <a:gd name="connsiteY21" fmla="*/ 1143 h 278819"/>
                <a:gd name="connsiteX22" fmla="*/ 341194 w 342397"/>
                <a:gd name="connsiteY22" fmla="*/ 1143 h 278819"/>
                <a:gd name="connsiteX23" fmla="*/ 340178 w 342397"/>
                <a:gd name="connsiteY23" fmla="*/ 1143 h 278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42397" h="278819">
                  <a:moveTo>
                    <a:pt x="337131" y="0"/>
                  </a:moveTo>
                  <a:lnTo>
                    <a:pt x="335099" y="0"/>
                  </a:lnTo>
                  <a:lnTo>
                    <a:pt x="333957" y="635"/>
                  </a:lnTo>
                  <a:lnTo>
                    <a:pt x="333322" y="635"/>
                  </a:lnTo>
                  <a:lnTo>
                    <a:pt x="326466" y="6348"/>
                  </a:lnTo>
                  <a:lnTo>
                    <a:pt x="3966" y="268281"/>
                  </a:lnTo>
                  <a:lnTo>
                    <a:pt x="1554" y="270186"/>
                  </a:lnTo>
                  <a:cubicBezTo>
                    <a:pt x="-376" y="271925"/>
                    <a:pt x="-529" y="274896"/>
                    <a:pt x="1211" y="276826"/>
                  </a:cubicBezTo>
                  <a:cubicBezTo>
                    <a:pt x="1313" y="276940"/>
                    <a:pt x="1427" y="277055"/>
                    <a:pt x="1554" y="277169"/>
                  </a:cubicBezTo>
                  <a:cubicBezTo>
                    <a:pt x="2645" y="278223"/>
                    <a:pt x="4093" y="278820"/>
                    <a:pt x="5617" y="278820"/>
                  </a:cubicBezTo>
                  <a:cubicBezTo>
                    <a:pt x="6823" y="278769"/>
                    <a:pt x="7979" y="278324"/>
                    <a:pt x="8918" y="277550"/>
                  </a:cubicBezTo>
                  <a:lnTo>
                    <a:pt x="8918" y="277550"/>
                  </a:lnTo>
                  <a:lnTo>
                    <a:pt x="10696" y="276026"/>
                  </a:lnTo>
                  <a:lnTo>
                    <a:pt x="331671" y="15363"/>
                  </a:lnTo>
                  <a:lnTo>
                    <a:pt x="340686" y="7999"/>
                  </a:lnTo>
                  <a:cubicBezTo>
                    <a:pt x="341981" y="6970"/>
                    <a:pt x="342603" y="5320"/>
                    <a:pt x="342337" y="3682"/>
                  </a:cubicBezTo>
                  <a:lnTo>
                    <a:pt x="342337" y="3682"/>
                  </a:lnTo>
                  <a:cubicBezTo>
                    <a:pt x="342324" y="3390"/>
                    <a:pt x="342324" y="3085"/>
                    <a:pt x="342337" y="2793"/>
                  </a:cubicBezTo>
                  <a:cubicBezTo>
                    <a:pt x="342311" y="2501"/>
                    <a:pt x="342311" y="2196"/>
                    <a:pt x="342337" y="1904"/>
                  </a:cubicBezTo>
                  <a:lnTo>
                    <a:pt x="342337" y="1904"/>
                  </a:lnTo>
                  <a:lnTo>
                    <a:pt x="342337" y="1904"/>
                  </a:lnTo>
                  <a:lnTo>
                    <a:pt x="341194" y="1143"/>
                  </a:lnTo>
                  <a:lnTo>
                    <a:pt x="341194" y="1143"/>
                  </a:lnTo>
                  <a:lnTo>
                    <a:pt x="340178" y="1143"/>
                  </a:lnTo>
                  <a:close/>
                </a:path>
              </a:pathLst>
            </a:custGeom>
            <a:solidFill>
              <a:srgbClr val="000000"/>
            </a:solidFill>
            <a:ln w="12690" cap="flat">
              <a:noFill/>
              <a:prstDash val="solid"/>
              <a:miter/>
            </a:ln>
          </p:spPr>
          <p:txBody>
            <a:bodyPr rtlCol="0" anchor="ctr"/>
            <a:lstStyle/>
            <a:p>
              <a:endParaRPr lang="en-US" sz="1350"/>
            </a:p>
          </p:txBody>
        </p:sp>
        <p:sp>
          <p:nvSpPr>
            <p:cNvPr id="773" name="Freeform 772">
              <a:extLst>
                <a:ext uri="{FF2B5EF4-FFF2-40B4-BE49-F238E27FC236}">
                  <a16:creationId xmlns:a16="http://schemas.microsoft.com/office/drawing/2014/main" id="{933BA95F-42B0-929B-69A1-690B15D71E8F}"/>
                </a:ext>
              </a:extLst>
            </p:cNvPr>
            <p:cNvSpPr/>
            <p:nvPr/>
          </p:nvSpPr>
          <p:spPr>
            <a:xfrm>
              <a:off x="10803222" y="89626"/>
              <a:ext cx="1276793" cy="415944"/>
            </a:xfrm>
            <a:custGeom>
              <a:avLst/>
              <a:gdLst>
                <a:gd name="connsiteX0" fmla="*/ 7364 w 1276793"/>
                <a:gd name="connsiteY0" fmla="*/ 0 h 415944"/>
                <a:gd name="connsiteX1" fmla="*/ 1273238 w 1276793"/>
                <a:gd name="connsiteY1" fmla="*/ 404136 h 415944"/>
                <a:gd name="connsiteX2" fmla="*/ 1273238 w 1276793"/>
                <a:gd name="connsiteY2" fmla="*/ 411119 h 415944"/>
                <a:gd name="connsiteX3" fmla="*/ 1273238 w 1276793"/>
                <a:gd name="connsiteY3" fmla="*/ 412135 h 415944"/>
                <a:gd name="connsiteX4" fmla="*/ 1273238 w 1276793"/>
                <a:gd name="connsiteY4" fmla="*/ 413024 h 415944"/>
                <a:gd name="connsiteX5" fmla="*/ 1273873 w 1276793"/>
                <a:gd name="connsiteY5" fmla="*/ 413786 h 415944"/>
                <a:gd name="connsiteX6" fmla="*/ 1273873 w 1276793"/>
                <a:gd name="connsiteY6" fmla="*/ 414547 h 415944"/>
                <a:gd name="connsiteX7" fmla="*/ 1274635 w 1276793"/>
                <a:gd name="connsiteY7" fmla="*/ 414547 h 415944"/>
                <a:gd name="connsiteX8" fmla="*/ 1276793 w 1276793"/>
                <a:gd name="connsiteY8" fmla="*/ 415944 h 415944"/>
                <a:gd name="connsiteX9" fmla="*/ 0 w 1276793"/>
                <a:gd name="connsiteY9" fmla="*/ 8380 h 415944"/>
                <a:gd name="connsiteX10" fmla="*/ 2032 w 1276793"/>
                <a:gd name="connsiteY10" fmla="*/ 8380 h 415944"/>
                <a:gd name="connsiteX11" fmla="*/ 2044 w 1276793"/>
                <a:gd name="connsiteY11" fmla="*/ 8380 h 415944"/>
                <a:gd name="connsiteX12" fmla="*/ 7364 w 1276793"/>
                <a:gd name="connsiteY12" fmla="*/ 3555 h 415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76793" h="415944">
                  <a:moveTo>
                    <a:pt x="7364" y="0"/>
                  </a:moveTo>
                  <a:lnTo>
                    <a:pt x="1273238" y="404136"/>
                  </a:lnTo>
                  <a:lnTo>
                    <a:pt x="1273238" y="411119"/>
                  </a:lnTo>
                  <a:cubicBezTo>
                    <a:pt x="1273238" y="412135"/>
                    <a:pt x="1273238" y="411246"/>
                    <a:pt x="1273238" y="412135"/>
                  </a:cubicBezTo>
                  <a:cubicBezTo>
                    <a:pt x="1273238" y="413024"/>
                    <a:pt x="1273238" y="413024"/>
                    <a:pt x="1273238" y="413024"/>
                  </a:cubicBezTo>
                  <a:lnTo>
                    <a:pt x="1273873" y="413786"/>
                  </a:lnTo>
                  <a:lnTo>
                    <a:pt x="1273873" y="414547"/>
                  </a:lnTo>
                  <a:lnTo>
                    <a:pt x="1274635" y="414547"/>
                  </a:lnTo>
                  <a:lnTo>
                    <a:pt x="1276793" y="415944"/>
                  </a:lnTo>
                  <a:lnTo>
                    <a:pt x="0" y="8380"/>
                  </a:lnTo>
                  <a:cubicBezTo>
                    <a:pt x="673" y="8519"/>
                    <a:pt x="1359" y="8519"/>
                    <a:pt x="2032" y="8380"/>
                  </a:cubicBezTo>
                  <a:cubicBezTo>
                    <a:pt x="2032" y="8380"/>
                    <a:pt x="2044" y="8380"/>
                    <a:pt x="2044" y="8380"/>
                  </a:cubicBezTo>
                  <a:cubicBezTo>
                    <a:pt x="4850" y="8519"/>
                    <a:pt x="7225" y="6361"/>
                    <a:pt x="7364" y="3555"/>
                  </a:cubicBezTo>
                  <a:close/>
                </a:path>
              </a:pathLst>
            </a:custGeom>
            <a:solidFill>
              <a:srgbClr val="000000"/>
            </a:solidFill>
            <a:ln w="12690" cap="flat">
              <a:noFill/>
              <a:prstDash val="solid"/>
              <a:miter/>
            </a:ln>
          </p:spPr>
          <p:txBody>
            <a:bodyPr wrap="square" rtlCol="0" anchor="ctr">
              <a:noAutofit/>
            </a:bodyPr>
            <a:lstStyle/>
            <a:p>
              <a:endParaRPr lang="en-US" sz="1350"/>
            </a:p>
          </p:txBody>
        </p:sp>
        <p:sp>
          <p:nvSpPr>
            <p:cNvPr id="317" name="Freeform: Shape 316">
              <a:extLst>
                <a:ext uri="{FF2B5EF4-FFF2-40B4-BE49-F238E27FC236}">
                  <a16:creationId xmlns:a16="http://schemas.microsoft.com/office/drawing/2014/main" id="{79342ABF-5E76-4AF9-BF9D-C6FF8124BA6C}"/>
                </a:ext>
              </a:extLst>
            </p:cNvPr>
            <p:cNvSpPr/>
            <p:nvPr/>
          </p:nvSpPr>
          <p:spPr>
            <a:xfrm>
              <a:off x="12075222" y="89754"/>
              <a:ext cx="10633" cy="410357"/>
            </a:xfrm>
            <a:custGeom>
              <a:avLst/>
              <a:gdLst>
                <a:gd name="connsiteX0" fmla="*/ 95 w 10633"/>
                <a:gd name="connsiteY0" fmla="*/ 0 h 410357"/>
                <a:gd name="connsiteX1" fmla="*/ 95 w 10633"/>
                <a:gd name="connsiteY1" fmla="*/ 410358 h 410357"/>
                <a:gd name="connsiteX2" fmla="*/ 95 w 10633"/>
                <a:gd name="connsiteY2" fmla="*/ 410358 h 410357"/>
                <a:gd name="connsiteX3" fmla="*/ 95 w 10633"/>
                <a:gd name="connsiteY3" fmla="*/ 408707 h 410357"/>
                <a:gd name="connsiteX4" fmla="*/ 6952 w 10633"/>
                <a:gd name="connsiteY4" fmla="*/ 405533 h 410357"/>
                <a:gd name="connsiteX5" fmla="*/ 10633 w 10633"/>
                <a:gd name="connsiteY5" fmla="*/ 406675 h 410357"/>
                <a:gd name="connsiteX6" fmla="*/ 10633 w 10633"/>
                <a:gd name="connsiteY6" fmla="*/ 3301 h 410357"/>
                <a:gd name="connsiteX7" fmla="*/ 3523 w 10633"/>
                <a:gd name="connsiteY7" fmla="*/ 1143 h 410357"/>
                <a:gd name="connsiteX8" fmla="*/ 3523 w 10633"/>
                <a:gd name="connsiteY8" fmla="*/ 1143 h 410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633" h="410357">
                  <a:moveTo>
                    <a:pt x="95" y="0"/>
                  </a:moveTo>
                  <a:lnTo>
                    <a:pt x="95" y="410358"/>
                  </a:lnTo>
                  <a:lnTo>
                    <a:pt x="95" y="410358"/>
                  </a:lnTo>
                  <a:cubicBezTo>
                    <a:pt x="-32" y="409811"/>
                    <a:pt x="-32" y="409253"/>
                    <a:pt x="95" y="408707"/>
                  </a:cubicBezTo>
                  <a:cubicBezTo>
                    <a:pt x="1250" y="406079"/>
                    <a:pt x="4196" y="404707"/>
                    <a:pt x="6952" y="405533"/>
                  </a:cubicBezTo>
                  <a:lnTo>
                    <a:pt x="10633" y="406675"/>
                  </a:lnTo>
                  <a:lnTo>
                    <a:pt x="10633" y="3301"/>
                  </a:lnTo>
                  <a:lnTo>
                    <a:pt x="3523" y="1143"/>
                  </a:lnTo>
                  <a:lnTo>
                    <a:pt x="3523" y="1143"/>
                  </a:lnTo>
                  <a:close/>
                </a:path>
              </a:pathLst>
            </a:custGeom>
            <a:solidFill>
              <a:srgbClr val="000000"/>
            </a:solidFill>
            <a:ln w="12690" cap="flat">
              <a:noFill/>
              <a:prstDash val="solid"/>
              <a:miter/>
            </a:ln>
          </p:spPr>
          <p:txBody>
            <a:bodyPr rtlCol="0" anchor="ctr"/>
            <a:lstStyle/>
            <a:p>
              <a:endParaRPr lang="en-US" sz="1350"/>
            </a:p>
          </p:txBody>
        </p:sp>
        <p:sp>
          <p:nvSpPr>
            <p:cNvPr id="322" name="Freeform: Shape 321">
              <a:extLst>
                <a:ext uri="{FF2B5EF4-FFF2-40B4-BE49-F238E27FC236}">
                  <a16:creationId xmlns:a16="http://schemas.microsoft.com/office/drawing/2014/main" id="{15197C0B-4257-4D1B-BE3C-1D0B53EFBF74}"/>
                </a:ext>
              </a:extLst>
            </p:cNvPr>
            <p:cNvSpPr/>
            <p:nvPr/>
          </p:nvSpPr>
          <p:spPr>
            <a:xfrm>
              <a:off x="12076333" y="88992"/>
              <a:ext cx="634" cy="634"/>
            </a:xfrm>
            <a:custGeom>
              <a:avLst/>
              <a:gdLst>
                <a:gd name="connsiteX0" fmla="*/ 635 w 634"/>
                <a:gd name="connsiteY0" fmla="*/ 635 h 634"/>
                <a:gd name="connsiteX1" fmla="*/ 0 w 634"/>
                <a:gd name="connsiteY1" fmla="*/ 0 h 634"/>
                <a:gd name="connsiteX2" fmla="*/ 0 w 634"/>
                <a:gd name="connsiteY2" fmla="*/ 0 h 634"/>
              </a:gdLst>
              <a:ahLst/>
              <a:cxnLst>
                <a:cxn ang="0">
                  <a:pos x="connsiteX0" y="connsiteY0"/>
                </a:cxn>
                <a:cxn ang="0">
                  <a:pos x="connsiteX1" y="connsiteY1"/>
                </a:cxn>
                <a:cxn ang="0">
                  <a:pos x="connsiteX2" y="connsiteY2"/>
                </a:cxn>
              </a:cxnLst>
              <a:rect l="l" t="t" r="r" b="b"/>
              <a:pathLst>
                <a:path w="634" h="634">
                  <a:moveTo>
                    <a:pt x="635" y="635"/>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323" name="Freeform: Shape 322">
              <a:extLst>
                <a:ext uri="{FF2B5EF4-FFF2-40B4-BE49-F238E27FC236}">
                  <a16:creationId xmlns:a16="http://schemas.microsoft.com/office/drawing/2014/main" id="{EC588397-BC65-4188-8DA3-61D6BBA5FCE6}"/>
                </a:ext>
              </a:extLst>
            </p:cNvPr>
            <p:cNvSpPr/>
            <p:nvPr/>
          </p:nvSpPr>
          <p:spPr>
            <a:xfrm>
              <a:off x="12077095" y="-10169"/>
              <a:ext cx="114652" cy="94336"/>
            </a:xfrm>
            <a:custGeom>
              <a:avLst/>
              <a:gdLst>
                <a:gd name="connsiteX0" fmla="*/ 0 w 114652"/>
                <a:gd name="connsiteY0" fmla="*/ 92813 h 94336"/>
                <a:gd name="connsiteX1" fmla="*/ 0 w 114652"/>
                <a:gd name="connsiteY1" fmla="*/ 92813 h 94336"/>
                <a:gd name="connsiteX2" fmla="*/ 5460 w 114652"/>
                <a:gd name="connsiteY2" fmla="*/ 91670 h 94336"/>
                <a:gd name="connsiteX3" fmla="*/ 14347 w 114652"/>
                <a:gd name="connsiteY3" fmla="*/ 94336 h 94336"/>
                <a:gd name="connsiteX4" fmla="*/ 114653 w 114652"/>
                <a:gd name="connsiteY4" fmla="*/ 12697 h 94336"/>
                <a:gd name="connsiteX5" fmla="*/ 114653 w 114652"/>
                <a:gd name="connsiteY5" fmla="*/ 0 h 94336"/>
                <a:gd name="connsiteX6" fmla="*/ 2540 w 114652"/>
                <a:gd name="connsiteY6" fmla="*/ 91162 h 94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4652" h="94336">
                  <a:moveTo>
                    <a:pt x="0" y="92813"/>
                  </a:moveTo>
                  <a:lnTo>
                    <a:pt x="0" y="92813"/>
                  </a:lnTo>
                  <a:cubicBezTo>
                    <a:pt x="1486" y="91480"/>
                    <a:pt x="3568" y="91048"/>
                    <a:pt x="5460" y="91670"/>
                  </a:cubicBezTo>
                  <a:lnTo>
                    <a:pt x="14347" y="94336"/>
                  </a:lnTo>
                  <a:lnTo>
                    <a:pt x="114653" y="12697"/>
                  </a:lnTo>
                  <a:lnTo>
                    <a:pt x="114653" y="0"/>
                  </a:lnTo>
                  <a:lnTo>
                    <a:pt x="2540" y="91162"/>
                  </a:lnTo>
                  <a:close/>
                </a:path>
              </a:pathLst>
            </a:custGeom>
            <a:solidFill>
              <a:srgbClr val="000000"/>
            </a:solidFill>
            <a:ln w="12690" cap="flat">
              <a:noFill/>
              <a:prstDash val="solid"/>
              <a:miter/>
            </a:ln>
          </p:spPr>
          <p:txBody>
            <a:bodyPr rtlCol="0" anchor="ctr"/>
            <a:lstStyle/>
            <a:p>
              <a:endParaRPr lang="en-US" sz="1350"/>
            </a:p>
          </p:txBody>
        </p:sp>
        <p:sp>
          <p:nvSpPr>
            <p:cNvPr id="325" name="Freeform: Shape 324">
              <a:extLst>
                <a:ext uri="{FF2B5EF4-FFF2-40B4-BE49-F238E27FC236}">
                  <a16:creationId xmlns:a16="http://schemas.microsoft.com/office/drawing/2014/main" id="{DB75E3DD-30C8-489A-92E1-4E4D6037A89F}"/>
                </a:ext>
              </a:extLst>
            </p:cNvPr>
            <p:cNvSpPr/>
            <p:nvPr/>
          </p:nvSpPr>
          <p:spPr>
            <a:xfrm>
              <a:off x="10472343" y="-445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326" name="Freeform: Shape 325">
              <a:extLst>
                <a:ext uri="{FF2B5EF4-FFF2-40B4-BE49-F238E27FC236}">
                  <a16:creationId xmlns:a16="http://schemas.microsoft.com/office/drawing/2014/main" id="{39A42858-2D8D-4392-A05F-6BE5DA802594}"/>
                </a:ext>
              </a:extLst>
            </p:cNvPr>
            <p:cNvSpPr/>
            <p:nvPr/>
          </p:nvSpPr>
          <p:spPr>
            <a:xfrm>
              <a:off x="10474619" y="-7757"/>
              <a:ext cx="56" cy="888"/>
            </a:xfrm>
            <a:custGeom>
              <a:avLst/>
              <a:gdLst>
                <a:gd name="connsiteX0" fmla="*/ 10 w 56"/>
                <a:gd name="connsiteY0" fmla="*/ 762 h 888"/>
                <a:gd name="connsiteX1" fmla="*/ 10 w 56"/>
                <a:gd name="connsiteY1" fmla="*/ 0 h 888"/>
                <a:gd name="connsiteX2" fmla="*/ 10 w 56"/>
                <a:gd name="connsiteY2" fmla="*/ 889 h 888"/>
              </a:gdLst>
              <a:ahLst/>
              <a:cxnLst>
                <a:cxn ang="0">
                  <a:pos x="connsiteX0" y="connsiteY0"/>
                </a:cxn>
                <a:cxn ang="0">
                  <a:pos x="connsiteX1" y="connsiteY1"/>
                </a:cxn>
                <a:cxn ang="0">
                  <a:pos x="connsiteX2" y="connsiteY2"/>
                </a:cxn>
              </a:cxnLst>
              <a:rect l="l" t="t" r="r" b="b"/>
              <a:pathLst>
                <a:path w="56" h="888">
                  <a:moveTo>
                    <a:pt x="10" y="762"/>
                  </a:moveTo>
                  <a:cubicBezTo>
                    <a:pt x="73" y="508"/>
                    <a:pt x="73" y="254"/>
                    <a:pt x="10" y="0"/>
                  </a:cubicBezTo>
                  <a:cubicBezTo>
                    <a:pt x="-3" y="292"/>
                    <a:pt x="-3" y="597"/>
                    <a:pt x="10" y="889"/>
                  </a:cubicBezTo>
                  <a:close/>
                </a:path>
              </a:pathLst>
            </a:custGeom>
            <a:solidFill>
              <a:srgbClr val="000000"/>
            </a:solidFill>
            <a:ln w="12690" cap="flat">
              <a:noFill/>
              <a:prstDash val="solid"/>
              <a:miter/>
            </a:ln>
          </p:spPr>
          <p:txBody>
            <a:bodyPr rtlCol="0" anchor="ctr"/>
            <a:lstStyle/>
            <a:p>
              <a:endParaRPr lang="en-US" sz="1350"/>
            </a:p>
          </p:txBody>
        </p:sp>
        <p:sp>
          <p:nvSpPr>
            <p:cNvPr id="339" name="Freeform: Shape 338">
              <a:extLst>
                <a:ext uri="{FF2B5EF4-FFF2-40B4-BE49-F238E27FC236}">
                  <a16:creationId xmlns:a16="http://schemas.microsoft.com/office/drawing/2014/main" id="{9AB417E0-36F9-4194-9971-242CD227510B}"/>
                </a:ext>
              </a:extLst>
            </p:cNvPr>
            <p:cNvSpPr/>
            <p:nvPr/>
          </p:nvSpPr>
          <p:spPr>
            <a:xfrm>
              <a:off x="7815659" y="1046958"/>
              <a:ext cx="38979" cy="36947"/>
            </a:xfrm>
            <a:custGeom>
              <a:avLst/>
              <a:gdLst>
                <a:gd name="connsiteX0" fmla="*/ 28187 w 38979"/>
                <a:gd name="connsiteY0" fmla="*/ 2158 h 36947"/>
                <a:gd name="connsiteX1" fmla="*/ 28187 w 38979"/>
                <a:gd name="connsiteY1" fmla="*/ 0 h 36947"/>
                <a:gd name="connsiteX2" fmla="*/ 0 w 38979"/>
                <a:gd name="connsiteY2" fmla="*/ 23108 h 36947"/>
                <a:gd name="connsiteX3" fmla="*/ 0 w 38979"/>
                <a:gd name="connsiteY3" fmla="*/ 34154 h 36947"/>
                <a:gd name="connsiteX4" fmla="*/ 0 w 38979"/>
                <a:gd name="connsiteY4" fmla="*/ 34154 h 36947"/>
                <a:gd name="connsiteX5" fmla="*/ 0 w 38979"/>
                <a:gd name="connsiteY5" fmla="*/ 35297 h 36947"/>
                <a:gd name="connsiteX6" fmla="*/ 0 w 38979"/>
                <a:gd name="connsiteY6" fmla="*/ 36059 h 36947"/>
                <a:gd name="connsiteX7" fmla="*/ 0 w 38979"/>
                <a:gd name="connsiteY7" fmla="*/ 36059 h 36947"/>
                <a:gd name="connsiteX8" fmla="*/ 0 w 38979"/>
                <a:gd name="connsiteY8" fmla="*/ 36947 h 36947"/>
                <a:gd name="connsiteX9" fmla="*/ 0 w 38979"/>
                <a:gd name="connsiteY9" fmla="*/ 36947 h 36947"/>
                <a:gd name="connsiteX10" fmla="*/ 38979 w 38979"/>
                <a:gd name="connsiteY10" fmla="*/ 4952 h 36947"/>
                <a:gd name="connsiteX11" fmla="*/ 38979 w 38979"/>
                <a:gd name="connsiteY11" fmla="*/ 4952 h 36947"/>
                <a:gd name="connsiteX12" fmla="*/ 35170 w 38979"/>
                <a:gd name="connsiteY12" fmla="*/ 6348 h 36947"/>
                <a:gd name="connsiteX13" fmla="*/ 28466 w 38979"/>
                <a:gd name="connsiteY13" fmla="*/ 3301 h 36947"/>
                <a:gd name="connsiteX14" fmla="*/ 28187 w 38979"/>
                <a:gd name="connsiteY14" fmla="*/ 2158 h 36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8979" h="36947">
                  <a:moveTo>
                    <a:pt x="28187" y="2158"/>
                  </a:moveTo>
                  <a:lnTo>
                    <a:pt x="28187" y="0"/>
                  </a:lnTo>
                  <a:lnTo>
                    <a:pt x="0" y="23108"/>
                  </a:lnTo>
                  <a:lnTo>
                    <a:pt x="0" y="34154"/>
                  </a:lnTo>
                  <a:lnTo>
                    <a:pt x="0" y="34154"/>
                  </a:lnTo>
                  <a:cubicBezTo>
                    <a:pt x="64" y="34535"/>
                    <a:pt x="64" y="34916"/>
                    <a:pt x="0" y="35297"/>
                  </a:cubicBezTo>
                  <a:cubicBezTo>
                    <a:pt x="0" y="35297"/>
                    <a:pt x="0" y="35297"/>
                    <a:pt x="0" y="36059"/>
                  </a:cubicBezTo>
                  <a:lnTo>
                    <a:pt x="0" y="36059"/>
                  </a:lnTo>
                  <a:lnTo>
                    <a:pt x="0" y="36947"/>
                  </a:lnTo>
                  <a:lnTo>
                    <a:pt x="0" y="36947"/>
                  </a:lnTo>
                  <a:lnTo>
                    <a:pt x="38979" y="4952"/>
                  </a:lnTo>
                  <a:lnTo>
                    <a:pt x="38979" y="4952"/>
                  </a:lnTo>
                  <a:cubicBezTo>
                    <a:pt x="37900" y="5815"/>
                    <a:pt x="36555" y="6310"/>
                    <a:pt x="35170" y="6348"/>
                  </a:cubicBezTo>
                  <a:cubicBezTo>
                    <a:pt x="32479" y="7351"/>
                    <a:pt x="29482" y="5993"/>
                    <a:pt x="28466" y="3301"/>
                  </a:cubicBezTo>
                  <a:cubicBezTo>
                    <a:pt x="28339" y="2933"/>
                    <a:pt x="28238" y="2552"/>
                    <a:pt x="28187" y="2158"/>
                  </a:cubicBezTo>
                  <a:close/>
                </a:path>
              </a:pathLst>
            </a:custGeom>
            <a:solidFill>
              <a:srgbClr val="000000"/>
            </a:solidFill>
            <a:ln w="12690" cap="flat">
              <a:noFill/>
              <a:prstDash val="solid"/>
              <a:miter/>
            </a:ln>
          </p:spPr>
          <p:txBody>
            <a:bodyPr rtlCol="0" anchor="ctr"/>
            <a:lstStyle/>
            <a:p>
              <a:endParaRPr lang="en-US" sz="1350"/>
            </a:p>
          </p:txBody>
        </p:sp>
        <p:sp>
          <p:nvSpPr>
            <p:cNvPr id="340" name="Freeform: Shape 339">
              <a:extLst>
                <a:ext uri="{FF2B5EF4-FFF2-40B4-BE49-F238E27FC236}">
                  <a16:creationId xmlns:a16="http://schemas.microsoft.com/office/drawing/2014/main" id="{D864E9CC-7C36-4D94-B0E8-06FB80DBA12E}"/>
                </a:ext>
              </a:extLst>
            </p:cNvPr>
            <p:cNvSpPr/>
            <p:nvPr/>
          </p:nvSpPr>
          <p:spPr>
            <a:xfrm>
              <a:off x="7804867" y="876188"/>
              <a:ext cx="10792" cy="204670"/>
            </a:xfrm>
            <a:custGeom>
              <a:avLst/>
              <a:gdLst>
                <a:gd name="connsiteX0" fmla="*/ 10792 w 10792"/>
                <a:gd name="connsiteY0" fmla="*/ 193879 h 204670"/>
                <a:gd name="connsiteX1" fmla="*/ 10792 w 10792"/>
                <a:gd name="connsiteY1" fmla="*/ 0 h 204670"/>
                <a:gd name="connsiteX2" fmla="*/ 9014 w 10792"/>
                <a:gd name="connsiteY2" fmla="*/ 1524 h 204670"/>
                <a:gd name="connsiteX3" fmla="*/ 9014 w 10792"/>
                <a:gd name="connsiteY3" fmla="*/ 1524 h 204670"/>
                <a:gd name="connsiteX4" fmla="*/ 0 w 10792"/>
                <a:gd name="connsiteY4" fmla="*/ 8761 h 204670"/>
                <a:gd name="connsiteX5" fmla="*/ 0 w 10792"/>
                <a:gd name="connsiteY5" fmla="*/ 202766 h 204670"/>
                <a:gd name="connsiteX6" fmla="*/ 1778 w 10792"/>
                <a:gd name="connsiteY6" fmla="*/ 201243 h 204670"/>
                <a:gd name="connsiteX7" fmla="*/ 9396 w 10792"/>
                <a:gd name="connsiteY7" fmla="*/ 201243 h 204670"/>
                <a:gd name="connsiteX8" fmla="*/ 10792 w 10792"/>
                <a:gd name="connsiteY8" fmla="*/ 204671 h 204670"/>
                <a:gd name="connsiteX9" fmla="*/ 10792 w 10792"/>
                <a:gd name="connsiteY9" fmla="*/ 204671 h 204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792" h="204670">
                  <a:moveTo>
                    <a:pt x="10792" y="193879"/>
                  </a:moveTo>
                  <a:lnTo>
                    <a:pt x="10792" y="0"/>
                  </a:lnTo>
                  <a:lnTo>
                    <a:pt x="9014" y="1524"/>
                  </a:lnTo>
                  <a:lnTo>
                    <a:pt x="9014" y="1524"/>
                  </a:lnTo>
                  <a:lnTo>
                    <a:pt x="0" y="8761"/>
                  </a:lnTo>
                  <a:lnTo>
                    <a:pt x="0" y="202766"/>
                  </a:lnTo>
                  <a:lnTo>
                    <a:pt x="1778" y="201243"/>
                  </a:lnTo>
                  <a:cubicBezTo>
                    <a:pt x="3974" y="199364"/>
                    <a:pt x="7212" y="199364"/>
                    <a:pt x="9396" y="201243"/>
                  </a:cubicBezTo>
                  <a:cubicBezTo>
                    <a:pt x="10297" y="202157"/>
                    <a:pt x="10805" y="203388"/>
                    <a:pt x="10792" y="204671"/>
                  </a:cubicBezTo>
                  <a:lnTo>
                    <a:pt x="10792" y="204671"/>
                  </a:lnTo>
                  <a:close/>
                </a:path>
              </a:pathLst>
            </a:custGeom>
            <a:solidFill>
              <a:srgbClr val="000000"/>
            </a:solidFill>
            <a:ln w="12690" cap="flat">
              <a:noFill/>
              <a:prstDash val="solid"/>
              <a:miter/>
            </a:ln>
          </p:spPr>
          <p:txBody>
            <a:bodyPr rtlCol="0" anchor="ctr"/>
            <a:lstStyle/>
            <a:p>
              <a:endParaRPr lang="en-US" sz="1350"/>
            </a:p>
          </p:txBody>
        </p:sp>
        <p:sp>
          <p:nvSpPr>
            <p:cNvPr id="341" name="Freeform: Shape 340">
              <a:extLst>
                <a:ext uri="{FF2B5EF4-FFF2-40B4-BE49-F238E27FC236}">
                  <a16:creationId xmlns:a16="http://schemas.microsoft.com/office/drawing/2014/main" id="{CD0E1F7F-5617-4E8E-9263-81E3D4C398F5}"/>
                </a:ext>
              </a:extLst>
            </p:cNvPr>
            <p:cNvSpPr/>
            <p:nvPr/>
          </p:nvSpPr>
          <p:spPr>
            <a:xfrm>
              <a:off x="7263347" y="705544"/>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342" name="Freeform: Shape 341">
              <a:extLst>
                <a:ext uri="{FF2B5EF4-FFF2-40B4-BE49-F238E27FC236}">
                  <a16:creationId xmlns:a16="http://schemas.microsoft.com/office/drawing/2014/main" id="{630AFBC3-3C7E-4A49-838A-CA7A05B28094}"/>
                </a:ext>
              </a:extLst>
            </p:cNvPr>
            <p:cNvSpPr/>
            <p:nvPr/>
          </p:nvSpPr>
          <p:spPr>
            <a:xfrm>
              <a:off x="7266395" y="704782"/>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343" name="Freeform: Shape 342">
              <a:extLst>
                <a:ext uri="{FF2B5EF4-FFF2-40B4-BE49-F238E27FC236}">
                  <a16:creationId xmlns:a16="http://schemas.microsoft.com/office/drawing/2014/main" id="{38DA3CAA-EAB8-4FE6-A8E7-359E8028CF60}"/>
                </a:ext>
              </a:extLst>
            </p:cNvPr>
            <p:cNvSpPr/>
            <p:nvPr/>
          </p:nvSpPr>
          <p:spPr>
            <a:xfrm>
              <a:off x="7264363" y="705544"/>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344" name="Freeform: Shape 343">
              <a:extLst>
                <a:ext uri="{FF2B5EF4-FFF2-40B4-BE49-F238E27FC236}">
                  <a16:creationId xmlns:a16="http://schemas.microsoft.com/office/drawing/2014/main" id="{B8636621-3DC0-4FDF-BA4C-B840BE806AB7}"/>
                </a:ext>
              </a:extLst>
            </p:cNvPr>
            <p:cNvSpPr/>
            <p:nvPr/>
          </p:nvSpPr>
          <p:spPr>
            <a:xfrm>
              <a:off x="7268426" y="715194"/>
              <a:ext cx="540631" cy="160740"/>
            </a:xfrm>
            <a:custGeom>
              <a:avLst/>
              <a:gdLst>
                <a:gd name="connsiteX0" fmla="*/ 538219 w 540631"/>
                <a:gd name="connsiteY0" fmla="*/ 155154 h 160740"/>
                <a:gd name="connsiteX1" fmla="*/ 538219 w 540631"/>
                <a:gd name="connsiteY1" fmla="*/ 155154 h 160740"/>
                <a:gd name="connsiteX2" fmla="*/ 540631 w 540631"/>
                <a:gd name="connsiteY2" fmla="*/ 153249 h 160740"/>
                <a:gd name="connsiteX3" fmla="*/ 135729 w 540631"/>
                <a:gd name="connsiteY3" fmla="*/ 30853 h 160740"/>
                <a:gd name="connsiteX4" fmla="*/ 254 w 540631"/>
                <a:gd name="connsiteY4" fmla="*/ 0 h 160740"/>
                <a:gd name="connsiteX5" fmla="*/ 0 w 540631"/>
                <a:gd name="connsiteY5" fmla="*/ 254 h 160740"/>
                <a:gd name="connsiteX6" fmla="*/ 531362 w 540631"/>
                <a:gd name="connsiteY6" fmla="*/ 160740 h 160740"/>
                <a:gd name="connsiteX7" fmla="*/ 538219 w 540631"/>
                <a:gd name="connsiteY7" fmla="*/ 155154 h 160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0631" h="160740">
                  <a:moveTo>
                    <a:pt x="538219" y="155154"/>
                  </a:moveTo>
                  <a:lnTo>
                    <a:pt x="538219" y="155154"/>
                  </a:lnTo>
                  <a:lnTo>
                    <a:pt x="540631" y="153249"/>
                  </a:lnTo>
                  <a:lnTo>
                    <a:pt x="135729" y="30853"/>
                  </a:lnTo>
                  <a:lnTo>
                    <a:pt x="254" y="0"/>
                  </a:lnTo>
                  <a:lnTo>
                    <a:pt x="0" y="254"/>
                  </a:lnTo>
                  <a:lnTo>
                    <a:pt x="531362" y="160740"/>
                  </a:lnTo>
                  <a:lnTo>
                    <a:pt x="538219" y="155154"/>
                  </a:lnTo>
                  <a:close/>
                </a:path>
              </a:pathLst>
            </a:custGeom>
            <a:solidFill>
              <a:srgbClr val="000000"/>
            </a:solidFill>
            <a:ln w="12690" cap="flat">
              <a:noFill/>
              <a:prstDash val="solid"/>
              <a:miter/>
            </a:ln>
          </p:spPr>
          <p:txBody>
            <a:bodyPr rtlCol="0" anchor="ctr"/>
            <a:lstStyle/>
            <a:p>
              <a:endParaRPr lang="en-US" sz="1350"/>
            </a:p>
          </p:txBody>
        </p:sp>
        <p:sp>
          <p:nvSpPr>
            <p:cNvPr id="345" name="Freeform: Shape 344">
              <a:extLst>
                <a:ext uri="{FF2B5EF4-FFF2-40B4-BE49-F238E27FC236}">
                  <a16:creationId xmlns:a16="http://schemas.microsoft.com/office/drawing/2014/main" id="{68808E0E-5A1D-4678-8784-DBEBFBCCE2CF}"/>
                </a:ext>
              </a:extLst>
            </p:cNvPr>
            <p:cNvSpPr/>
            <p:nvPr/>
          </p:nvSpPr>
          <p:spPr>
            <a:xfrm>
              <a:off x="7854004" y="840129"/>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346" name="Freeform: Shape 345">
              <a:extLst>
                <a:ext uri="{FF2B5EF4-FFF2-40B4-BE49-F238E27FC236}">
                  <a16:creationId xmlns:a16="http://schemas.microsoft.com/office/drawing/2014/main" id="{E75102D8-4A58-4E3C-875A-33470C15E0F9}"/>
                </a:ext>
              </a:extLst>
            </p:cNvPr>
            <p:cNvSpPr/>
            <p:nvPr/>
          </p:nvSpPr>
          <p:spPr>
            <a:xfrm>
              <a:off x="7854512" y="841272"/>
              <a:ext cx="47" cy="761"/>
            </a:xfrm>
            <a:custGeom>
              <a:avLst/>
              <a:gdLst>
                <a:gd name="connsiteX0" fmla="*/ 0 w 47"/>
                <a:gd name="connsiteY0" fmla="*/ 762 h 761"/>
                <a:gd name="connsiteX1" fmla="*/ 0 w 47"/>
                <a:gd name="connsiteY1" fmla="*/ 0 h 761"/>
                <a:gd name="connsiteX2" fmla="*/ 0 w 47"/>
                <a:gd name="connsiteY2" fmla="*/ 0 h 761"/>
              </a:gdLst>
              <a:ahLst/>
              <a:cxnLst>
                <a:cxn ang="0">
                  <a:pos x="connsiteX0" y="connsiteY0"/>
                </a:cxn>
                <a:cxn ang="0">
                  <a:pos x="connsiteX1" y="connsiteY1"/>
                </a:cxn>
                <a:cxn ang="0">
                  <a:pos x="connsiteX2" y="connsiteY2"/>
                </a:cxn>
              </a:cxnLst>
              <a:rect l="l" t="t" r="r" b="b"/>
              <a:pathLst>
                <a:path w="47" h="761">
                  <a:moveTo>
                    <a:pt x="0" y="762"/>
                  </a:moveTo>
                  <a:cubicBezTo>
                    <a:pt x="64" y="508"/>
                    <a:pt x="64" y="254"/>
                    <a:pt x="0" y="0"/>
                  </a:cubicBezTo>
                  <a:lnTo>
                    <a:pt x="0" y="0"/>
                  </a:lnTo>
                  <a:close/>
                </a:path>
              </a:pathLst>
            </a:custGeom>
            <a:solidFill>
              <a:srgbClr val="000000"/>
            </a:solidFill>
            <a:ln w="12690" cap="flat">
              <a:noFill/>
              <a:prstDash val="solid"/>
              <a:miter/>
            </a:ln>
          </p:spPr>
          <p:txBody>
            <a:bodyPr rtlCol="0" anchor="ctr"/>
            <a:lstStyle/>
            <a:p>
              <a:endParaRPr lang="en-US" sz="1350"/>
            </a:p>
          </p:txBody>
        </p:sp>
        <p:sp>
          <p:nvSpPr>
            <p:cNvPr id="347" name="Freeform: Shape 346">
              <a:extLst>
                <a:ext uri="{FF2B5EF4-FFF2-40B4-BE49-F238E27FC236}">
                  <a16:creationId xmlns:a16="http://schemas.microsoft.com/office/drawing/2014/main" id="{BDDF714E-9C32-4E0B-A768-20473D25B9DF}"/>
                </a:ext>
              </a:extLst>
            </p:cNvPr>
            <p:cNvSpPr/>
            <p:nvPr/>
          </p:nvSpPr>
          <p:spPr>
            <a:xfrm>
              <a:off x="7851592" y="838733"/>
              <a:ext cx="761" cy="12696"/>
            </a:xfrm>
            <a:custGeom>
              <a:avLst/>
              <a:gdLst>
                <a:gd name="connsiteX0" fmla="*/ 762 w 761"/>
                <a:gd name="connsiteY0" fmla="*/ 0 h 12696"/>
                <a:gd name="connsiteX1" fmla="*/ 0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348" name="Freeform: Shape 347">
              <a:extLst>
                <a:ext uri="{FF2B5EF4-FFF2-40B4-BE49-F238E27FC236}">
                  <a16:creationId xmlns:a16="http://schemas.microsoft.com/office/drawing/2014/main" id="{88DA82DC-EE57-47BB-A007-0950FEF02AD2}"/>
                </a:ext>
              </a:extLst>
            </p:cNvPr>
            <p:cNvSpPr/>
            <p:nvPr/>
          </p:nvSpPr>
          <p:spPr>
            <a:xfrm>
              <a:off x="7263347" y="705496"/>
              <a:ext cx="888" cy="47"/>
            </a:xfrm>
            <a:custGeom>
              <a:avLst/>
              <a:gdLst>
                <a:gd name="connsiteX0" fmla="*/ 889 w 888"/>
                <a:gd name="connsiteY0" fmla="*/ 48 h 47"/>
                <a:gd name="connsiteX1" fmla="*/ 889 w 888"/>
                <a:gd name="connsiteY1" fmla="*/ 48 h 47"/>
                <a:gd name="connsiteX2" fmla="*/ 0 w 888"/>
                <a:gd name="connsiteY2" fmla="*/ 48 h 47"/>
                <a:gd name="connsiteX3" fmla="*/ 0 w 888"/>
                <a:gd name="connsiteY3" fmla="*/ 48 h 47"/>
                <a:gd name="connsiteX4" fmla="*/ 889 w 888"/>
                <a:gd name="connsiteY4" fmla="*/ 48 h 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 h="47">
                  <a:moveTo>
                    <a:pt x="889" y="48"/>
                  </a:moveTo>
                  <a:lnTo>
                    <a:pt x="889" y="48"/>
                  </a:lnTo>
                  <a:cubicBezTo>
                    <a:pt x="597" y="-16"/>
                    <a:pt x="292" y="-16"/>
                    <a:pt x="0" y="48"/>
                  </a:cubicBezTo>
                  <a:lnTo>
                    <a:pt x="0" y="48"/>
                  </a:lnTo>
                  <a:cubicBezTo>
                    <a:pt x="292" y="-3"/>
                    <a:pt x="597" y="-3"/>
                    <a:pt x="889" y="48"/>
                  </a:cubicBezTo>
                  <a:close/>
                </a:path>
              </a:pathLst>
            </a:custGeom>
            <a:solidFill>
              <a:srgbClr val="000000"/>
            </a:solidFill>
            <a:ln w="12690" cap="flat">
              <a:noFill/>
              <a:prstDash val="solid"/>
              <a:miter/>
            </a:ln>
          </p:spPr>
          <p:txBody>
            <a:bodyPr rtlCol="0" anchor="ctr"/>
            <a:lstStyle/>
            <a:p>
              <a:endParaRPr lang="en-US" sz="1350"/>
            </a:p>
          </p:txBody>
        </p:sp>
        <p:sp>
          <p:nvSpPr>
            <p:cNvPr id="349" name="Freeform: Shape 348">
              <a:extLst>
                <a:ext uri="{FF2B5EF4-FFF2-40B4-BE49-F238E27FC236}">
                  <a16:creationId xmlns:a16="http://schemas.microsoft.com/office/drawing/2014/main" id="{CF0C5E89-C948-4AF2-9B6E-CD96E04638EB}"/>
                </a:ext>
              </a:extLst>
            </p:cNvPr>
            <p:cNvSpPr/>
            <p:nvPr/>
          </p:nvSpPr>
          <p:spPr>
            <a:xfrm>
              <a:off x="7265125" y="705544"/>
              <a:ext cx="1143" cy="12696"/>
            </a:xfrm>
            <a:custGeom>
              <a:avLst/>
              <a:gdLst>
                <a:gd name="connsiteX0" fmla="*/ 1016 w 1143"/>
                <a:gd name="connsiteY0" fmla="*/ 0 h 12696"/>
                <a:gd name="connsiteX1" fmla="*/ 0 w 1143"/>
                <a:gd name="connsiteY1" fmla="*/ 0 h 12696"/>
                <a:gd name="connsiteX2" fmla="*/ 1143 w 1143"/>
                <a:gd name="connsiteY2" fmla="*/ 0 h 12696"/>
              </a:gdLst>
              <a:ahLst/>
              <a:cxnLst>
                <a:cxn ang="0">
                  <a:pos x="connsiteX0" y="connsiteY0"/>
                </a:cxn>
                <a:cxn ang="0">
                  <a:pos x="connsiteX1" y="connsiteY1"/>
                </a:cxn>
                <a:cxn ang="0">
                  <a:pos x="connsiteX2" y="connsiteY2"/>
                </a:cxn>
              </a:cxnLst>
              <a:rect l="l" t="t" r="r" b="b"/>
              <a:pathLst>
                <a:path w="1143" h="12696">
                  <a:moveTo>
                    <a:pt x="1016" y="0"/>
                  </a:moveTo>
                  <a:lnTo>
                    <a:pt x="0" y="0"/>
                  </a:lnTo>
                  <a:lnTo>
                    <a:pt x="1143" y="0"/>
                  </a:lnTo>
                  <a:close/>
                </a:path>
              </a:pathLst>
            </a:custGeom>
            <a:solidFill>
              <a:srgbClr val="000000"/>
            </a:solidFill>
            <a:ln w="12690" cap="flat">
              <a:noFill/>
              <a:prstDash val="solid"/>
              <a:miter/>
            </a:ln>
          </p:spPr>
          <p:txBody>
            <a:bodyPr rtlCol="0" anchor="ctr"/>
            <a:lstStyle/>
            <a:p>
              <a:endParaRPr lang="en-US" sz="1350"/>
            </a:p>
          </p:txBody>
        </p:sp>
        <p:sp>
          <p:nvSpPr>
            <p:cNvPr id="350" name="Freeform: Shape 349">
              <a:extLst>
                <a:ext uri="{FF2B5EF4-FFF2-40B4-BE49-F238E27FC236}">
                  <a16:creationId xmlns:a16="http://schemas.microsoft.com/office/drawing/2014/main" id="{E351C802-1F3E-48B5-AEE4-A4B7D9BAA949}"/>
                </a:ext>
              </a:extLst>
            </p:cNvPr>
            <p:cNvSpPr/>
            <p:nvPr/>
          </p:nvSpPr>
          <p:spPr>
            <a:xfrm>
              <a:off x="7267538" y="705544"/>
              <a:ext cx="583037" cy="139663"/>
            </a:xfrm>
            <a:custGeom>
              <a:avLst/>
              <a:gdLst>
                <a:gd name="connsiteX0" fmla="*/ 3301 w 583037"/>
                <a:gd name="connsiteY0" fmla="*/ 7364 h 139663"/>
                <a:gd name="connsiteX1" fmla="*/ 1143 w 583037"/>
                <a:gd name="connsiteY1" fmla="*/ 9649 h 139663"/>
                <a:gd name="connsiteX2" fmla="*/ 136618 w 583037"/>
                <a:gd name="connsiteY2" fmla="*/ 40503 h 139663"/>
                <a:gd name="connsiteX3" fmla="*/ 570468 w 583037"/>
                <a:gd name="connsiteY3" fmla="*/ 139664 h 139663"/>
                <a:gd name="connsiteX4" fmla="*/ 578086 w 583037"/>
                <a:gd name="connsiteY4" fmla="*/ 133442 h 139663"/>
                <a:gd name="connsiteX5" fmla="*/ 578849 w 583037"/>
                <a:gd name="connsiteY5" fmla="*/ 133442 h 139663"/>
                <a:gd name="connsiteX6" fmla="*/ 579737 w 583037"/>
                <a:gd name="connsiteY6" fmla="*/ 133442 h 139663"/>
                <a:gd name="connsiteX7" fmla="*/ 580880 w 583037"/>
                <a:gd name="connsiteY7" fmla="*/ 133442 h 139663"/>
                <a:gd name="connsiteX8" fmla="*/ 581769 w 583037"/>
                <a:gd name="connsiteY8" fmla="*/ 133442 h 139663"/>
                <a:gd name="connsiteX9" fmla="*/ 583038 w 583037"/>
                <a:gd name="connsiteY9" fmla="*/ 133442 h 139663"/>
                <a:gd name="connsiteX10" fmla="*/ 583038 w 583037"/>
                <a:gd name="connsiteY10" fmla="*/ 133442 h 139663"/>
                <a:gd name="connsiteX11" fmla="*/ 583038 w 583037"/>
                <a:gd name="connsiteY11" fmla="*/ 133442 h 139663"/>
                <a:gd name="connsiteX12" fmla="*/ 762 w 583037"/>
                <a:gd name="connsiteY12" fmla="*/ 0 h 139663"/>
                <a:gd name="connsiteX13" fmla="*/ 0 w 583037"/>
                <a:gd name="connsiteY13" fmla="*/ 0 h 139663"/>
                <a:gd name="connsiteX14" fmla="*/ 3047 w 583037"/>
                <a:gd name="connsiteY14" fmla="*/ 1143 h 139663"/>
                <a:gd name="connsiteX15" fmla="*/ 3301 w 583037"/>
                <a:gd name="connsiteY15" fmla="*/ 7364 h 1396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83037" h="139663">
                  <a:moveTo>
                    <a:pt x="3301" y="7364"/>
                  </a:moveTo>
                  <a:lnTo>
                    <a:pt x="1143" y="9649"/>
                  </a:lnTo>
                  <a:lnTo>
                    <a:pt x="136618" y="40503"/>
                  </a:lnTo>
                  <a:lnTo>
                    <a:pt x="570468" y="139664"/>
                  </a:lnTo>
                  <a:lnTo>
                    <a:pt x="578086" y="133442"/>
                  </a:lnTo>
                  <a:lnTo>
                    <a:pt x="578849" y="133442"/>
                  </a:lnTo>
                  <a:lnTo>
                    <a:pt x="579737" y="133442"/>
                  </a:lnTo>
                  <a:lnTo>
                    <a:pt x="580880" y="133442"/>
                  </a:lnTo>
                  <a:lnTo>
                    <a:pt x="581769" y="133442"/>
                  </a:lnTo>
                  <a:lnTo>
                    <a:pt x="583038" y="133442"/>
                  </a:lnTo>
                  <a:lnTo>
                    <a:pt x="583038" y="133442"/>
                  </a:lnTo>
                  <a:lnTo>
                    <a:pt x="583038" y="133442"/>
                  </a:lnTo>
                  <a:lnTo>
                    <a:pt x="762" y="0"/>
                  </a:lnTo>
                  <a:lnTo>
                    <a:pt x="0" y="0"/>
                  </a:lnTo>
                  <a:cubicBezTo>
                    <a:pt x="1104" y="51"/>
                    <a:pt x="2171" y="457"/>
                    <a:pt x="3047" y="1143"/>
                  </a:cubicBezTo>
                  <a:cubicBezTo>
                    <a:pt x="4812" y="2806"/>
                    <a:pt x="4926" y="5574"/>
                    <a:pt x="3301" y="7364"/>
                  </a:cubicBezTo>
                  <a:close/>
                </a:path>
              </a:pathLst>
            </a:custGeom>
            <a:solidFill>
              <a:srgbClr val="000000"/>
            </a:solidFill>
            <a:ln w="12690" cap="flat">
              <a:noFill/>
              <a:prstDash val="solid"/>
              <a:miter/>
            </a:ln>
          </p:spPr>
          <p:txBody>
            <a:bodyPr rtlCol="0" anchor="ctr"/>
            <a:lstStyle/>
            <a:p>
              <a:endParaRPr lang="en-US" sz="1350"/>
            </a:p>
          </p:txBody>
        </p:sp>
        <p:sp>
          <p:nvSpPr>
            <p:cNvPr id="351" name="Freeform: Shape 350">
              <a:extLst>
                <a:ext uri="{FF2B5EF4-FFF2-40B4-BE49-F238E27FC236}">
                  <a16:creationId xmlns:a16="http://schemas.microsoft.com/office/drawing/2014/main" id="{B6BCE900-1B91-4B47-BF75-1CD0C5D6A8F7}"/>
                </a:ext>
              </a:extLst>
            </p:cNvPr>
            <p:cNvSpPr/>
            <p:nvPr/>
          </p:nvSpPr>
          <p:spPr>
            <a:xfrm>
              <a:off x="7849179" y="837463"/>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352" name="Freeform: Shape 351">
              <a:extLst>
                <a:ext uri="{FF2B5EF4-FFF2-40B4-BE49-F238E27FC236}">
                  <a16:creationId xmlns:a16="http://schemas.microsoft.com/office/drawing/2014/main" id="{35AF1395-875A-4FB8-A576-A4D92BE66EB3}"/>
                </a:ext>
              </a:extLst>
            </p:cNvPr>
            <p:cNvSpPr/>
            <p:nvPr/>
          </p:nvSpPr>
          <p:spPr>
            <a:xfrm>
              <a:off x="7850576" y="837971"/>
              <a:ext cx="888" cy="12696"/>
            </a:xfrm>
            <a:custGeom>
              <a:avLst/>
              <a:gdLst>
                <a:gd name="connsiteX0" fmla="*/ 889 w 888"/>
                <a:gd name="connsiteY0" fmla="*/ 0 h 12696"/>
                <a:gd name="connsiteX1" fmla="*/ 0 w 888"/>
                <a:gd name="connsiteY1" fmla="*/ 0 h 12696"/>
              </a:gdLst>
              <a:ahLst/>
              <a:cxnLst>
                <a:cxn ang="0">
                  <a:pos x="connsiteX0" y="connsiteY0"/>
                </a:cxn>
                <a:cxn ang="0">
                  <a:pos x="connsiteX1" y="connsiteY1"/>
                </a:cxn>
              </a:cxnLst>
              <a:rect l="l" t="t" r="r" b="b"/>
              <a:pathLst>
                <a:path w="888" h="12696">
                  <a:moveTo>
                    <a:pt x="889"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353" name="Freeform: Shape 352">
              <a:extLst>
                <a:ext uri="{FF2B5EF4-FFF2-40B4-BE49-F238E27FC236}">
                  <a16:creationId xmlns:a16="http://schemas.microsoft.com/office/drawing/2014/main" id="{1C2246CC-50E1-4B07-B593-8A0B7E3A32BA}"/>
                </a:ext>
              </a:extLst>
            </p:cNvPr>
            <p:cNvSpPr/>
            <p:nvPr/>
          </p:nvSpPr>
          <p:spPr>
            <a:xfrm>
              <a:off x="7843338" y="841653"/>
              <a:ext cx="10030" cy="212417"/>
            </a:xfrm>
            <a:custGeom>
              <a:avLst/>
              <a:gdLst>
                <a:gd name="connsiteX0" fmla="*/ 9015 w 10030"/>
                <a:gd name="connsiteY0" fmla="*/ 4444 h 212417"/>
                <a:gd name="connsiteX1" fmla="*/ 0 w 10030"/>
                <a:gd name="connsiteY1" fmla="*/ 11681 h 212417"/>
                <a:gd name="connsiteX2" fmla="*/ 0 w 10030"/>
                <a:gd name="connsiteY2" fmla="*/ 207464 h 212417"/>
                <a:gd name="connsiteX3" fmla="*/ 5333 w 10030"/>
                <a:gd name="connsiteY3" fmla="*/ 212416 h 212417"/>
                <a:gd name="connsiteX4" fmla="*/ 9142 w 10030"/>
                <a:gd name="connsiteY4" fmla="*/ 211019 h 212417"/>
                <a:gd name="connsiteX5" fmla="*/ 9777 w 10030"/>
                <a:gd name="connsiteY5" fmla="*/ 210131 h 212417"/>
                <a:gd name="connsiteX6" fmla="*/ 9777 w 10030"/>
                <a:gd name="connsiteY6" fmla="*/ 209496 h 212417"/>
                <a:gd name="connsiteX7" fmla="*/ 9777 w 10030"/>
                <a:gd name="connsiteY7" fmla="*/ 208734 h 212417"/>
                <a:gd name="connsiteX8" fmla="*/ 9777 w 10030"/>
                <a:gd name="connsiteY8" fmla="*/ 207591 h 212417"/>
                <a:gd name="connsiteX9" fmla="*/ 9777 w 10030"/>
                <a:gd name="connsiteY9" fmla="*/ 207591 h 212417"/>
                <a:gd name="connsiteX10" fmla="*/ 9777 w 10030"/>
                <a:gd name="connsiteY10" fmla="*/ 0 h 212417"/>
                <a:gd name="connsiteX11" fmla="*/ 9015 w 10030"/>
                <a:gd name="connsiteY11" fmla="*/ 4444 h 212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030" h="212417">
                  <a:moveTo>
                    <a:pt x="9015" y="4444"/>
                  </a:moveTo>
                  <a:lnTo>
                    <a:pt x="0" y="11681"/>
                  </a:lnTo>
                  <a:lnTo>
                    <a:pt x="0" y="207464"/>
                  </a:lnTo>
                  <a:cubicBezTo>
                    <a:pt x="140" y="210296"/>
                    <a:pt x="2502" y="212492"/>
                    <a:pt x="5333" y="212416"/>
                  </a:cubicBezTo>
                  <a:cubicBezTo>
                    <a:pt x="6717" y="212378"/>
                    <a:pt x="8063" y="211883"/>
                    <a:pt x="9142" y="211019"/>
                  </a:cubicBezTo>
                  <a:lnTo>
                    <a:pt x="9777" y="210131"/>
                  </a:lnTo>
                  <a:lnTo>
                    <a:pt x="9777" y="209496"/>
                  </a:lnTo>
                  <a:lnTo>
                    <a:pt x="9777" y="208734"/>
                  </a:lnTo>
                  <a:cubicBezTo>
                    <a:pt x="9840" y="208353"/>
                    <a:pt x="9840" y="207972"/>
                    <a:pt x="9777" y="207591"/>
                  </a:cubicBezTo>
                  <a:lnTo>
                    <a:pt x="9777" y="207591"/>
                  </a:lnTo>
                  <a:lnTo>
                    <a:pt x="9777" y="0"/>
                  </a:lnTo>
                  <a:cubicBezTo>
                    <a:pt x="10298" y="1511"/>
                    <a:pt x="10005" y="3187"/>
                    <a:pt x="9015" y="4444"/>
                  </a:cubicBezTo>
                  <a:close/>
                </a:path>
              </a:pathLst>
            </a:custGeom>
            <a:solidFill>
              <a:srgbClr val="000000"/>
            </a:solidFill>
            <a:ln w="12690" cap="flat">
              <a:noFill/>
              <a:prstDash val="solid"/>
              <a:miter/>
            </a:ln>
          </p:spPr>
          <p:txBody>
            <a:bodyPr rtlCol="0" anchor="ctr"/>
            <a:lstStyle/>
            <a:p>
              <a:endParaRPr lang="en-US" sz="1350"/>
            </a:p>
          </p:txBody>
        </p:sp>
        <p:sp>
          <p:nvSpPr>
            <p:cNvPr id="354" name="Freeform: Shape 353">
              <a:extLst>
                <a:ext uri="{FF2B5EF4-FFF2-40B4-BE49-F238E27FC236}">
                  <a16:creationId xmlns:a16="http://schemas.microsoft.com/office/drawing/2014/main" id="{F168DB40-9E71-4ED3-AB8A-E56A7447C325}"/>
                </a:ext>
              </a:extLst>
            </p:cNvPr>
            <p:cNvSpPr/>
            <p:nvPr/>
          </p:nvSpPr>
          <p:spPr>
            <a:xfrm>
              <a:off x="7854258" y="840637"/>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355" name="Freeform: Shape 354">
              <a:extLst>
                <a:ext uri="{FF2B5EF4-FFF2-40B4-BE49-F238E27FC236}">
                  <a16:creationId xmlns:a16="http://schemas.microsoft.com/office/drawing/2014/main" id="{F3F3F5B8-1D4C-40A8-8BA2-809FCFBF7707}"/>
                </a:ext>
              </a:extLst>
            </p:cNvPr>
            <p:cNvSpPr/>
            <p:nvPr/>
          </p:nvSpPr>
          <p:spPr>
            <a:xfrm>
              <a:off x="7853115" y="83898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356" name="Freeform: Shape 355">
              <a:extLst>
                <a:ext uri="{FF2B5EF4-FFF2-40B4-BE49-F238E27FC236}">
                  <a16:creationId xmlns:a16="http://schemas.microsoft.com/office/drawing/2014/main" id="{4F2F9C82-2E8F-4DB5-9A5E-5885DC7B7F5A}"/>
                </a:ext>
              </a:extLst>
            </p:cNvPr>
            <p:cNvSpPr/>
            <p:nvPr/>
          </p:nvSpPr>
          <p:spPr>
            <a:xfrm>
              <a:off x="7806645" y="837463"/>
              <a:ext cx="48317" cy="38597"/>
            </a:xfrm>
            <a:custGeom>
              <a:avLst/>
              <a:gdLst>
                <a:gd name="connsiteX0" fmla="*/ 42661 w 48317"/>
                <a:gd name="connsiteY0" fmla="*/ 0 h 38597"/>
                <a:gd name="connsiteX1" fmla="*/ 41772 w 48317"/>
                <a:gd name="connsiteY1" fmla="*/ 0 h 38597"/>
                <a:gd name="connsiteX2" fmla="*/ 40629 w 48317"/>
                <a:gd name="connsiteY2" fmla="*/ 0 h 38597"/>
                <a:gd name="connsiteX3" fmla="*/ 39741 w 48317"/>
                <a:gd name="connsiteY3" fmla="*/ 0 h 38597"/>
                <a:gd name="connsiteX4" fmla="*/ 38979 w 48317"/>
                <a:gd name="connsiteY4" fmla="*/ 0 h 38597"/>
                <a:gd name="connsiteX5" fmla="*/ 31361 w 48317"/>
                <a:gd name="connsiteY5" fmla="*/ 6221 h 38597"/>
                <a:gd name="connsiteX6" fmla="*/ 2285 w 48317"/>
                <a:gd name="connsiteY6" fmla="*/ 29710 h 38597"/>
                <a:gd name="connsiteX7" fmla="*/ 0 w 48317"/>
                <a:gd name="connsiteY7" fmla="*/ 31615 h 38597"/>
                <a:gd name="connsiteX8" fmla="*/ 0 w 48317"/>
                <a:gd name="connsiteY8" fmla="*/ 31615 h 38597"/>
                <a:gd name="connsiteX9" fmla="*/ 7618 w 48317"/>
                <a:gd name="connsiteY9" fmla="*/ 31615 h 38597"/>
                <a:gd name="connsiteX10" fmla="*/ 7960 w 48317"/>
                <a:gd name="connsiteY10" fmla="*/ 38255 h 38597"/>
                <a:gd name="connsiteX11" fmla="*/ 7618 w 48317"/>
                <a:gd name="connsiteY11" fmla="*/ 38598 h 38597"/>
                <a:gd name="connsiteX12" fmla="*/ 7618 w 48317"/>
                <a:gd name="connsiteY12" fmla="*/ 38598 h 38597"/>
                <a:gd name="connsiteX13" fmla="*/ 9396 w 48317"/>
                <a:gd name="connsiteY13" fmla="*/ 37074 h 38597"/>
                <a:gd name="connsiteX14" fmla="*/ 37582 w 48317"/>
                <a:gd name="connsiteY14" fmla="*/ 14220 h 38597"/>
                <a:gd name="connsiteX15" fmla="*/ 46597 w 48317"/>
                <a:gd name="connsiteY15" fmla="*/ 6983 h 38597"/>
                <a:gd name="connsiteX16" fmla="*/ 48248 w 48317"/>
                <a:gd name="connsiteY16" fmla="*/ 2539 h 38597"/>
                <a:gd name="connsiteX17" fmla="*/ 48248 w 48317"/>
                <a:gd name="connsiteY17" fmla="*/ 2539 h 38597"/>
                <a:gd name="connsiteX18" fmla="*/ 48248 w 48317"/>
                <a:gd name="connsiteY18" fmla="*/ 1904 h 38597"/>
                <a:gd name="connsiteX19" fmla="*/ 48248 w 48317"/>
                <a:gd name="connsiteY19" fmla="*/ 1016 h 38597"/>
                <a:gd name="connsiteX20" fmla="*/ 48248 w 48317"/>
                <a:gd name="connsiteY20" fmla="*/ 1016 h 38597"/>
                <a:gd name="connsiteX21" fmla="*/ 48248 w 48317"/>
                <a:gd name="connsiteY21" fmla="*/ 1016 h 38597"/>
                <a:gd name="connsiteX22" fmla="*/ 48248 w 48317"/>
                <a:gd name="connsiteY22" fmla="*/ 1016 h 38597"/>
                <a:gd name="connsiteX23" fmla="*/ 47232 w 48317"/>
                <a:gd name="connsiteY23" fmla="*/ 1016 h 38597"/>
                <a:gd name="connsiteX24" fmla="*/ 47232 w 48317"/>
                <a:gd name="connsiteY24" fmla="*/ 1016 h 38597"/>
                <a:gd name="connsiteX25" fmla="*/ 47232 w 48317"/>
                <a:gd name="connsiteY25" fmla="*/ 1016 h 38597"/>
                <a:gd name="connsiteX26" fmla="*/ 46343 w 48317"/>
                <a:gd name="connsiteY26" fmla="*/ 1016 h 38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8317" h="38597">
                  <a:moveTo>
                    <a:pt x="42661" y="0"/>
                  </a:moveTo>
                  <a:lnTo>
                    <a:pt x="41772" y="0"/>
                  </a:lnTo>
                  <a:lnTo>
                    <a:pt x="40629" y="0"/>
                  </a:lnTo>
                  <a:lnTo>
                    <a:pt x="39741" y="0"/>
                  </a:lnTo>
                  <a:lnTo>
                    <a:pt x="38979" y="0"/>
                  </a:lnTo>
                  <a:lnTo>
                    <a:pt x="31361" y="6221"/>
                  </a:lnTo>
                  <a:lnTo>
                    <a:pt x="2285" y="29710"/>
                  </a:lnTo>
                  <a:lnTo>
                    <a:pt x="0" y="31615"/>
                  </a:lnTo>
                  <a:lnTo>
                    <a:pt x="0" y="31615"/>
                  </a:lnTo>
                  <a:cubicBezTo>
                    <a:pt x="2196" y="29736"/>
                    <a:pt x="5434" y="29736"/>
                    <a:pt x="7618" y="31615"/>
                  </a:cubicBezTo>
                  <a:cubicBezTo>
                    <a:pt x="9547" y="33354"/>
                    <a:pt x="9700" y="36325"/>
                    <a:pt x="7960" y="38255"/>
                  </a:cubicBezTo>
                  <a:cubicBezTo>
                    <a:pt x="7859" y="38369"/>
                    <a:pt x="7745" y="38484"/>
                    <a:pt x="7618" y="38598"/>
                  </a:cubicBezTo>
                  <a:lnTo>
                    <a:pt x="7618" y="38598"/>
                  </a:lnTo>
                  <a:lnTo>
                    <a:pt x="9396" y="37074"/>
                  </a:lnTo>
                  <a:lnTo>
                    <a:pt x="37582" y="14220"/>
                  </a:lnTo>
                  <a:lnTo>
                    <a:pt x="46597" y="6983"/>
                  </a:lnTo>
                  <a:cubicBezTo>
                    <a:pt x="47904" y="5904"/>
                    <a:pt x="48540" y="4215"/>
                    <a:pt x="48248" y="2539"/>
                  </a:cubicBezTo>
                  <a:lnTo>
                    <a:pt x="48248" y="2539"/>
                  </a:lnTo>
                  <a:cubicBezTo>
                    <a:pt x="48248" y="2539"/>
                    <a:pt x="48248" y="2539"/>
                    <a:pt x="48248" y="1904"/>
                  </a:cubicBezTo>
                  <a:cubicBezTo>
                    <a:pt x="48311" y="1612"/>
                    <a:pt x="48311" y="1308"/>
                    <a:pt x="48248" y="1016"/>
                  </a:cubicBezTo>
                  <a:lnTo>
                    <a:pt x="48248" y="1016"/>
                  </a:lnTo>
                  <a:lnTo>
                    <a:pt x="48248" y="1016"/>
                  </a:lnTo>
                  <a:lnTo>
                    <a:pt x="48248" y="1016"/>
                  </a:lnTo>
                  <a:lnTo>
                    <a:pt x="47232" y="1016"/>
                  </a:lnTo>
                  <a:lnTo>
                    <a:pt x="47232" y="1016"/>
                  </a:lnTo>
                  <a:lnTo>
                    <a:pt x="47232" y="1016"/>
                  </a:lnTo>
                  <a:lnTo>
                    <a:pt x="46343" y="1016"/>
                  </a:lnTo>
                  <a:close/>
                </a:path>
              </a:pathLst>
            </a:custGeom>
            <a:solidFill>
              <a:srgbClr val="000000"/>
            </a:solidFill>
            <a:ln w="12690" cap="flat">
              <a:noFill/>
              <a:prstDash val="solid"/>
              <a:miter/>
            </a:ln>
          </p:spPr>
          <p:txBody>
            <a:bodyPr rtlCol="0" anchor="ctr"/>
            <a:lstStyle/>
            <a:p>
              <a:endParaRPr lang="en-US" sz="1350"/>
            </a:p>
          </p:txBody>
        </p:sp>
        <p:sp>
          <p:nvSpPr>
            <p:cNvPr id="392" name="Freeform: Shape 391">
              <a:extLst>
                <a:ext uri="{FF2B5EF4-FFF2-40B4-BE49-F238E27FC236}">
                  <a16:creationId xmlns:a16="http://schemas.microsoft.com/office/drawing/2014/main" id="{84729119-42BF-4F3A-BE62-2DFF1B1ADA3C}"/>
                </a:ext>
              </a:extLst>
            </p:cNvPr>
            <p:cNvSpPr/>
            <p:nvPr/>
          </p:nvSpPr>
          <p:spPr>
            <a:xfrm>
              <a:off x="9147430" y="1283498"/>
              <a:ext cx="1254319" cy="376203"/>
            </a:xfrm>
            <a:custGeom>
              <a:avLst/>
              <a:gdLst>
                <a:gd name="connsiteX0" fmla="*/ 1254319 w 1254319"/>
                <a:gd name="connsiteY0" fmla="*/ 368585 h 376203"/>
                <a:gd name="connsiteX1" fmla="*/ 94083 w 1254319"/>
                <a:gd name="connsiteY1" fmla="*/ 18791 h 376203"/>
                <a:gd name="connsiteX2" fmla="*/ 0 w 1254319"/>
                <a:gd name="connsiteY2" fmla="*/ 0 h 376203"/>
                <a:gd name="connsiteX3" fmla="*/ 0 w 1254319"/>
                <a:gd name="connsiteY3" fmla="*/ 0 h 376203"/>
                <a:gd name="connsiteX4" fmla="*/ 1245812 w 1254319"/>
                <a:gd name="connsiteY4" fmla="*/ 376203 h 376203"/>
                <a:gd name="connsiteX5" fmla="*/ 1252796 w 1254319"/>
                <a:gd name="connsiteY5" fmla="*/ 370617 h 376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54319" h="376203">
                  <a:moveTo>
                    <a:pt x="1254319" y="368585"/>
                  </a:moveTo>
                  <a:lnTo>
                    <a:pt x="94083" y="18791"/>
                  </a:lnTo>
                  <a:lnTo>
                    <a:pt x="0" y="0"/>
                  </a:lnTo>
                  <a:lnTo>
                    <a:pt x="0" y="0"/>
                  </a:lnTo>
                  <a:lnTo>
                    <a:pt x="1245812" y="376203"/>
                  </a:lnTo>
                  <a:lnTo>
                    <a:pt x="1252796" y="370617"/>
                  </a:lnTo>
                  <a:close/>
                </a:path>
              </a:pathLst>
            </a:custGeom>
            <a:solidFill>
              <a:srgbClr val="000000"/>
            </a:solidFill>
            <a:ln w="12690" cap="flat">
              <a:noFill/>
              <a:prstDash val="solid"/>
              <a:miter/>
            </a:ln>
          </p:spPr>
          <p:txBody>
            <a:bodyPr rtlCol="0" anchor="ctr"/>
            <a:lstStyle/>
            <a:p>
              <a:endParaRPr lang="en-US" sz="1350"/>
            </a:p>
          </p:txBody>
        </p:sp>
        <p:sp>
          <p:nvSpPr>
            <p:cNvPr id="393" name="Freeform: Shape 392">
              <a:extLst>
                <a:ext uri="{FF2B5EF4-FFF2-40B4-BE49-F238E27FC236}">
                  <a16:creationId xmlns:a16="http://schemas.microsoft.com/office/drawing/2014/main" id="{B4DC022F-579E-4B12-B487-8A72406EFF04}"/>
                </a:ext>
              </a:extLst>
            </p:cNvPr>
            <p:cNvSpPr/>
            <p:nvPr/>
          </p:nvSpPr>
          <p:spPr>
            <a:xfrm>
              <a:off x="10398829" y="1549367"/>
              <a:ext cx="141315" cy="107287"/>
            </a:xfrm>
            <a:custGeom>
              <a:avLst/>
              <a:gdLst>
                <a:gd name="connsiteX0" fmla="*/ 139665 w 141315"/>
                <a:gd name="connsiteY0" fmla="*/ 2032 h 107287"/>
                <a:gd name="connsiteX1" fmla="*/ 129254 w 141315"/>
                <a:gd name="connsiteY1" fmla="*/ 0 h 107287"/>
                <a:gd name="connsiteX2" fmla="*/ 2285 w 141315"/>
                <a:gd name="connsiteY2" fmla="*/ 102716 h 107287"/>
                <a:gd name="connsiteX3" fmla="*/ 0 w 141315"/>
                <a:gd name="connsiteY3" fmla="*/ 104621 h 107287"/>
                <a:gd name="connsiteX4" fmla="*/ 0 w 141315"/>
                <a:gd name="connsiteY4" fmla="*/ 104621 h 107287"/>
                <a:gd name="connsiteX5" fmla="*/ 1016 w 141315"/>
                <a:gd name="connsiteY5" fmla="*/ 104621 h 107287"/>
                <a:gd name="connsiteX6" fmla="*/ 1905 w 141315"/>
                <a:gd name="connsiteY6" fmla="*/ 104621 h 107287"/>
                <a:gd name="connsiteX7" fmla="*/ 5587 w 141315"/>
                <a:gd name="connsiteY7" fmla="*/ 104621 h 107287"/>
                <a:gd name="connsiteX8" fmla="*/ 14347 w 141315"/>
                <a:gd name="connsiteY8" fmla="*/ 107287 h 107287"/>
                <a:gd name="connsiteX9" fmla="*/ 141316 w 141315"/>
                <a:gd name="connsiteY9" fmla="*/ 3555 h 107287"/>
                <a:gd name="connsiteX10" fmla="*/ 138776 w 141315"/>
                <a:gd name="connsiteY10" fmla="*/ 3555 h 1072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1315" h="107287">
                  <a:moveTo>
                    <a:pt x="139665" y="2032"/>
                  </a:moveTo>
                  <a:lnTo>
                    <a:pt x="129254" y="0"/>
                  </a:lnTo>
                  <a:lnTo>
                    <a:pt x="2285" y="102716"/>
                  </a:lnTo>
                  <a:lnTo>
                    <a:pt x="0" y="104621"/>
                  </a:lnTo>
                  <a:lnTo>
                    <a:pt x="0" y="104621"/>
                  </a:lnTo>
                  <a:lnTo>
                    <a:pt x="1016" y="104621"/>
                  </a:lnTo>
                  <a:lnTo>
                    <a:pt x="1905" y="104621"/>
                  </a:lnTo>
                  <a:lnTo>
                    <a:pt x="5587" y="104621"/>
                  </a:lnTo>
                  <a:lnTo>
                    <a:pt x="14347" y="107287"/>
                  </a:lnTo>
                  <a:lnTo>
                    <a:pt x="141316" y="3555"/>
                  </a:lnTo>
                  <a:lnTo>
                    <a:pt x="138776" y="3555"/>
                  </a:lnTo>
                  <a:close/>
                </a:path>
              </a:pathLst>
            </a:custGeom>
            <a:solidFill>
              <a:srgbClr val="000000"/>
            </a:solidFill>
            <a:ln w="12690" cap="flat">
              <a:noFill/>
              <a:prstDash val="solid"/>
              <a:miter/>
            </a:ln>
          </p:spPr>
          <p:txBody>
            <a:bodyPr rtlCol="0" anchor="ctr"/>
            <a:lstStyle/>
            <a:p>
              <a:endParaRPr lang="en-US" sz="1350"/>
            </a:p>
          </p:txBody>
        </p:sp>
        <p:sp>
          <p:nvSpPr>
            <p:cNvPr id="433" name="Freeform: Shape 432">
              <a:extLst>
                <a:ext uri="{FF2B5EF4-FFF2-40B4-BE49-F238E27FC236}">
                  <a16:creationId xmlns:a16="http://schemas.microsoft.com/office/drawing/2014/main" id="{17DF473D-3984-4FF9-9D10-AF6D336F38E1}"/>
                </a:ext>
              </a:extLst>
            </p:cNvPr>
            <p:cNvSpPr/>
            <p:nvPr/>
          </p:nvSpPr>
          <p:spPr>
            <a:xfrm>
              <a:off x="6533534" y="1657543"/>
              <a:ext cx="12696" cy="12696"/>
            </a:xfrm>
            <a:custGeom>
              <a:avLst/>
              <a:gdLst>
                <a:gd name="connsiteX0" fmla="*/ 0 w 12696"/>
                <a:gd name="connsiteY0" fmla="*/ 0 h 12696"/>
                <a:gd name="connsiteX1" fmla="*/ 0 w 12696"/>
                <a:gd name="connsiteY1" fmla="*/ 0 h 12696"/>
                <a:gd name="connsiteX2" fmla="*/ 0 w 12696"/>
                <a:gd name="connsiteY2" fmla="*/ 0 h 12696"/>
                <a:gd name="connsiteX3" fmla="*/ 0 w 12696"/>
                <a:gd name="connsiteY3" fmla="*/ 0 h 12696"/>
                <a:gd name="connsiteX4" fmla="*/ 0 w 12696"/>
                <a:gd name="connsiteY4" fmla="*/ 0 h 126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96" h="12696">
                  <a:moveTo>
                    <a:pt x="0" y="0"/>
                  </a:moveTo>
                  <a:lnTo>
                    <a:pt x="0" y="0"/>
                  </a:lnTo>
                  <a:lnTo>
                    <a:pt x="0" y="0"/>
                  </a:ln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34" name="Freeform: Shape 433">
              <a:extLst>
                <a:ext uri="{FF2B5EF4-FFF2-40B4-BE49-F238E27FC236}">
                  <a16:creationId xmlns:a16="http://schemas.microsoft.com/office/drawing/2014/main" id="{2BDD9C9C-12DE-48F1-AA54-D352BA07816F}"/>
                </a:ext>
              </a:extLst>
            </p:cNvPr>
            <p:cNvSpPr/>
            <p:nvPr/>
          </p:nvSpPr>
          <p:spPr>
            <a:xfrm>
              <a:off x="6538232" y="1559397"/>
              <a:ext cx="55866" cy="95352"/>
            </a:xfrm>
            <a:custGeom>
              <a:avLst/>
              <a:gdLst>
                <a:gd name="connsiteX0" fmla="*/ 51295 w 55866"/>
                <a:gd name="connsiteY0" fmla="*/ 6221 h 95352"/>
                <a:gd name="connsiteX1" fmla="*/ 45835 w 55866"/>
                <a:gd name="connsiteY1" fmla="*/ 1283 h 95352"/>
                <a:gd name="connsiteX2" fmla="*/ 45835 w 55866"/>
                <a:gd name="connsiteY2" fmla="*/ 1270 h 95352"/>
                <a:gd name="connsiteX3" fmla="*/ 45835 w 55866"/>
                <a:gd name="connsiteY3" fmla="*/ 0 h 95352"/>
                <a:gd name="connsiteX4" fmla="*/ 762 w 55866"/>
                <a:gd name="connsiteY4" fmla="*/ 74149 h 95352"/>
                <a:gd name="connsiteX5" fmla="*/ 762 w 55866"/>
                <a:gd name="connsiteY5" fmla="*/ 93194 h 95352"/>
                <a:gd name="connsiteX6" fmla="*/ 762 w 55866"/>
                <a:gd name="connsiteY6" fmla="*/ 93194 h 95352"/>
                <a:gd name="connsiteX7" fmla="*/ 762 w 55866"/>
                <a:gd name="connsiteY7" fmla="*/ 93829 h 95352"/>
                <a:gd name="connsiteX8" fmla="*/ 0 w 55866"/>
                <a:gd name="connsiteY8" fmla="*/ 95352 h 95352"/>
                <a:gd name="connsiteX9" fmla="*/ 0 w 55866"/>
                <a:gd name="connsiteY9" fmla="*/ 95352 h 95352"/>
                <a:gd name="connsiteX10" fmla="*/ 55866 w 55866"/>
                <a:gd name="connsiteY10" fmla="*/ 3428 h 95352"/>
                <a:gd name="connsiteX11" fmla="*/ 55866 w 55866"/>
                <a:gd name="connsiteY11" fmla="*/ 3428 h 95352"/>
                <a:gd name="connsiteX12" fmla="*/ 51295 w 55866"/>
                <a:gd name="connsiteY12" fmla="*/ 6221 h 95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5866" h="95352">
                  <a:moveTo>
                    <a:pt x="51295" y="6221"/>
                  </a:moveTo>
                  <a:cubicBezTo>
                    <a:pt x="48426" y="6361"/>
                    <a:pt x="45975" y="4152"/>
                    <a:pt x="45835" y="1283"/>
                  </a:cubicBezTo>
                  <a:cubicBezTo>
                    <a:pt x="45835" y="1283"/>
                    <a:pt x="45835" y="1270"/>
                    <a:pt x="45835" y="1270"/>
                  </a:cubicBezTo>
                  <a:lnTo>
                    <a:pt x="45835" y="0"/>
                  </a:lnTo>
                  <a:lnTo>
                    <a:pt x="762" y="74149"/>
                  </a:lnTo>
                  <a:lnTo>
                    <a:pt x="762" y="93194"/>
                  </a:lnTo>
                  <a:cubicBezTo>
                    <a:pt x="762" y="93194"/>
                    <a:pt x="762" y="93194"/>
                    <a:pt x="762" y="93194"/>
                  </a:cubicBezTo>
                  <a:lnTo>
                    <a:pt x="762" y="93829"/>
                  </a:lnTo>
                  <a:cubicBezTo>
                    <a:pt x="660" y="94400"/>
                    <a:pt x="394" y="94933"/>
                    <a:pt x="0" y="95352"/>
                  </a:cubicBezTo>
                  <a:lnTo>
                    <a:pt x="0" y="95352"/>
                  </a:lnTo>
                  <a:lnTo>
                    <a:pt x="55866" y="3428"/>
                  </a:lnTo>
                  <a:cubicBezTo>
                    <a:pt x="55866" y="3428"/>
                    <a:pt x="55866" y="3428"/>
                    <a:pt x="55866" y="3428"/>
                  </a:cubicBezTo>
                  <a:cubicBezTo>
                    <a:pt x="54914" y="5079"/>
                    <a:pt x="53200" y="6133"/>
                    <a:pt x="51295" y="6221"/>
                  </a:cubicBezTo>
                  <a:close/>
                </a:path>
              </a:pathLst>
            </a:custGeom>
            <a:solidFill>
              <a:srgbClr val="000000"/>
            </a:solidFill>
            <a:ln w="12690" cap="flat">
              <a:noFill/>
              <a:prstDash val="solid"/>
              <a:miter/>
            </a:ln>
          </p:spPr>
          <p:txBody>
            <a:bodyPr rtlCol="0" anchor="ctr"/>
            <a:lstStyle/>
            <a:p>
              <a:endParaRPr lang="en-US" sz="1350"/>
            </a:p>
          </p:txBody>
        </p:sp>
        <p:sp>
          <p:nvSpPr>
            <p:cNvPr id="435" name="Freeform: Shape 434">
              <a:extLst>
                <a:ext uri="{FF2B5EF4-FFF2-40B4-BE49-F238E27FC236}">
                  <a16:creationId xmlns:a16="http://schemas.microsoft.com/office/drawing/2014/main" id="{75B1A7F1-ACDA-4ADF-9518-AEEF6C64CF2E}"/>
                </a:ext>
              </a:extLst>
            </p:cNvPr>
            <p:cNvSpPr/>
            <p:nvPr/>
          </p:nvSpPr>
          <p:spPr>
            <a:xfrm>
              <a:off x="6533534" y="1657543"/>
              <a:ext cx="12696" cy="12696"/>
            </a:xfrm>
            <a:custGeom>
              <a:avLst/>
              <a:gdLst>
                <a:gd name="connsiteX0" fmla="*/ 0 w 12696"/>
                <a:gd name="connsiteY0" fmla="*/ 0 h 12696"/>
                <a:gd name="connsiteX1" fmla="*/ 0 w 12696"/>
                <a:gd name="connsiteY1" fmla="*/ 0 h 12696"/>
                <a:gd name="connsiteX2" fmla="*/ 0 w 12696"/>
                <a:gd name="connsiteY2" fmla="*/ 0 h 12696"/>
                <a:gd name="connsiteX3" fmla="*/ 0 w 12696"/>
                <a:gd name="connsiteY3" fmla="*/ 0 h 12696"/>
              </a:gdLst>
              <a:ahLst/>
              <a:cxnLst>
                <a:cxn ang="0">
                  <a:pos x="connsiteX0" y="connsiteY0"/>
                </a:cxn>
                <a:cxn ang="0">
                  <a:pos x="connsiteX1" y="connsiteY1"/>
                </a:cxn>
                <a:cxn ang="0">
                  <a:pos x="connsiteX2" y="connsiteY2"/>
                </a:cxn>
                <a:cxn ang="0">
                  <a:pos x="connsiteX3" y="connsiteY3"/>
                </a:cxn>
              </a:cxnLst>
              <a:rect l="l" t="t" r="r" b="b"/>
              <a:pathLst>
                <a:path w="12696" h="12696">
                  <a:moveTo>
                    <a:pt x="0" y="0"/>
                  </a:moveTo>
                  <a:lnTo>
                    <a:pt x="0" y="0"/>
                  </a:ln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36" name="Freeform: Shape 435">
              <a:extLst>
                <a:ext uri="{FF2B5EF4-FFF2-40B4-BE49-F238E27FC236}">
                  <a16:creationId xmlns:a16="http://schemas.microsoft.com/office/drawing/2014/main" id="{211A2F32-4BAA-4F37-B227-0C426F1461E8}"/>
                </a:ext>
              </a:extLst>
            </p:cNvPr>
            <p:cNvSpPr/>
            <p:nvPr/>
          </p:nvSpPr>
          <p:spPr>
            <a:xfrm>
              <a:off x="5723731" y="1513308"/>
              <a:ext cx="809803" cy="144494"/>
            </a:xfrm>
            <a:custGeom>
              <a:avLst/>
              <a:gdLst>
                <a:gd name="connsiteX0" fmla="*/ 804471 w 809803"/>
                <a:gd name="connsiteY0" fmla="*/ 139283 h 144494"/>
                <a:gd name="connsiteX1" fmla="*/ 804471 w 809803"/>
                <a:gd name="connsiteY1" fmla="*/ 133442 h 144494"/>
                <a:gd name="connsiteX2" fmla="*/ 6856 w 809803"/>
                <a:gd name="connsiteY2" fmla="*/ 0 h 144494"/>
                <a:gd name="connsiteX3" fmla="*/ 6856 w 809803"/>
                <a:gd name="connsiteY3" fmla="*/ 4063 h 144494"/>
                <a:gd name="connsiteX4" fmla="*/ 1663 w 809803"/>
                <a:gd name="connsiteY4" fmla="*/ 9015 h 144494"/>
                <a:gd name="connsiteX5" fmla="*/ 1524 w 809803"/>
                <a:gd name="connsiteY5" fmla="*/ 9015 h 144494"/>
                <a:gd name="connsiteX6" fmla="*/ 0 w 809803"/>
                <a:gd name="connsiteY6" fmla="*/ 9015 h 144494"/>
                <a:gd name="connsiteX7" fmla="*/ 0 w 809803"/>
                <a:gd name="connsiteY7" fmla="*/ 9015 h 144494"/>
                <a:gd name="connsiteX8" fmla="*/ 808915 w 809803"/>
                <a:gd name="connsiteY8" fmla="*/ 144489 h 144494"/>
                <a:gd name="connsiteX9" fmla="*/ 809804 w 809803"/>
                <a:gd name="connsiteY9" fmla="*/ 144489 h 144494"/>
                <a:gd name="connsiteX10" fmla="*/ 804471 w 809803"/>
                <a:gd name="connsiteY10" fmla="*/ 139677 h 144494"/>
                <a:gd name="connsiteX11" fmla="*/ 804471 w 809803"/>
                <a:gd name="connsiteY11" fmla="*/ 139283 h 1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09803" h="144494">
                  <a:moveTo>
                    <a:pt x="804471" y="139283"/>
                  </a:moveTo>
                  <a:lnTo>
                    <a:pt x="804471" y="133442"/>
                  </a:lnTo>
                  <a:lnTo>
                    <a:pt x="6856" y="0"/>
                  </a:lnTo>
                  <a:lnTo>
                    <a:pt x="6856" y="4063"/>
                  </a:lnTo>
                  <a:cubicBezTo>
                    <a:pt x="6793" y="6869"/>
                    <a:pt x="4456" y="9091"/>
                    <a:pt x="1663" y="9015"/>
                  </a:cubicBezTo>
                  <a:cubicBezTo>
                    <a:pt x="1612" y="9015"/>
                    <a:pt x="1574" y="9015"/>
                    <a:pt x="1524" y="9015"/>
                  </a:cubicBezTo>
                  <a:lnTo>
                    <a:pt x="0" y="9015"/>
                  </a:lnTo>
                  <a:lnTo>
                    <a:pt x="0" y="9015"/>
                  </a:lnTo>
                  <a:lnTo>
                    <a:pt x="808915" y="144489"/>
                  </a:lnTo>
                  <a:lnTo>
                    <a:pt x="809804" y="144489"/>
                  </a:lnTo>
                  <a:cubicBezTo>
                    <a:pt x="806997" y="144628"/>
                    <a:pt x="804611" y="142470"/>
                    <a:pt x="804471" y="139677"/>
                  </a:cubicBezTo>
                  <a:cubicBezTo>
                    <a:pt x="804471" y="139537"/>
                    <a:pt x="804471" y="139410"/>
                    <a:pt x="804471" y="139283"/>
                  </a:cubicBezTo>
                  <a:close/>
                </a:path>
              </a:pathLst>
            </a:custGeom>
            <a:solidFill>
              <a:srgbClr val="000000"/>
            </a:solidFill>
            <a:ln w="12690" cap="flat">
              <a:noFill/>
              <a:prstDash val="solid"/>
              <a:miter/>
            </a:ln>
          </p:spPr>
          <p:txBody>
            <a:bodyPr rtlCol="0" anchor="ctr"/>
            <a:lstStyle/>
            <a:p>
              <a:endParaRPr lang="en-US" sz="1350"/>
            </a:p>
          </p:txBody>
        </p:sp>
        <p:sp>
          <p:nvSpPr>
            <p:cNvPr id="437" name="Freeform: Shape 436">
              <a:extLst>
                <a:ext uri="{FF2B5EF4-FFF2-40B4-BE49-F238E27FC236}">
                  <a16:creationId xmlns:a16="http://schemas.microsoft.com/office/drawing/2014/main" id="{D42139D6-10F7-4F8F-9156-A968422AF2C5}"/>
                </a:ext>
              </a:extLst>
            </p:cNvPr>
            <p:cNvSpPr/>
            <p:nvPr/>
          </p:nvSpPr>
          <p:spPr>
            <a:xfrm>
              <a:off x="6538867" y="1653480"/>
              <a:ext cx="12696" cy="634"/>
            </a:xfrm>
            <a:custGeom>
              <a:avLst/>
              <a:gdLst>
                <a:gd name="connsiteX0" fmla="*/ 0 w 12696"/>
                <a:gd name="connsiteY0" fmla="*/ 0 h 634"/>
                <a:gd name="connsiteX1" fmla="*/ 0 w 12696"/>
                <a:gd name="connsiteY1" fmla="*/ 0 h 634"/>
                <a:gd name="connsiteX2" fmla="*/ 0 w 12696"/>
                <a:gd name="connsiteY2" fmla="*/ 635 h 634"/>
              </a:gdLst>
              <a:ahLst/>
              <a:cxnLst>
                <a:cxn ang="0">
                  <a:pos x="connsiteX0" y="connsiteY0"/>
                </a:cxn>
                <a:cxn ang="0">
                  <a:pos x="connsiteX1" y="connsiteY1"/>
                </a:cxn>
                <a:cxn ang="0">
                  <a:pos x="connsiteX2" y="connsiteY2"/>
                </a:cxn>
              </a:cxnLst>
              <a:rect l="l" t="t" r="r" b="b"/>
              <a:pathLst>
                <a:path w="12696" h="634">
                  <a:moveTo>
                    <a:pt x="0" y="0"/>
                  </a:moveTo>
                  <a:lnTo>
                    <a:pt x="0" y="0"/>
                  </a:lnTo>
                  <a:cubicBezTo>
                    <a:pt x="0" y="0"/>
                    <a:pt x="0" y="0"/>
                    <a:pt x="0" y="635"/>
                  </a:cubicBezTo>
                  <a:close/>
                </a:path>
              </a:pathLst>
            </a:custGeom>
            <a:solidFill>
              <a:srgbClr val="000000"/>
            </a:solidFill>
            <a:ln w="12690" cap="flat">
              <a:noFill/>
              <a:prstDash val="solid"/>
              <a:miter/>
            </a:ln>
          </p:spPr>
          <p:txBody>
            <a:bodyPr rtlCol="0" anchor="ctr"/>
            <a:lstStyle/>
            <a:p>
              <a:endParaRPr lang="en-US" sz="1350"/>
            </a:p>
          </p:txBody>
        </p:sp>
        <p:sp>
          <p:nvSpPr>
            <p:cNvPr id="438" name="Freeform: Shape 437">
              <a:extLst>
                <a:ext uri="{FF2B5EF4-FFF2-40B4-BE49-F238E27FC236}">
                  <a16:creationId xmlns:a16="http://schemas.microsoft.com/office/drawing/2014/main" id="{73A866ED-C782-4108-91FC-D73C5CFA59C3}"/>
                </a:ext>
              </a:extLst>
            </p:cNvPr>
            <p:cNvSpPr/>
            <p:nvPr/>
          </p:nvSpPr>
          <p:spPr>
            <a:xfrm>
              <a:off x="5720372" y="1411608"/>
              <a:ext cx="56" cy="888"/>
            </a:xfrm>
            <a:custGeom>
              <a:avLst/>
              <a:gdLst>
                <a:gd name="connsiteX0" fmla="*/ 57 w 56"/>
                <a:gd name="connsiteY0" fmla="*/ 0 h 888"/>
                <a:gd name="connsiteX1" fmla="*/ 57 w 56"/>
                <a:gd name="connsiteY1" fmla="*/ 889 h 888"/>
                <a:gd name="connsiteX2" fmla="*/ 57 w 56"/>
                <a:gd name="connsiteY2" fmla="*/ 889 h 888"/>
              </a:gdLst>
              <a:ahLst/>
              <a:cxnLst>
                <a:cxn ang="0">
                  <a:pos x="connsiteX0" y="connsiteY0"/>
                </a:cxn>
                <a:cxn ang="0">
                  <a:pos x="connsiteX1" y="connsiteY1"/>
                </a:cxn>
                <a:cxn ang="0">
                  <a:pos x="connsiteX2" y="connsiteY2"/>
                </a:cxn>
              </a:cxnLst>
              <a:rect l="l" t="t" r="r" b="b"/>
              <a:pathLst>
                <a:path w="56" h="888">
                  <a:moveTo>
                    <a:pt x="57" y="0"/>
                  </a:moveTo>
                  <a:cubicBezTo>
                    <a:pt x="-19" y="292"/>
                    <a:pt x="-19" y="597"/>
                    <a:pt x="57" y="889"/>
                  </a:cubicBezTo>
                  <a:lnTo>
                    <a:pt x="57" y="889"/>
                  </a:lnTo>
                  <a:close/>
                </a:path>
              </a:pathLst>
            </a:custGeom>
            <a:solidFill>
              <a:srgbClr val="000000"/>
            </a:solidFill>
            <a:ln w="12690" cap="flat">
              <a:noFill/>
              <a:prstDash val="solid"/>
              <a:miter/>
            </a:ln>
          </p:spPr>
          <p:txBody>
            <a:bodyPr rtlCol="0" anchor="ctr"/>
            <a:lstStyle/>
            <a:p>
              <a:endParaRPr lang="en-US" sz="1350"/>
            </a:p>
          </p:txBody>
        </p:sp>
        <p:sp>
          <p:nvSpPr>
            <p:cNvPr id="439" name="Freeform: Shape 438">
              <a:extLst>
                <a:ext uri="{FF2B5EF4-FFF2-40B4-BE49-F238E27FC236}">
                  <a16:creationId xmlns:a16="http://schemas.microsoft.com/office/drawing/2014/main" id="{3CE5462E-9E0C-4F8C-84B0-315D69C0A83E}"/>
                </a:ext>
              </a:extLst>
            </p:cNvPr>
            <p:cNvSpPr/>
            <p:nvPr/>
          </p:nvSpPr>
          <p:spPr>
            <a:xfrm>
              <a:off x="5720645" y="1414274"/>
              <a:ext cx="9941" cy="107336"/>
            </a:xfrm>
            <a:custGeom>
              <a:avLst/>
              <a:gdLst>
                <a:gd name="connsiteX0" fmla="*/ 9942 w 9941"/>
                <a:gd name="connsiteY0" fmla="*/ 103097 h 107336"/>
                <a:gd name="connsiteX1" fmla="*/ 9942 w 9941"/>
                <a:gd name="connsiteY1" fmla="*/ 5459 h 107336"/>
                <a:gd name="connsiteX2" fmla="*/ 3594 w 9941"/>
                <a:gd name="connsiteY2" fmla="*/ 4444 h 107336"/>
                <a:gd name="connsiteX3" fmla="*/ 1816 w 9941"/>
                <a:gd name="connsiteY3" fmla="*/ 3809 h 107336"/>
                <a:gd name="connsiteX4" fmla="*/ 1816 w 9941"/>
                <a:gd name="connsiteY4" fmla="*/ 3809 h 107336"/>
                <a:gd name="connsiteX5" fmla="*/ 800 w 9941"/>
                <a:gd name="connsiteY5" fmla="*/ 2920 h 107336"/>
                <a:gd name="connsiteX6" fmla="*/ 800 w 9941"/>
                <a:gd name="connsiteY6" fmla="*/ 2920 h 107336"/>
                <a:gd name="connsiteX7" fmla="*/ 800 w 9941"/>
                <a:gd name="connsiteY7" fmla="*/ 2920 h 107336"/>
                <a:gd name="connsiteX8" fmla="*/ 38 w 9941"/>
                <a:gd name="connsiteY8" fmla="*/ 1396 h 107336"/>
                <a:gd name="connsiteX9" fmla="*/ 38 w 9941"/>
                <a:gd name="connsiteY9" fmla="*/ 0 h 107336"/>
                <a:gd name="connsiteX10" fmla="*/ 38 w 9941"/>
                <a:gd name="connsiteY10" fmla="*/ 0 h 107336"/>
                <a:gd name="connsiteX11" fmla="*/ 38 w 9941"/>
                <a:gd name="connsiteY11" fmla="*/ 103478 h 107336"/>
                <a:gd name="connsiteX12" fmla="*/ 38 w 9941"/>
                <a:gd name="connsiteY12" fmla="*/ 104113 h 107336"/>
                <a:gd name="connsiteX13" fmla="*/ 38 w 9941"/>
                <a:gd name="connsiteY13" fmla="*/ 105002 h 107336"/>
                <a:gd name="connsiteX14" fmla="*/ 38 w 9941"/>
                <a:gd name="connsiteY14" fmla="*/ 105890 h 107336"/>
                <a:gd name="connsiteX15" fmla="*/ 38 w 9941"/>
                <a:gd name="connsiteY15" fmla="*/ 106652 h 107336"/>
                <a:gd name="connsiteX16" fmla="*/ 800 w 9941"/>
                <a:gd name="connsiteY16" fmla="*/ 107287 h 107336"/>
                <a:gd name="connsiteX17" fmla="*/ 1689 w 9941"/>
                <a:gd name="connsiteY17" fmla="*/ 107287 h 107336"/>
                <a:gd name="connsiteX18" fmla="*/ 2705 w 9941"/>
                <a:gd name="connsiteY18" fmla="*/ 107287 h 107336"/>
                <a:gd name="connsiteX19" fmla="*/ 4228 w 9941"/>
                <a:gd name="connsiteY19" fmla="*/ 107287 h 107336"/>
                <a:gd name="connsiteX20" fmla="*/ 9942 w 9941"/>
                <a:gd name="connsiteY20" fmla="*/ 103097 h 107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941" h="107336">
                  <a:moveTo>
                    <a:pt x="9942" y="103097"/>
                  </a:moveTo>
                  <a:lnTo>
                    <a:pt x="9942" y="5459"/>
                  </a:lnTo>
                  <a:lnTo>
                    <a:pt x="3594" y="4444"/>
                  </a:lnTo>
                  <a:lnTo>
                    <a:pt x="1816" y="3809"/>
                  </a:lnTo>
                  <a:lnTo>
                    <a:pt x="1816" y="3809"/>
                  </a:lnTo>
                  <a:cubicBezTo>
                    <a:pt x="1397" y="3619"/>
                    <a:pt x="1041" y="3301"/>
                    <a:pt x="800" y="2920"/>
                  </a:cubicBezTo>
                  <a:lnTo>
                    <a:pt x="800" y="2920"/>
                  </a:lnTo>
                  <a:lnTo>
                    <a:pt x="800" y="2920"/>
                  </a:lnTo>
                  <a:cubicBezTo>
                    <a:pt x="445" y="2463"/>
                    <a:pt x="191" y="1955"/>
                    <a:pt x="38" y="1396"/>
                  </a:cubicBezTo>
                  <a:lnTo>
                    <a:pt x="38" y="0"/>
                  </a:lnTo>
                  <a:cubicBezTo>
                    <a:pt x="38" y="0"/>
                    <a:pt x="38" y="0"/>
                    <a:pt x="38" y="0"/>
                  </a:cubicBezTo>
                  <a:lnTo>
                    <a:pt x="38" y="103478"/>
                  </a:lnTo>
                  <a:cubicBezTo>
                    <a:pt x="38" y="103478"/>
                    <a:pt x="38" y="103478"/>
                    <a:pt x="38" y="104113"/>
                  </a:cubicBezTo>
                  <a:cubicBezTo>
                    <a:pt x="-13" y="104405"/>
                    <a:pt x="-13" y="104709"/>
                    <a:pt x="38" y="105002"/>
                  </a:cubicBezTo>
                  <a:lnTo>
                    <a:pt x="38" y="105890"/>
                  </a:lnTo>
                  <a:lnTo>
                    <a:pt x="38" y="106652"/>
                  </a:lnTo>
                  <a:lnTo>
                    <a:pt x="800" y="107287"/>
                  </a:lnTo>
                  <a:lnTo>
                    <a:pt x="1689" y="107287"/>
                  </a:lnTo>
                  <a:lnTo>
                    <a:pt x="2705" y="107287"/>
                  </a:lnTo>
                  <a:lnTo>
                    <a:pt x="4228" y="107287"/>
                  </a:lnTo>
                  <a:cubicBezTo>
                    <a:pt x="6958" y="107668"/>
                    <a:pt x="9485" y="105814"/>
                    <a:pt x="9942" y="103097"/>
                  </a:cubicBezTo>
                  <a:close/>
                </a:path>
              </a:pathLst>
            </a:custGeom>
            <a:solidFill>
              <a:srgbClr val="000000"/>
            </a:solidFill>
            <a:ln w="12690" cap="flat">
              <a:noFill/>
              <a:prstDash val="solid"/>
              <a:miter/>
            </a:ln>
          </p:spPr>
          <p:txBody>
            <a:bodyPr rtlCol="0" anchor="ctr"/>
            <a:lstStyle/>
            <a:p>
              <a:endParaRPr lang="en-US" sz="1350"/>
            </a:p>
          </p:txBody>
        </p:sp>
        <p:sp>
          <p:nvSpPr>
            <p:cNvPr id="440" name="Freeform: Shape 439">
              <a:extLst>
                <a:ext uri="{FF2B5EF4-FFF2-40B4-BE49-F238E27FC236}">
                  <a16:creationId xmlns:a16="http://schemas.microsoft.com/office/drawing/2014/main" id="{1AB001F1-2469-44A1-928B-F59DD18655B7}"/>
                </a:ext>
              </a:extLst>
            </p:cNvPr>
            <p:cNvSpPr/>
            <p:nvPr/>
          </p:nvSpPr>
          <p:spPr>
            <a:xfrm>
              <a:off x="5719826" y="1413005"/>
              <a:ext cx="95" cy="1650"/>
            </a:xfrm>
            <a:custGeom>
              <a:avLst/>
              <a:gdLst>
                <a:gd name="connsiteX0" fmla="*/ 95 w 95"/>
                <a:gd name="connsiteY0" fmla="*/ 0 h 1650"/>
                <a:gd name="connsiteX1" fmla="*/ 95 w 95"/>
                <a:gd name="connsiteY1" fmla="*/ 1651 h 1650"/>
                <a:gd name="connsiteX2" fmla="*/ 95 w 95"/>
                <a:gd name="connsiteY2" fmla="*/ 0 h 1650"/>
              </a:gdLst>
              <a:ahLst/>
              <a:cxnLst>
                <a:cxn ang="0">
                  <a:pos x="connsiteX0" y="connsiteY0"/>
                </a:cxn>
                <a:cxn ang="0">
                  <a:pos x="connsiteX1" y="connsiteY1"/>
                </a:cxn>
                <a:cxn ang="0">
                  <a:pos x="connsiteX2" y="connsiteY2"/>
                </a:cxn>
              </a:cxnLst>
              <a:rect l="l" t="t" r="r" b="b"/>
              <a:pathLst>
                <a:path w="95" h="1650">
                  <a:moveTo>
                    <a:pt x="95" y="0"/>
                  </a:moveTo>
                  <a:lnTo>
                    <a:pt x="95" y="1651"/>
                  </a:lnTo>
                  <a:cubicBezTo>
                    <a:pt x="-32" y="1105"/>
                    <a:pt x="-32" y="546"/>
                    <a:pt x="95" y="0"/>
                  </a:cubicBezTo>
                  <a:close/>
                </a:path>
              </a:pathLst>
            </a:custGeom>
            <a:solidFill>
              <a:srgbClr val="000000"/>
            </a:solidFill>
            <a:ln w="12690" cap="flat">
              <a:noFill/>
              <a:prstDash val="solid"/>
              <a:miter/>
            </a:ln>
          </p:spPr>
          <p:txBody>
            <a:bodyPr rtlCol="0" anchor="ctr"/>
            <a:lstStyle/>
            <a:p>
              <a:endParaRPr lang="en-US" sz="1350"/>
            </a:p>
          </p:txBody>
        </p:sp>
        <p:sp>
          <p:nvSpPr>
            <p:cNvPr id="441" name="Freeform: Shape 440">
              <a:extLst>
                <a:ext uri="{FF2B5EF4-FFF2-40B4-BE49-F238E27FC236}">
                  <a16:creationId xmlns:a16="http://schemas.microsoft.com/office/drawing/2014/main" id="{6F85ED7D-9490-4930-911A-836F995D0267}"/>
                </a:ext>
              </a:extLst>
            </p:cNvPr>
            <p:cNvSpPr/>
            <p:nvPr/>
          </p:nvSpPr>
          <p:spPr>
            <a:xfrm>
              <a:off x="5722334" y="1417956"/>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442" name="Freeform: Shape 441">
              <a:extLst>
                <a:ext uri="{FF2B5EF4-FFF2-40B4-BE49-F238E27FC236}">
                  <a16:creationId xmlns:a16="http://schemas.microsoft.com/office/drawing/2014/main" id="{B31BB379-A8AC-48A4-AA8A-ABF0911F3018}"/>
                </a:ext>
              </a:extLst>
            </p:cNvPr>
            <p:cNvSpPr/>
            <p:nvPr/>
          </p:nvSpPr>
          <p:spPr>
            <a:xfrm>
              <a:off x="5720683" y="1303051"/>
              <a:ext cx="82275" cy="108175"/>
            </a:xfrm>
            <a:custGeom>
              <a:avLst/>
              <a:gdLst>
                <a:gd name="connsiteX0" fmla="*/ 5460 w 82275"/>
                <a:gd name="connsiteY0" fmla="*/ 106018 h 108175"/>
                <a:gd name="connsiteX1" fmla="*/ 13332 w 82275"/>
                <a:gd name="connsiteY1" fmla="*/ 107287 h 108175"/>
                <a:gd name="connsiteX2" fmla="*/ 82276 w 82275"/>
                <a:gd name="connsiteY2" fmla="*/ 8253 h 108175"/>
                <a:gd name="connsiteX3" fmla="*/ 78593 w 82275"/>
                <a:gd name="connsiteY3" fmla="*/ 7491 h 108175"/>
                <a:gd name="connsiteX4" fmla="*/ 74366 w 82275"/>
                <a:gd name="connsiteY4" fmla="*/ 1917 h 108175"/>
                <a:gd name="connsiteX5" fmla="*/ 74404 w 82275"/>
                <a:gd name="connsiteY5" fmla="*/ 1651 h 108175"/>
                <a:gd name="connsiteX6" fmla="*/ 75165 w 82275"/>
                <a:gd name="connsiteY6" fmla="*/ 0 h 108175"/>
                <a:gd name="connsiteX7" fmla="*/ 75165 w 82275"/>
                <a:gd name="connsiteY7" fmla="*/ 0 h 108175"/>
                <a:gd name="connsiteX8" fmla="*/ 0 w 82275"/>
                <a:gd name="connsiteY8" fmla="*/ 108176 h 108175"/>
                <a:gd name="connsiteX9" fmla="*/ 0 w 82275"/>
                <a:gd name="connsiteY9" fmla="*/ 108176 h 108175"/>
                <a:gd name="connsiteX10" fmla="*/ 0 w 82275"/>
                <a:gd name="connsiteY10" fmla="*/ 108176 h 108175"/>
                <a:gd name="connsiteX11" fmla="*/ 5460 w 82275"/>
                <a:gd name="connsiteY11" fmla="*/ 106018 h 1081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2275" h="108175">
                  <a:moveTo>
                    <a:pt x="5460" y="106018"/>
                  </a:moveTo>
                  <a:lnTo>
                    <a:pt x="13332" y="107287"/>
                  </a:lnTo>
                  <a:lnTo>
                    <a:pt x="82276" y="8253"/>
                  </a:lnTo>
                  <a:lnTo>
                    <a:pt x="78593" y="7491"/>
                  </a:lnTo>
                  <a:cubicBezTo>
                    <a:pt x="75889" y="7123"/>
                    <a:pt x="73985" y="4622"/>
                    <a:pt x="74366" y="1917"/>
                  </a:cubicBezTo>
                  <a:cubicBezTo>
                    <a:pt x="74378" y="1828"/>
                    <a:pt x="74391" y="1739"/>
                    <a:pt x="74404" y="1651"/>
                  </a:cubicBezTo>
                  <a:cubicBezTo>
                    <a:pt x="74531" y="1054"/>
                    <a:pt x="74784" y="482"/>
                    <a:pt x="75165" y="0"/>
                  </a:cubicBezTo>
                  <a:lnTo>
                    <a:pt x="75165" y="0"/>
                  </a:lnTo>
                  <a:lnTo>
                    <a:pt x="0" y="108176"/>
                  </a:lnTo>
                  <a:lnTo>
                    <a:pt x="0" y="108176"/>
                  </a:lnTo>
                  <a:lnTo>
                    <a:pt x="0" y="108176"/>
                  </a:lnTo>
                  <a:cubicBezTo>
                    <a:pt x="1219" y="106424"/>
                    <a:pt x="3378" y="105586"/>
                    <a:pt x="5460" y="106018"/>
                  </a:cubicBezTo>
                  <a:close/>
                </a:path>
              </a:pathLst>
            </a:custGeom>
            <a:solidFill>
              <a:srgbClr val="000000"/>
            </a:solidFill>
            <a:ln w="12690" cap="flat">
              <a:noFill/>
              <a:prstDash val="solid"/>
              <a:miter/>
            </a:ln>
          </p:spPr>
          <p:txBody>
            <a:bodyPr rtlCol="0" anchor="ctr"/>
            <a:lstStyle/>
            <a:p>
              <a:endParaRPr lang="en-US" sz="1350"/>
            </a:p>
          </p:txBody>
        </p:sp>
        <p:sp>
          <p:nvSpPr>
            <p:cNvPr id="443" name="Freeform: Shape 442">
              <a:extLst>
                <a:ext uri="{FF2B5EF4-FFF2-40B4-BE49-F238E27FC236}">
                  <a16:creationId xmlns:a16="http://schemas.microsoft.com/office/drawing/2014/main" id="{B7A269DC-C4C1-480F-B7FD-3E51547EDA3A}"/>
                </a:ext>
              </a:extLst>
            </p:cNvPr>
            <p:cNvSpPr/>
            <p:nvPr/>
          </p:nvSpPr>
          <p:spPr>
            <a:xfrm>
              <a:off x="6592955" y="145338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44" name="Freeform: Shape 443">
              <a:extLst>
                <a:ext uri="{FF2B5EF4-FFF2-40B4-BE49-F238E27FC236}">
                  <a16:creationId xmlns:a16="http://schemas.microsoft.com/office/drawing/2014/main" id="{4166CAC5-EB0F-4AFF-9FBC-91C3549591E5}"/>
                </a:ext>
              </a:extLst>
            </p:cNvPr>
            <p:cNvSpPr/>
            <p:nvPr/>
          </p:nvSpPr>
          <p:spPr>
            <a:xfrm>
              <a:off x="6595368" y="1456681"/>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445" name="Freeform: Shape 444">
              <a:extLst>
                <a:ext uri="{FF2B5EF4-FFF2-40B4-BE49-F238E27FC236}">
                  <a16:creationId xmlns:a16="http://schemas.microsoft.com/office/drawing/2014/main" id="{546BAE84-FF27-4080-8B20-469BE53CDA6B}"/>
                </a:ext>
              </a:extLst>
            </p:cNvPr>
            <p:cNvSpPr/>
            <p:nvPr/>
          </p:nvSpPr>
          <p:spPr>
            <a:xfrm>
              <a:off x="6594225" y="145465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46" name="Freeform: Shape 445">
              <a:extLst>
                <a:ext uri="{FF2B5EF4-FFF2-40B4-BE49-F238E27FC236}">
                  <a16:creationId xmlns:a16="http://schemas.microsoft.com/office/drawing/2014/main" id="{950F0C00-B7AC-437C-B000-7A5F496295DB}"/>
                </a:ext>
              </a:extLst>
            </p:cNvPr>
            <p:cNvSpPr/>
            <p:nvPr/>
          </p:nvSpPr>
          <p:spPr>
            <a:xfrm>
              <a:off x="5794960" y="1302543"/>
              <a:ext cx="795328" cy="158074"/>
            </a:xfrm>
            <a:custGeom>
              <a:avLst/>
              <a:gdLst>
                <a:gd name="connsiteX0" fmla="*/ 4317 w 795328"/>
                <a:gd name="connsiteY0" fmla="*/ 7999 h 158074"/>
                <a:gd name="connsiteX1" fmla="*/ 7999 w 795328"/>
                <a:gd name="connsiteY1" fmla="*/ 8761 h 158074"/>
                <a:gd name="connsiteX2" fmla="*/ 786315 w 795328"/>
                <a:gd name="connsiteY2" fmla="*/ 158074 h 158074"/>
                <a:gd name="connsiteX3" fmla="*/ 789742 w 795328"/>
                <a:gd name="connsiteY3" fmla="*/ 152234 h 158074"/>
                <a:gd name="connsiteX4" fmla="*/ 789742 w 795328"/>
                <a:gd name="connsiteY4" fmla="*/ 152234 h 158074"/>
                <a:gd name="connsiteX5" fmla="*/ 790504 w 795328"/>
                <a:gd name="connsiteY5" fmla="*/ 151472 h 158074"/>
                <a:gd name="connsiteX6" fmla="*/ 791393 w 795328"/>
                <a:gd name="connsiteY6" fmla="*/ 151472 h 158074"/>
                <a:gd name="connsiteX7" fmla="*/ 792155 w 795328"/>
                <a:gd name="connsiteY7" fmla="*/ 151472 h 158074"/>
                <a:gd name="connsiteX8" fmla="*/ 793298 w 795328"/>
                <a:gd name="connsiteY8" fmla="*/ 151472 h 158074"/>
                <a:gd name="connsiteX9" fmla="*/ 794314 w 795328"/>
                <a:gd name="connsiteY9" fmla="*/ 151472 h 158074"/>
                <a:gd name="connsiteX10" fmla="*/ 795329 w 795328"/>
                <a:gd name="connsiteY10" fmla="*/ 151472 h 158074"/>
                <a:gd name="connsiteX11" fmla="*/ 795329 w 795328"/>
                <a:gd name="connsiteY11" fmla="*/ 151472 h 158074"/>
                <a:gd name="connsiteX12" fmla="*/ 6222 w 795328"/>
                <a:gd name="connsiteY12" fmla="*/ 0 h 158074"/>
                <a:gd name="connsiteX13" fmla="*/ 4190 w 795328"/>
                <a:gd name="connsiteY13" fmla="*/ 0 h 158074"/>
                <a:gd name="connsiteX14" fmla="*/ 2286 w 795328"/>
                <a:gd name="connsiteY14" fmla="*/ 762 h 158074"/>
                <a:gd name="connsiteX15" fmla="*/ 2286 w 795328"/>
                <a:gd name="connsiteY15" fmla="*/ 762 h 158074"/>
                <a:gd name="connsiteX16" fmla="*/ 1397 w 795328"/>
                <a:gd name="connsiteY16" fmla="*/ 1524 h 158074"/>
                <a:gd name="connsiteX17" fmla="*/ 762 w 795328"/>
                <a:gd name="connsiteY17" fmla="*/ 2159 h 158074"/>
                <a:gd name="connsiteX18" fmla="*/ 0 w 795328"/>
                <a:gd name="connsiteY18" fmla="*/ 3809 h 158074"/>
                <a:gd name="connsiteX19" fmla="*/ 4317 w 795328"/>
                <a:gd name="connsiteY19" fmla="*/ 7999 h 158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795328" h="158074">
                  <a:moveTo>
                    <a:pt x="4317" y="7999"/>
                  </a:moveTo>
                  <a:lnTo>
                    <a:pt x="7999" y="8761"/>
                  </a:lnTo>
                  <a:lnTo>
                    <a:pt x="786315" y="158074"/>
                  </a:lnTo>
                  <a:lnTo>
                    <a:pt x="789742" y="152234"/>
                  </a:lnTo>
                  <a:lnTo>
                    <a:pt x="789742" y="152234"/>
                  </a:lnTo>
                  <a:lnTo>
                    <a:pt x="790504" y="151472"/>
                  </a:lnTo>
                  <a:lnTo>
                    <a:pt x="791393" y="151472"/>
                  </a:lnTo>
                  <a:lnTo>
                    <a:pt x="792155" y="151472"/>
                  </a:lnTo>
                  <a:lnTo>
                    <a:pt x="793298" y="151472"/>
                  </a:lnTo>
                  <a:lnTo>
                    <a:pt x="794314" y="151472"/>
                  </a:lnTo>
                  <a:lnTo>
                    <a:pt x="795329" y="151472"/>
                  </a:lnTo>
                  <a:lnTo>
                    <a:pt x="795329" y="151472"/>
                  </a:lnTo>
                  <a:lnTo>
                    <a:pt x="6222" y="0"/>
                  </a:lnTo>
                  <a:lnTo>
                    <a:pt x="4190" y="0"/>
                  </a:lnTo>
                  <a:cubicBezTo>
                    <a:pt x="3504" y="102"/>
                    <a:pt x="2844" y="356"/>
                    <a:pt x="2286" y="762"/>
                  </a:cubicBezTo>
                  <a:lnTo>
                    <a:pt x="2286" y="762"/>
                  </a:lnTo>
                  <a:lnTo>
                    <a:pt x="1397" y="1524"/>
                  </a:lnTo>
                  <a:lnTo>
                    <a:pt x="762" y="2159"/>
                  </a:lnTo>
                  <a:cubicBezTo>
                    <a:pt x="381" y="2641"/>
                    <a:pt x="127" y="3213"/>
                    <a:pt x="0" y="3809"/>
                  </a:cubicBezTo>
                  <a:cubicBezTo>
                    <a:pt x="330" y="6018"/>
                    <a:pt x="2095" y="7732"/>
                    <a:pt x="4317" y="7999"/>
                  </a:cubicBezTo>
                  <a:close/>
                </a:path>
              </a:pathLst>
            </a:custGeom>
            <a:solidFill>
              <a:srgbClr val="000000"/>
            </a:solidFill>
            <a:ln w="12690" cap="flat">
              <a:noFill/>
              <a:prstDash val="solid"/>
              <a:miter/>
            </a:ln>
          </p:spPr>
          <p:txBody>
            <a:bodyPr rtlCol="0" anchor="ctr"/>
            <a:lstStyle/>
            <a:p>
              <a:endParaRPr lang="en-US" sz="1350"/>
            </a:p>
          </p:txBody>
        </p:sp>
        <p:sp>
          <p:nvSpPr>
            <p:cNvPr id="447" name="Freeform: Shape 446">
              <a:extLst>
                <a:ext uri="{FF2B5EF4-FFF2-40B4-BE49-F238E27FC236}">
                  <a16:creationId xmlns:a16="http://schemas.microsoft.com/office/drawing/2014/main" id="{43691CF2-AAE3-426A-9B8F-2113504417EB}"/>
                </a:ext>
              </a:extLst>
            </p:cNvPr>
            <p:cNvSpPr/>
            <p:nvPr/>
          </p:nvSpPr>
          <p:spPr>
            <a:xfrm>
              <a:off x="6591050" y="1452745"/>
              <a:ext cx="761" cy="12696"/>
            </a:xfrm>
            <a:custGeom>
              <a:avLst/>
              <a:gdLst>
                <a:gd name="connsiteX0" fmla="*/ 762 w 761"/>
                <a:gd name="connsiteY0" fmla="*/ 0 h 12696"/>
                <a:gd name="connsiteX1" fmla="*/ 0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48" name="Freeform: Shape 447">
              <a:extLst>
                <a:ext uri="{FF2B5EF4-FFF2-40B4-BE49-F238E27FC236}">
                  <a16:creationId xmlns:a16="http://schemas.microsoft.com/office/drawing/2014/main" id="{FA54988E-1663-4A89-93AB-5AA8A97BD3B5}"/>
                </a:ext>
              </a:extLst>
            </p:cNvPr>
            <p:cNvSpPr/>
            <p:nvPr/>
          </p:nvSpPr>
          <p:spPr>
            <a:xfrm>
              <a:off x="6593463" y="1453888"/>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49" name="Freeform: Shape 448">
              <a:extLst>
                <a:ext uri="{FF2B5EF4-FFF2-40B4-BE49-F238E27FC236}">
                  <a16:creationId xmlns:a16="http://schemas.microsoft.com/office/drawing/2014/main" id="{96762854-B103-49F3-9871-B022A68CAB68}"/>
                </a:ext>
              </a:extLst>
            </p:cNvPr>
            <p:cNvSpPr/>
            <p:nvPr/>
          </p:nvSpPr>
          <p:spPr>
            <a:xfrm>
              <a:off x="6585210" y="1456554"/>
              <a:ext cx="10433" cy="109070"/>
            </a:xfrm>
            <a:custGeom>
              <a:avLst/>
              <a:gdLst>
                <a:gd name="connsiteX0" fmla="*/ 10157 w 10433"/>
                <a:gd name="connsiteY0" fmla="*/ 0 h 109070"/>
                <a:gd name="connsiteX1" fmla="*/ 10157 w 10433"/>
                <a:gd name="connsiteY1" fmla="*/ 2920 h 109070"/>
                <a:gd name="connsiteX2" fmla="*/ 0 w 10433"/>
                <a:gd name="connsiteY2" fmla="*/ 19680 h 109070"/>
                <a:gd name="connsiteX3" fmla="*/ 0 w 10433"/>
                <a:gd name="connsiteY3" fmla="*/ 104113 h 109070"/>
                <a:gd name="connsiteX4" fmla="*/ 5447 w 10433"/>
                <a:gd name="connsiteY4" fmla="*/ 109065 h 109070"/>
                <a:gd name="connsiteX5" fmla="*/ 5460 w 10433"/>
                <a:gd name="connsiteY5" fmla="*/ 109065 h 109070"/>
                <a:gd name="connsiteX6" fmla="*/ 10284 w 10433"/>
                <a:gd name="connsiteY6" fmla="*/ 106271 h 109070"/>
                <a:gd name="connsiteX7" fmla="*/ 10284 w 10433"/>
                <a:gd name="connsiteY7" fmla="*/ 105383 h 109070"/>
                <a:gd name="connsiteX8" fmla="*/ 10284 w 10433"/>
                <a:gd name="connsiteY8" fmla="*/ 104367 h 109070"/>
                <a:gd name="connsiteX9" fmla="*/ 10284 w 10433"/>
                <a:gd name="connsiteY9" fmla="*/ 635 h 109070"/>
                <a:gd name="connsiteX10" fmla="*/ 10284 w 10433"/>
                <a:gd name="connsiteY10" fmla="*/ 635 h 109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433" h="109070">
                  <a:moveTo>
                    <a:pt x="10157" y="0"/>
                  </a:moveTo>
                  <a:cubicBezTo>
                    <a:pt x="10525" y="940"/>
                    <a:pt x="10525" y="1981"/>
                    <a:pt x="10157" y="2920"/>
                  </a:cubicBezTo>
                  <a:lnTo>
                    <a:pt x="0" y="19680"/>
                  </a:lnTo>
                  <a:lnTo>
                    <a:pt x="0" y="104113"/>
                  </a:lnTo>
                  <a:cubicBezTo>
                    <a:pt x="139" y="106982"/>
                    <a:pt x="2577" y="109205"/>
                    <a:pt x="5447" y="109065"/>
                  </a:cubicBezTo>
                  <a:cubicBezTo>
                    <a:pt x="5447" y="109065"/>
                    <a:pt x="5460" y="109065"/>
                    <a:pt x="5460" y="109065"/>
                  </a:cubicBezTo>
                  <a:cubicBezTo>
                    <a:pt x="7453" y="109065"/>
                    <a:pt x="9294" y="107998"/>
                    <a:pt x="10284" y="106271"/>
                  </a:cubicBezTo>
                  <a:cubicBezTo>
                    <a:pt x="10284" y="106271"/>
                    <a:pt x="10284" y="106271"/>
                    <a:pt x="10284" y="105383"/>
                  </a:cubicBezTo>
                  <a:cubicBezTo>
                    <a:pt x="10335" y="105053"/>
                    <a:pt x="10335" y="104697"/>
                    <a:pt x="10284" y="104367"/>
                  </a:cubicBezTo>
                  <a:lnTo>
                    <a:pt x="10284" y="635"/>
                  </a:lnTo>
                  <a:cubicBezTo>
                    <a:pt x="10284" y="635"/>
                    <a:pt x="10284" y="635"/>
                    <a:pt x="10284" y="635"/>
                  </a:cubicBezTo>
                  <a:close/>
                </a:path>
              </a:pathLst>
            </a:custGeom>
            <a:solidFill>
              <a:srgbClr val="000000"/>
            </a:solidFill>
            <a:ln w="12690" cap="flat">
              <a:noFill/>
              <a:prstDash val="solid"/>
              <a:miter/>
            </a:ln>
          </p:spPr>
          <p:txBody>
            <a:bodyPr rtlCol="0" anchor="ctr"/>
            <a:lstStyle/>
            <a:p>
              <a:endParaRPr lang="en-US" sz="1350"/>
            </a:p>
          </p:txBody>
        </p:sp>
        <p:sp>
          <p:nvSpPr>
            <p:cNvPr id="450" name="Freeform: Shape 449">
              <a:extLst>
                <a:ext uri="{FF2B5EF4-FFF2-40B4-BE49-F238E27FC236}">
                  <a16:creationId xmlns:a16="http://schemas.microsoft.com/office/drawing/2014/main" id="{7D656834-BA1C-417A-9200-A295006E4626}"/>
                </a:ext>
              </a:extLst>
            </p:cNvPr>
            <p:cNvSpPr/>
            <p:nvPr/>
          </p:nvSpPr>
          <p:spPr>
            <a:xfrm>
              <a:off x="6594479" y="1454903"/>
              <a:ext cx="47" cy="635"/>
            </a:xfrm>
            <a:custGeom>
              <a:avLst/>
              <a:gdLst>
                <a:gd name="connsiteX0" fmla="*/ 0 w 47"/>
                <a:gd name="connsiteY0" fmla="*/ 635 h 635"/>
                <a:gd name="connsiteX1" fmla="*/ 0 w 47"/>
                <a:gd name="connsiteY1" fmla="*/ 0 h 635"/>
                <a:gd name="connsiteX2" fmla="*/ 0 w 47"/>
                <a:gd name="connsiteY2" fmla="*/ 0 h 635"/>
              </a:gdLst>
              <a:ahLst/>
              <a:cxnLst>
                <a:cxn ang="0">
                  <a:pos x="connsiteX0" y="connsiteY0"/>
                </a:cxn>
                <a:cxn ang="0">
                  <a:pos x="connsiteX1" y="connsiteY1"/>
                </a:cxn>
                <a:cxn ang="0">
                  <a:pos x="connsiteX2" y="connsiteY2"/>
                </a:cxn>
              </a:cxnLst>
              <a:rect l="l" t="t" r="r" b="b"/>
              <a:pathLst>
                <a:path w="47" h="635">
                  <a:moveTo>
                    <a:pt x="0" y="635"/>
                  </a:moveTo>
                  <a:cubicBezTo>
                    <a:pt x="64" y="432"/>
                    <a:pt x="64" y="203"/>
                    <a:pt x="0" y="0"/>
                  </a:cubicBezTo>
                  <a:lnTo>
                    <a:pt x="0" y="0"/>
                  </a:lnTo>
                  <a:close/>
                </a:path>
              </a:pathLst>
            </a:custGeom>
            <a:solidFill>
              <a:srgbClr val="000000"/>
            </a:solidFill>
            <a:ln w="12690" cap="flat">
              <a:noFill/>
              <a:prstDash val="solid"/>
              <a:miter/>
            </a:ln>
          </p:spPr>
          <p:txBody>
            <a:bodyPr rtlCol="0" anchor="ctr"/>
            <a:lstStyle/>
            <a:p>
              <a:endParaRPr lang="en-US" sz="1350"/>
            </a:p>
          </p:txBody>
        </p:sp>
        <p:sp>
          <p:nvSpPr>
            <p:cNvPr id="451" name="Freeform: Shape 450">
              <a:extLst>
                <a:ext uri="{FF2B5EF4-FFF2-40B4-BE49-F238E27FC236}">
                  <a16:creationId xmlns:a16="http://schemas.microsoft.com/office/drawing/2014/main" id="{50DDDCEC-87D5-424A-9047-1C1A72065F18}"/>
                </a:ext>
              </a:extLst>
            </p:cNvPr>
            <p:cNvSpPr/>
            <p:nvPr/>
          </p:nvSpPr>
          <p:spPr>
            <a:xfrm>
              <a:off x="6589527" y="1452237"/>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452" name="Freeform: Shape 451">
              <a:extLst>
                <a:ext uri="{FF2B5EF4-FFF2-40B4-BE49-F238E27FC236}">
                  <a16:creationId xmlns:a16="http://schemas.microsoft.com/office/drawing/2014/main" id="{57500A7E-75C2-4A02-81BF-B43F42FEAB9E}"/>
                </a:ext>
              </a:extLst>
            </p:cNvPr>
            <p:cNvSpPr/>
            <p:nvPr/>
          </p:nvSpPr>
          <p:spPr>
            <a:xfrm>
              <a:off x="6530995" y="1451095"/>
              <a:ext cx="61856" cy="95733"/>
            </a:xfrm>
            <a:custGeom>
              <a:avLst/>
              <a:gdLst>
                <a:gd name="connsiteX0" fmla="*/ 58786 w 61856"/>
                <a:gd name="connsiteY0" fmla="*/ 1143 h 95733"/>
                <a:gd name="connsiteX1" fmla="*/ 57770 w 61856"/>
                <a:gd name="connsiteY1" fmla="*/ 1143 h 95733"/>
                <a:gd name="connsiteX2" fmla="*/ 56628 w 61856"/>
                <a:gd name="connsiteY2" fmla="*/ 1143 h 95733"/>
                <a:gd name="connsiteX3" fmla="*/ 55866 w 61856"/>
                <a:gd name="connsiteY3" fmla="*/ 1143 h 95733"/>
                <a:gd name="connsiteX4" fmla="*/ 54977 w 61856"/>
                <a:gd name="connsiteY4" fmla="*/ 1143 h 95733"/>
                <a:gd name="connsiteX5" fmla="*/ 54216 w 61856"/>
                <a:gd name="connsiteY5" fmla="*/ 1904 h 95733"/>
                <a:gd name="connsiteX6" fmla="*/ 54216 w 61856"/>
                <a:gd name="connsiteY6" fmla="*/ 1904 h 95733"/>
                <a:gd name="connsiteX7" fmla="*/ 50787 w 61856"/>
                <a:gd name="connsiteY7" fmla="*/ 7745 h 95733"/>
                <a:gd name="connsiteX8" fmla="*/ 0 w 61856"/>
                <a:gd name="connsiteY8" fmla="*/ 91162 h 95733"/>
                <a:gd name="connsiteX9" fmla="*/ 3809 w 61856"/>
                <a:gd name="connsiteY9" fmla="*/ 91162 h 95733"/>
                <a:gd name="connsiteX10" fmla="*/ 3809 w 61856"/>
                <a:gd name="connsiteY10" fmla="*/ 91162 h 95733"/>
                <a:gd name="connsiteX11" fmla="*/ 4698 w 61856"/>
                <a:gd name="connsiteY11" fmla="*/ 91162 h 95733"/>
                <a:gd name="connsiteX12" fmla="*/ 5587 w 61856"/>
                <a:gd name="connsiteY12" fmla="*/ 91162 h 95733"/>
                <a:gd name="connsiteX13" fmla="*/ 6348 w 61856"/>
                <a:gd name="connsiteY13" fmla="*/ 91797 h 95733"/>
                <a:gd name="connsiteX14" fmla="*/ 6348 w 61856"/>
                <a:gd name="connsiteY14" fmla="*/ 92559 h 95733"/>
                <a:gd name="connsiteX15" fmla="*/ 6348 w 61856"/>
                <a:gd name="connsiteY15" fmla="*/ 93448 h 95733"/>
                <a:gd name="connsiteX16" fmla="*/ 6348 w 61856"/>
                <a:gd name="connsiteY16" fmla="*/ 94464 h 95733"/>
                <a:gd name="connsiteX17" fmla="*/ 6348 w 61856"/>
                <a:gd name="connsiteY17" fmla="*/ 94464 h 95733"/>
                <a:gd name="connsiteX18" fmla="*/ 6348 w 61856"/>
                <a:gd name="connsiteY18" fmla="*/ 95733 h 95733"/>
                <a:gd name="connsiteX19" fmla="*/ 51422 w 61856"/>
                <a:gd name="connsiteY19" fmla="*/ 21204 h 95733"/>
                <a:gd name="connsiteX20" fmla="*/ 61580 w 61856"/>
                <a:gd name="connsiteY20" fmla="*/ 4444 h 95733"/>
                <a:gd name="connsiteX21" fmla="*/ 61580 w 61856"/>
                <a:gd name="connsiteY21" fmla="*/ 1524 h 95733"/>
                <a:gd name="connsiteX22" fmla="*/ 61580 w 61856"/>
                <a:gd name="connsiteY22" fmla="*/ 1524 h 95733"/>
                <a:gd name="connsiteX23" fmla="*/ 61580 w 61856"/>
                <a:gd name="connsiteY23" fmla="*/ 1524 h 95733"/>
                <a:gd name="connsiteX24" fmla="*/ 61580 w 61856"/>
                <a:gd name="connsiteY24" fmla="*/ 635 h 95733"/>
                <a:gd name="connsiteX25" fmla="*/ 61580 w 61856"/>
                <a:gd name="connsiteY25" fmla="*/ 635 h 95733"/>
                <a:gd name="connsiteX26" fmla="*/ 61580 w 61856"/>
                <a:gd name="connsiteY26" fmla="*/ 635 h 95733"/>
                <a:gd name="connsiteX27" fmla="*/ 60818 w 61856"/>
                <a:gd name="connsiteY27" fmla="*/ 0 h 95733"/>
                <a:gd name="connsiteX28" fmla="*/ 60818 w 61856"/>
                <a:gd name="connsiteY28" fmla="*/ 0 h 95733"/>
                <a:gd name="connsiteX29" fmla="*/ 60818 w 61856"/>
                <a:gd name="connsiteY29" fmla="*/ 0 h 95733"/>
                <a:gd name="connsiteX30" fmla="*/ 59802 w 61856"/>
                <a:gd name="connsiteY30" fmla="*/ 0 h 95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61856" h="95733">
                  <a:moveTo>
                    <a:pt x="58786" y="1143"/>
                  </a:moveTo>
                  <a:lnTo>
                    <a:pt x="57770" y="1143"/>
                  </a:lnTo>
                  <a:lnTo>
                    <a:pt x="56628" y="1143"/>
                  </a:lnTo>
                  <a:lnTo>
                    <a:pt x="55866" y="1143"/>
                  </a:lnTo>
                  <a:lnTo>
                    <a:pt x="54977" y="1143"/>
                  </a:lnTo>
                  <a:cubicBezTo>
                    <a:pt x="54698" y="1358"/>
                    <a:pt x="54431" y="1625"/>
                    <a:pt x="54216" y="1904"/>
                  </a:cubicBezTo>
                  <a:lnTo>
                    <a:pt x="54216" y="1904"/>
                  </a:lnTo>
                  <a:lnTo>
                    <a:pt x="50787" y="7745"/>
                  </a:lnTo>
                  <a:lnTo>
                    <a:pt x="0" y="91162"/>
                  </a:lnTo>
                  <a:lnTo>
                    <a:pt x="3809" y="91162"/>
                  </a:lnTo>
                  <a:lnTo>
                    <a:pt x="3809" y="91162"/>
                  </a:lnTo>
                  <a:lnTo>
                    <a:pt x="4698" y="91162"/>
                  </a:lnTo>
                  <a:lnTo>
                    <a:pt x="5587" y="91162"/>
                  </a:lnTo>
                  <a:lnTo>
                    <a:pt x="6348" y="91797"/>
                  </a:lnTo>
                  <a:lnTo>
                    <a:pt x="6348" y="92559"/>
                  </a:lnTo>
                  <a:cubicBezTo>
                    <a:pt x="6348" y="92559"/>
                    <a:pt x="6348" y="93194"/>
                    <a:pt x="6348" y="93448"/>
                  </a:cubicBezTo>
                  <a:cubicBezTo>
                    <a:pt x="6400" y="93778"/>
                    <a:pt x="6400" y="94133"/>
                    <a:pt x="6348" y="94464"/>
                  </a:cubicBezTo>
                  <a:cubicBezTo>
                    <a:pt x="6348" y="94464"/>
                    <a:pt x="6348" y="94464"/>
                    <a:pt x="6348" y="94464"/>
                  </a:cubicBezTo>
                  <a:lnTo>
                    <a:pt x="6348" y="95733"/>
                  </a:lnTo>
                  <a:lnTo>
                    <a:pt x="51422" y="21204"/>
                  </a:lnTo>
                  <a:lnTo>
                    <a:pt x="61580" y="4444"/>
                  </a:lnTo>
                  <a:cubicBezTo>
                    <a:pt x="61948" y="3504"/>
                    <a:pt x="61948" y="2463"/>
                    <a:pt x="61580" y="1524"/>
                  </a:cubicBezTo>
                  <a:lnTo>
                    <a:pt x="61580" y="1524"/>
                  </a:lnTo>
                  <a:cubicBezTo>
                    <a:pt x="61580" y="1524"/>
                    <a:pt x="61580" y="1524"/>
                    <a:pt x="61580" y="1524"/>
                  </a:cubicBezTo>
                  <a:lnTo>
                    <a:pt x="61580" y="635"/>
                  </a:lnTo>
                  <a:lnTo>
                    <a:pt x="61580" y="635"/>
                  </a:lnTo>
                  <a:lnTo>
                    <a:pt x="61580" y="635"/>
                  </a:lnTo>
                  <a:lnTo>
                    <a:pt x="60818" y="0"/>
                  </a:lnTo>
                  <a:lnTo>
                    <a:pt x="60818" y="0"/>
                  </a:lnTo>
                  <a:lnTo>
                    <a:pt x="60818" y="0"/>
                  </a:lnTo>
                  <a:lnTo>
                    <a:pt x="59802" y="0"/>
                  </a:lnTo>
                  <a:close/>
                </a:path>
              </a:pathLst>
            </a:custGeom>
            <a:solidFill>
              <a:srgbClr val="000000"/>
            </a:solidFill>
            <a:ln w="12690" cap="flat">
              <a:noFill/>
              <a:prstDash val="solid"/>
              <a:miter/>
            </a:ln>
          </p:spPr>
          <p:txBody>
            <a:bodyPr rtlCol="0" anchor="ctr"/>
            <a:lstStyle/>
            <a:p>
              <a:endParaRPr lang="en-US" sz="1350"/>
            </a:p>
          </p:txBody>
        </p:sp>
        <p:sp>
          <p:nvSpPr>
            <p:cNvPr id="453" name="Freeform: Shape 452">
              <a:extLst>
                <a:ext uri="{FF2B5EF4-FFF2-40B4-BE49-F238E27FC236}">
                  <a16:creationId xmlns:a16="http://schemas.microsoft.com/office/drawing/2014/main" id="{5AD139F3-7F07-4850-8296-D7A393252CFF}"/>
                </a:ext>
              </a:extLst>
            </p:cNvPr>
            <p:cNvSpPr/>
            <p:nvPr/>
          </p:nvSpPr>
          <p:spPr>
            <a:xfrm>
              <a:off x="6528202" y="1550002"/>
              <a:ext cx="10712" cy="108558"/>
            </a:xfrm>
            <a:custGeom>
              <a:avLst/>
              <a:gdLst>
                <a:gd name="connsiteX0" fmla="*/ 10665 w 10712"/>
                <a:gd name="connsiteY0" fmla="*/ 103097 h 108558"/>
                <a:gd name="connsiteX1" fmla="*/ 10665 w 10712"/>
                <a:gd name="connsiteY1" fmla="*/ 103097 h 108558"/>
                <a:gd name="connsiteX2" fmla="*/ 10665 w 10712"/>
                <a:gd name="connsiteY2" fmla="*/ 0 h 108558"/>
                <a:gd name="connsiteX3" fmla="*/ 10665 w 10712"/>
                <a:gd name="connsiteY3" fmla="*/ 0 h 108558"/>
                <a:gd name="connsiteX4" fmla="*/ 10665 w 10712"/>
                <a:gd name="connsiteY4" fmla="*/ 1396 h 108558"/>
                <a:gd name="connsiteX5" fmla="*/ 5332 w 10712"/>
                <a:gd name="connsiteY5" fmla="*/ 5332 h 108558"/>
                <a:gd name="connsiteX6" fmla="*/ 4444 w 10712"/>
                <a:gd name="connsiteY6" fmla="*/ 5332 h 108558"/>
                <a:gd name="connsiteX7" fmla="*/ 0 w 10712"/>
                <a:gd name="connsiteY7" fmla="*/ 4571 h 108558"/>
                <a:gd name="connsiteX8" fmla="*/ 0 w 10712"/>
                <a:gd name="connsiteY8" fmla="*/ 103605 h 108558"/>
                <a:gd name="connsiteX9" fmla="*/ 5193 w 10712"/>
                <a:gd name="connsiteY9" fmla="*/ 108557 h 108558"/>
                <a:gd name="connsiteX10" fmla="*/ 5332 w 10712"/>
                <a:gd name="connsiteY10" fmla="*/ 108557 h 108558"/>
                <a:gd name="connsiteX11" fmla="*/ 5332 w 10712"/>
                <a:gd name="connsiteY11" fmla="*/ 108557 h 108558"/>
                <a:gd name="connsiteX12" fmla="*/ 7745 w 10712"/>
                <a:gd name="connsiteY12" fmla="*/ 107922 h 108558"/>
                <a:gd name="connsiteX13" fmla="*/ 7745 w 10712"/>
                <a:gd name="connsiteY13" fmla="*/ 107922 h 108558"/>
                <a:gd name="connsiteX14" fmla="*/ 7745 w 10712"/>
                <a:gd name="connsiteY14" fmla="*/ 107922 h 108558"/>
                <a:gd name="connsiteX15" fmla="*/ 7745 w 10712"/>
                <a:gd name="connsiteY15" fmla="*/ 107922 h 108558"/>
                <a:gd name="connsiteX16" fmla="*/ 8634 w 10712"/>
                <a:gd name="connsiteY16" fmla="*/ 106906 h 108558"/>
                <a:gd name="connsiteX17" fmla="*/ 9396 w 10712"/>
                <a:gd name="connsiteY17" fmla="*/ 105382 h 108558"/>
                <a:gd name="connsiteX18" fmla="*/ 10665 w 10712"/>
                <a:gd name="connsiteY18" fmla="*/ 103097 h 108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712" h="108558">
                  <a:moveTo>
                    <a:pt x="10665" y="103097"/>
                  </a:moveTo>
                  <a:cubicBezTo>
                    <a:pt x="10665" y="103097"/>
                    <a:pt x="10665" y="103097"/>
                    <a:pt x="10665" y="103097"/>
                  </a:cubicBezTo>
                  <a:lnTo>
                    <a:pt x="10665" y="0"/>
                  </a:lnTo>
                  <a:cubicBezTo>
                    <a:pt x="10665" y="0"/>
                    <a:pt x="10665" y="0"/>
                    <a:pt x="10665" y="0"/>
                  </a:cubicBezTo>
                  <a:cubicBezTo>
                    <a:pt x="10728" y="470"/>
                    <a:pt x="10728" y="940"/>
                    <a:pt x="10665" y="1396"/>
                  </a:cubicBezTo>
                  <a:cubicBezTo>
                    <a:pt x="10018" y="3784"/>
                    <a:pt x="7808" y="5422"/>
                    <a:pt x="5332" y="5332"/>
                  </a:cubicBezTo>
                  <a:lnTo>
                    <a:pt x="4444" y="5332"/>
                  </a:lnTo>
                  <a:lnTo>
                    <a:pt x="0" y="4571"/>
                  </a:lnTo>
                  <a:lnTo>
                    <a:pt x="0" y="103605"/>
                  </a:lnTo>
                  <a:cubicBezTo>
                    <a:pt x="64" y="106411"/>
                    <a:pt x="2399" y="108633"/>
                    <a:pt x="5193" y="108557"/>
                  </a:cubicBezTo>
                  <a:cubicBezTo>
                    <a:pt x="5243" y="108557"/>
                    <a:pt x="5281" y="108557"/>
                    <a:pt x="5332" y="108557"/>
                  </a:cubicBezTo>
                  <a:lnTo>
                    <a:pt x="5332" y="108557"/>
                  </a:lnTo>
                  <a:cubicBezTo>
                    <a:pt x="6170" y="108544"/>
                    <a:pt x="7009" y="108328"/>
                    <a:pt x="7745" y="107922"/>
                  </a:cubicBezTo>
                  <a:lnTo>
                    <a:pt x="7745" y="107922"/>
                  </a:lnTo>
                  <a:lnTo>
                    <a:pt x="7745" y="107922"/>
                  </a:lnTo>
                  <a:lnTo>
                    <a:pt x="7745" y="107922"/>
                  </a:lnTo>
                  <a:cubicBezTo>
                    <a:pt x="8101" y="107643"/>
                    <a:pt x="8405" y="107300"/>
                    <a:pt x="8634" y="106906"/>
                  </a:cubicBezTo>
                  <a:cubicBezTo>
                    <a:pt x="9040" y="106487"/>
                    <a:pt x="9294" y="105954"/>
                    <a:pt x="9396" y="105382"/>
                  </a:cubicBezTo>
                  <a:cubicBezTo>
                    <a:pt x="9396" y="105382"/>
                    <a:pt x="10665" y="103351"/>
                    <a:pt x="10665" y="103097"/>
                  </a:cubicBezTo>
                  <a:close/>
                </a:path>
              </a:pathLst>
            </a:custGeom>
            <a:solidFill>
              <a:srgbClr val="000000"/>
            </a:solidFill>
            <a:ln w="12690" cap="flat">
              <a:noFill/>
              <a:prstDash val="solid"/>
              <a:miter/>
            </a:ln>
          </p:spPr>
          <p:txBody>
            <a:bodyPr rtlCol="0" anchor="ctr"/>
            <a:lstStyle/>
            <a:p>
              <a:endParaRPr lang="en-US" sz="1350"/>
            </a:p>
          </p:txBody>
        </p:sp>
        <p:sp>
          <p:nvSpPr>
            <p:cNvPr id="454" name="Freeform: Shape 453">
              <a:extLst>
                <a:ext uri="{FF2B5EF4-FFF2-40B4-BE49-F238E27FC236}">
                  <a16:creationId xmlns:a16="http://schemas.microsoft.com/office/drawing/2014/main" id="{9026E143-7586-44D1-895D-49FA2505EDAF}"/>
                </a:ext>
              </a:extLst>
            </p:cNvPr>
            <p:cNvSpPr/>
            <p:nvPr/>
          </p:nvSpPr>
          <p:spPr>
            <a:xfrm>
              <a:off x="5719921" y="1409865"/>
              <a:ext cx="818231" cy="143695"/>
            </a:xfrm>
            <a:custGeom>
              <a:avLst/>
              <a:gdLst>
                <a:gd name="connsiteX0" fmla="*/ 0 w 818231"/>
                <a:gd name="connsiteY0" fmla="*/ 5044 h 143695"/>
                <a:gd name="connsiteX1" fmla="*/ 762 w 818231"/>
                <a:gd name="connsiteY1" fmla="*/ 6568 h 143695"/>
                <a:gd name="connsiteX2" fmla="*/ 762 w 818231"/>
                <a:gd name="connsiteY2" fmla="*/ 6568 h 143695"/>
                <a:gd name="connsiteX3" fmla="*/ 762 w 818231"/>
                <a:gd name="connsiteY3" fmla="*/ 6568 h 143695"/>
                <a:gd name="connsiteX4" fmla="*/ 1778 w 818231"/>
                <a:gd name="connsiteY4" fmla="*/ 7457 h 143695"/>
                <a:gd name="connsiteX5" fmla="*/ 1778 w 818231"/>
                <a:gd name="connsiteY5" fmla="*/ 7457 h 143695"/>
                <a:gd name="connsiteX6" fmla="*/ 3555 w 818231"/>
                <a:gd name="connsiteY6" fmla="*/ 8091 h 143695"/>
                <a:gd name="connsiteX7" fmla="*/ 9904 w 818231"/>
                <a:gd name="connsiteY7" fmla="*/ 9107 h 143695"/>
                <a:gd name="connsiteX8" fmla="*/ 807519 w 818231"/>
                <a:gd name="connsiteY8" fmla="*/ 142931 h 143695"/>
                <a:gd name="connsiteX9" fmla="*/ 811962 w 818231"/>
                <a:gd name="connsiteY9" fmla="*/ 143692 h 143695"/>
                <a:gd name="connsiteX10" fmla="*/ 812851 w 818231"/>
                <a:gd name="connsiteY10" fmla="*/ 143692 h 143695"/>
                <a:gd name="connsiteX11" fmla="*/ 818183 w 818231"/>
                <a:gd name="connsiteY11" fmla="*/ 139756 h 143695"/>
                <a:gd name="connsiteX12" fmla="*/ 818183 w 818231"/>
                <a:gd name="connsiteY12" fmla="*/ 138360 h 143695"/>
                <a:gd name="connsiteX13" fmla="*/ 818183 w 818231"/>
                <a:gd name="connsiteY13" fmla="*/ 137344 h 143695"/>
                <a:gd name="connsiteX14" fmla="*/ 818183 w 818231"/>
                <a:gd name="connsiteY14" fmla="*/ 136455 h 143695"/>
                <a:gd name="connsiteX15" fmla="*/ 818183 w 818231"/>
                <a:gd name="connsiteY15" fmla="*/ 135693 h 143695"/>
                <a:gd name="connsiteX16" fmla="*/ 817422 w 818231"/>
                <a:gd name="connsiteY16" fmla="*/ 135058 h 143695"/>
                <a:gd name="connsiteX17" fmla="*/ 816533 w 818231"/>
                <a:gd name="connsiteY17" fmla="*/ 135058 h 143695"/>
                <a:gd name="connsiteX18" fmla="*/ 815644 w 818231"/>
                <a:gd name="connsiteY18" fmla="*/ 135058 h 143695"/>
                <a:gd name="connsiteX19" fmla="*/ 815644 w 818231"/>
                <a:gd name="connsiteY19" fmla="*/ 135058 h 143695"/>
                <a:gd name="connsiteX20" fmla="*/ 811835 w 818231"/>
                <a:gd name="connsiteY20" fmla="*/ 135058 h 143695"/>
                <a:gd name="connsiteX21" fmla="*/ 15109 w 818231"/>
                <a:gd name="connsiteY21" fmla="*/ 1362 h 143695"/>
                <a:gd name="connsiteX22" fmla="*/ 7237 w 818231"/>
                <a:gd name="connsiteY22" fmla="*/ 93 h 143695"/>
                <a:gd name="connsiteX23" fmla="*/ 1397 w 818231"/>
                <a:gd name="connsiteY23" fmla="*/ 3140 h 143695"/>
                <a:gd name="connsiteX24" fmla="*/ 1397 w 818231"/>
                <a:gd name="connsiteY24" fmla="*/ 3140 h 143695"/>
                <a:gd name="connsiteX25" fmla="*/ 1397 w 818231"/>
                <a:gd name="connsiteY25" fmla="*/ 3140 h 143695"/>
                <a:gd name="connsiteX26" fmla="*/ 1397 w 818231"/>
                <a:gd name="connsiteY26" fmla="*/ 4790 h 143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818231" h="143695">
                  <a:moveTo>
                    <a:pt x="0" y="5044"/>
                  </a:moveTo>
                  <a:cubicBezTo>
                    <a:pt x="153" y="5603"/>
                    <a:pt x="406" y="6111"/>
                    <a:pt x="762" y="6568"/>
                  </a:cubicBezTo>
                  <a:lnTo>
                    <a:pt x="762" y="6568"/>
                  </a:lnTo>
                  <a:lnTo>
                    <a:pt x="762" y="6568"/>
                  </a:lnTo>
                  <a:cubicBezTo>
                    <a:pt x="1003" y="6949"/>
                    <a:pt x="1359" y="7266"/>
                    <a:pt x="1778" y="7457"/>
                  </a:cubicBezTo>
                  <a:lnTo>
                    <a:pt x="1778" y="7457"/>
                  </a:lnTo>
                  <a:lnTo>
                    <a:pt x="3555" y="8091"/>
                  </a:lnTo>
                  <a:lnTo>
                    <a:pt x="9904" y="9107"/>
                  </a:lnTo>
                  <a:lnTo>
                    <a:pt x="807519" y="142931"/>
                  </a:lnTo>
                  <a:lnTo>
                    <a:pt x="811962" y="143692"/>
                  </a:lnTo>
                  <a:lnTo>
                    <a:pt x="812851" y="143692"/>
                  </a:lnTo>
                  <a:cubicBezTo>
                    <a:pt x="815327" y="143781"/>
                    <a:pt x="817536" y="142143"/>
                    <a:pt x="818183" y="139756"/>
                  </a:cubicBezTo>
                  <a:cubicBezTo>
                    <a:pt x="818247" y="139299"/>
                    <a:pt x="818247" y="138817"/>
                    <a:pt x="818183" y="138360"/>
                  </a:cubicBezTo>
                  <a:cubicBezTo>
                    <a:pt x="818235" y="138029"/>
                    <a:pt x="818235" y="137674"/>
                    <a:pt x="818183" y="137344"/>
                  </a:cubicBezTo>
                  <a:cubicBezTo>
                    <a:pt x="818183" y="137344"/>
                    <a:pt x="818183" y="137344"/>
                    <a:pt x="818183" y="136455"/>
                  </a:cubicBezTo>
                  <a:lnTo>
                    <a:pt x="818183" y="135693"/>
                  </a:lnTo>
                  <a:lnTo>
                    <a:pt x="817422" y="135058"/>
                  </a:lnTo>
                  <a:lnTo>
                    <a:pt x="816533" y="135058"/>
                  </a:lnTo>
                  <a:lnTo>
                    <a:pt x="815644" y="135058"/>
                  </a:lnTo>
                  <a:lnTo>
                    <a:pt x="815644" y="135058"/>
                  </a:lnTo>
                  <a:lnTo>
                    <a:pt x="811835" y="135058"/>
                  </a:lnTo>
                  <a:lnTo>
                    <a:pt x="15109" y="1362"/>
                  </a:lnTo>
                  <a:lnTo>
                    <a:pt x="7237" y="93"/>
                  </a:lnTo>
                  <a:cubicBezTo>
                    <a:pt x="4825" y="-365"/>
                    <a:pt x="2412" y="905"/>
                    <a:pt x="1397" y="3140"/>
                  </a:cubicBezTo>
                  <a:lnTo>
                    <a:pt x="1397" y="3140"/>
                  </a:lnTo>
                  <a:lnTo>
                    <a:pt x="1397" y="3140"/>
                  </a:lnTo>
                  <a:cubicBezTo>
                    <a:pt x="1270" y="3686"/>
                    <a:pt x="1270" y="4244"/>
                    <a:pt x="1397" y="4790"/>
                  </a:cubicBezTo>
                  <a:close/>
                </a:path>
              </a:pathLst>
            </a:custGeom>
            <a:solidFill>
              <a:srgbClr val="000000"/>
            </a:solidFill>
            <a:ln w="12690" cap="flat">
              <a:noFill/>
              <a:prstDash val="solid"/>
              <a:miter/>
            </a:ln>
          </p:spPr>
          <p:txBody>
            <a:bodyPr rtlCol="0" anchor="ctr"/>
            <a:lstStyle/>
            <a:p>
              <a:endParaRPr lang="en-US" sz="1350"/>
            </a:p>
          </p:txBody>
        </p:sp>
        <p:sp>
          <p:nvSpPr>
            <p:cNvPr id="455" name="Freeform: Shape 454">
              <a:extLst>
                <a:ext uri="{FF2B5EF4-FFF2-40B4-BE49-F238E27FC236}">
                  <a16:creationId xmlns:a16="http://schemas.microsoft.com/office/drawing/2014/main" id="{55C13327-3B0B-4D90-BAD4-BADA134FD9FD}"/>
                </a:ext>
              </a:extLst>
            </p:cNvPr>
            <p:cNvSpPr/>
            <p:nvPr/>
          </p:nvSpPr>
          <p:spPr>
            <a:xfrm>
              <a:off x="4083936" y="983729"/>
              <a:ext cx="175216" cy="148170"/>
            </a:xfrm>
            <a:custGeom>
              <a:avLst/>
              <a:gdLst>
                <a:gd name="connsiteX0" fmla="*/ 166709 w 175216"/>
                <a:gd name="connsiteY0" fmla="*/ 2158 h 148170"/>
                <a:gd name="connsiteX1" fmla="*/ 166709 w 175216"/>
                <a:gd name="connsiteY1" fmla="*/ 0 h 148170"/>
                <a:gd name="connsiteX2" fmla="*/ 1650 w 175216"/>
                <a:gd name="connsiteY2" fmla="*/ 134204 h 148170"/>
                <a:gd name="connsiteX3" fmla="*/ 1650 w 175216"/>
                <a:gd name="connsiteY3" fmla="*/ 145250 h 148170"/>
                <a:gd name="connsiteX4" fmla="*/ 1650 w 175216"/>
                <a:gd name="connsiteY4" fmla="*/ 145885 h 148170"/>
                <a:gd name="connsiteX5" fmla="*/ 1650 w 175216"/>
                <a:gd name="connsiteY5" fmla="*/ 145885 h 148170"/>
                <a:gd name="connsiteX6" fmla="*/ 1650 w 175216"/>
                <a:gd name="connsiteY6" fmla="*/ 145885 h 148170"/>
                <a:gd name="connsiteX7" fmla="*/ 0 w 175216"/>
                <a:gd name="connsiteY7" fmla="*/ 148171 h 148170"/>
                <a:gd name="connsiteX8" fmla="*/ 0 w 175216"/>
                <a:gd name="connsiteY8" fmla="*/ 148171 h 148170"/>
                <a:gd name="connsiteX9" fmla="*/ 175216 w 175216"/>
                <a:gd name="connsiteY9" fmla="*/ 5840 h 148170"/>
                <a:gd name="connsiteX10" fmla="*/ 175216 w 175216"/>
                <a:gd name="connsiteY10" fmla="*/ 5840 h 148170"/>
                <a:gd name="connsiteX11" fmla="*/ 171534 w 175216"/>
                <a:gd name="connsiteY11" fmla="*/ 7237 h 148170"/>
                <a:gd name="connsiteX12" fmla="*/ 166709 w 175216"/>
                <a:gd name="connsiteY12" fmla="*/ 2158 h 148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75216" h="148170">
                  <a:moveTo>
                    <a:pt x="166709" y="2158"/>
                  </a:moveTo>
                  <a:lnTo>
                    <a:pt x="166709" y="0"/>
                  </a:lnTo>
                  <a:lnTo>
                    <a:pt x="1650" y="134204"/>
                  </a:lnTo>
                  <a:lnTo>
                    <a:pt x="1650" y="145250"/>
                  </a:lnTo>
                  <a:cubicBezTo>
                    <a:pt x="1650" y="145250"/>
                    <a:pt x="1650" y="145250"/>
                    <a:pt x="1650" y="145885"/>
                  </a:cubicBezTo>
                  <a:lnTo>
                    <a:pt x="1650" y="145885"/>
                  </a:lnTo>
                  <a:lnTo>
                    <a:pt x="1650" y="145885"/>
                  </a:lnTo>
                  <a:cubicBezTo>
                    <a:pt x="1358" y="146812"/>
                    <a:pt x="787" y="147612"/>
                    <a:pt x="0" y="148171"/>
                  </a:cubicBezTo>
                  <a:lnTo>
                    <a:pt x="0" y="148171"/>
                  </a:lnTo>
                  <a:lnTo>
                    <a:pt x="175216" y="5840"/>
                  </a:lnTo>
                  <a:lnTo>
                    <a:pt x="175216" y="5840"/>
                  </a:lnTo>
                  <a:cubicBezTo>
                    <a:pt x="174175" y="6691"/>
                    <a:pt x="172880" y="7186"/>
                    <a:pt x="171534" y="7237"/>
                  </a:cubicBezTo>
                  <a:cubicBezTo>
                    <a:pt x="168855" y="7047"/>
                    <a:pt x="166773" y="4837"/>
                    <a:pt x="166709" y="2158"/>
                  </a:cubicBezTo>
                  <a:close/>
                </a:path>
              </a:pathLst>
            </a:custGeom>
            <a:solidFill>
              <a:srgbClr val="000000"/>
            </a:solidFill>
            <a:ln w="12690" cap="flat">
              <a:noFill/>
              <a:prstDash val="solid"/>
              <a:miter/>
            </a:ln>
          </p:spPr>
          <p:txBody>
            <a:bodyPr rtlCol="0" anchor="ctr"/>
            <a:lstStyle/>
            <a:p>
              <a:endParaRPr lang="en-US" sz="1350"/>
            </a:p>
          </p:txBody>
        </p:sp>
        <p:sp>
          <p:nvSpPr>
            <p:cNvPr id="456" name="Freeform: Shape 455">
              <a:extLst>
                <a:ext uri="{FF2B5EF4-FFF2-40B4-BE49-F238E27FC236}">
                  <a16:creationId xmlns:a16="http://schemas.microsoft.com/office/drawing/2014/main" id="{6494F0A3-1A67-4EEF-936B-54283EA0D6D6}"/>
                </a:ext>
              </a:extLst>
            </p:cNvPr>
            <p:cNvSpPr/>
            <p:nvPr/>
          </p:nvSpPr>
          <p:spPr>
            <a:xfrm>
              <a:off x="4085332" y="1130249"/>
              <a:ext cx="12696" cy="761"/>
            </a:xfrm>
            <a:custGeom>
              <a:avLst/>
              <a:gdLst>
                <a:gd name="connsiteX0" fmla="*/ 0 w 12696"/>
                <a:gd name="connsiteY0" fmla="*/ 0 h 761"/>
                <a:gd name="connsiteX1" fmla="*/ 0 w 12696"/>
                <a:gd name="connsiteY1" fmla="*/ 0 h 761"/>
                <a:gd name="connsiteX2" fmla="*/ 0 w 12696"/>
                <a:gd name="connsiteY2" fmla="*/ 762 h 761"/>
                <a:gd name="connsiteX3" fmla="*/ 0 w 12696"/>
                <a:gd name="connsiteY3" fmla="*/ 0 h 761"/>
              </a:gdLst>
              <a:ahLst/>
              <a:cxnLst>
                <a:cxn ang="0">
                  <a:pos x="connsiteX0" y="connsiteY0"/>
                </a:cxn>
                <a:cxn ang="0">
                  <a:pos x="connsiteX1" y="connsiteY1"/>
                </a:cxn>
                <a:cxn ang="0">
                  <a:pos x="connsiteX2" y="connsiteY2"/>
                </a:cxn>
                <a:cxn ang="0">
                  <a:pos x="connsiteX3" y="connsiteY3"/>
                </a:cxn>
              </a:cxnLst>
              <a:rect l="l" t="t" r="r" b="b"/>
              <a:pathLst>
                <a:path w="12696" h="761">
                  <a:moveTo>
                    <a:pt x="0" y="0"/>
                  </a:moveTo>
                  <a:lnTo>
                    <a:pt x="0" y="0"/>
                  </a:lnTo>
                  <a:cubicBezTo>
                    <a:pt x="0" y="0"/>
                    <a:pt x="0" y="0"/>
                    <a:pt x="0" y="762"/>
                  </a:cubicBezTo>
                  <a:lnTo>
                    <a:pt x="0" y="0"/>
                  </a:lnTo>
                  <a:close/>
                </a:path>
              </a:pathLst>
            </a:custGeom>
            <a:solidFill>
              <a:srgbClr val="000000"/>
            </a:solidFill>
            <a:ln w="12690" cap="flat">
              <a:noFill/>
              <a:prstDash val="solid"/>
              <a:miter/>
            </a:ln>
          </p:spPr>
          <p:txBody>
            <a:bodyPr rtlCol="0" anchor="ctr"/>
            <a:lstStyle/>
            <a:p>
              <a:endParaRPr lang="en-US" sz="1350"/>
            </a:p>
          </p:txBody>
        </p:sp>
        <p:sp>
          <p:nvSpPr>
            <p:cNvPr id="457" name="Freeform: Shape 456">
              <a:extLst>
                <a:ext uri="{FF2B5EF4-FFF2-40B4-BE49-F238E27FC236}">
                  <a16:creationId xmlns:a16="http://schemas.microsoft.com/office/drawing/2014/main" id="{A87597E6-1548-458B-A935-415FF880178D}"/>
                </a:ext>
              </a:extLst>
            </p:cNvPr>
            <p:cNvSpPr/>
            <p:nvPr/>
          </p:nvSpPr>
          <p:spPr>
            <a:xfrm>
              <a:off x="5716" y="100673"/>
              <a:ext cx="4074411" cy="1033011"/>
            </a:xfrm>
            <a:custGeom>
              <a:avLst/>
              <a:gdLst>
                <a:gd name="connsiteX0" fmla="*/ 4068952 w 4074411"/>
                <a:gd name="connsiteY0" fmla="*/ 1028306 h 1033011"/>
                <a:gd name="connsiteX1" fmla="*/ 4068952 w 4074411"/>
                <a:gd name="connsiteY1" fmla="*/ 1021831 h 1033011"/>
                <a:gd name="connsiteX2" fmla="*/ 0 w 4074411"/>
                <a:gd name="connsiteY2" fmla="*/ 0 h 1033011"/>
                <a:gd name="connsiteX3" fmla="*/ 0 w 4074411"/>
                <a:gd name="connsiteY3" fmla="*/ 10157 h 1033011"/>
                <a:gd name="connsiteX4" fmla="*/ 4072888 w 4074411"/>
                <a:gd name="connsiteY4" fmla="*/ 1033004 h 1033011"/>
                <a:gd name="connsiteX5" fmla="*/ 4074411 w 4074411"/>
                <a:gd name="connsiteY5" fmla="*/ 1033004 h 1033011"/>
                <a:gd name="connsiteX6" fmla="*/ 4068952 w 4074411"/>
                <a:gd name="connsiteY6" fmla="*/ 1028306 h 1033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74411" h="1033011">
                  <a:moveTo>
                    <a:pt x="4068952" y="1028306"/>
                  </a:moveTo>
                  <a:lnTo>
                    <a:pt x="4068952" y="1021831"/>
                  </a:lnTo>
                  <a:lnTo>
                    <a:pt x="0" y="0"/>
                  </a:lnTo>
                  <a:lnTo>
                    <a:pt x="0" y="10157"/>
                  </a:lnTo>
                  <a:lnTo>
                    <a:pt x="4072888" y="1033004"/>
                  </a:lnTo>
                  <a:lnTo>
                    <a:pt x="4074411" y="1033004"/>
                  </a:lnTo>
                  <a:cubicBezTo>
                    <a:pt x="4071631" y="1033156"/>
                    <a:pt x="4069218" y="1031087"/>
                    <a:pt x="4068952" y="1028306"/>
                  </a:cubicBezTo>
                  <a:close/>
                </a:path>
              </a:pathLst>
            </a:custGeom>
            <a:solidFill>
              <a:srgbClr val="000000"/>
            </a:solidFill>
            <a:ln w="12690" cap="flat">
              <a:noFill/>
              <a:prstDash val="solid"/>
              <a:miter/>
            </a:ln>
          </p:spPr>
          <p:txBody>
            <a:bodyPr rtlCol="0" anchor="ctr"/>
            <a:lstStyle/>
            <a:p>
              <a:endParaRPr lang="en-US" sz="1350"/>
            </a:p>
          </p:txBody>
        </p:sp>
        <p:sp>
          <p:nvSpPr>
            <p:cNvPr id="458" name="Freeform: Shape 457">
              <a:extLst>
                <a:ext uri="{FF2B5EF4-FFF2-40B4-BE49-F238E27FC236}">
                  <a16:creationId xmlns:a16="http://schemas.microsoft.com/office/drawing/2014/main" id="{6DD2092A-6421-4834-83B2-8ADAA61CE85A}"/>
                </a:ext>
              </a:extLst>
            </p:cNvPr>
            <p:cNvSpPr/>
            <p:nvPr/>
          </p:nvSpPr>
          <p:spPr>
            <a:xfrm>
              <a:off x="4074794" y="1027406"/>
              <a:ext cx="10538" cy="106531"/>
            </a:xfrm>
            <a:custGeom>
              <a:avLst/>
              <a:gdLst>
                <a:gd name="connsiteX0" fmla="*/ 10538 w 10538"/>
                <a:gd name="connsiteY0" fmla="*/ 102208 h 106531"/>
                <a:gd name="connsiteX1" fmla="*/ 10538 w 10538"/>
                <a:gd name="connsiteY1" fmla="*/ 101574 h 106531"/>
                <a:gd name="connsiteX2" fmla="*/ 10538 w 10538"/>
                <a:gd name="connsiteY2" fmla="*/ 0 h 106531"/>
                <a:gd name="connsiteX3" fmla="*/ 8761 w 10538"/>
                <a:gd name="connsiteY3" fmla="*/ 1524 h 106531"/>
                <a:gd name="connsiteX4" fmla="*/ 8761 w 10538"/>
                <a:gd name="connsiteY4" fmla="*/ 1524 h 106531"/>
                <a:gd name="connsiteX5" fmla="*/ 5460 w 10538"/>
                <a:gd name="connsiteY5" fmla="*/ 2666 h 106531"/>
                <a:gd name="connsiteX6" fmla="*/ 3936 w 10538"/>
                <a:gd name="connsiteY6" fmla="*/ 2666 h 106531"/>
                <a:gd name="connsiteX7" fmla="*/ 0 w 10538"/>
                <a:gd name="connsiteY7" fmla="*/ 1778 h 106531"/>
                <a:gd name="connsiteX8" fmla="*/ 0 w 10538"/>
                <a:gd name="connsiteY8" fmla="*/ 101574 h 106531"/>
                <a:gd name="connsiteX9" fmla="*/ 5447 w 10538"/>
                <a:gd name="connsiteY9" fmla="*/ 106525 h 106531"/>
                <a:gd name="connsiteX10" fmla="*/ 5460 w 10538"/>
                <a:gd name="connsiteY10" fmla="*/ 106525 h 106531"/>
                <a:gd name="connsiteX11" fmla="*/ 8380 w 10538"/>
                <a:gd name="connsiteY11" fmla="*/ 105636 h 106531"/>
                <a:gd name="connsiteX12" fmla="*/ 8380 w 10538"/>
                <a:gd name="connsiteY12" fmla="*/ 105636 h 106531"/>
                <a:gd name="connsiteX13" fmla="*/ 8380 w 10538"/>
                <a:gd name="connsiteY13" fmla="*/ 105636 h 106531"/>
                <a:gd name="connsiteX14" fmla="*/ 10030 w 10538"/>
                <a:gd name="connsiteY14" fmla="*/ 103351 h 106531"/>
                <a:gd name="connsiteX15" fmla="*/ 10538 w 10538"/>
                <a:gd name="connsiteY15" fmla="*/ 102208 h 106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538" h="106531">
                  <a:moveTo>
                    <a:pt x="10538" y="102208"/>
                  </a:moveTo>
                  <a:cubicBezTo>
                    <a:pt x="10538" y="102208"/>
                    <a:pt x="10538" y="102208"/>
                    <a:pt x="10538" y="101574"/>
                  </a:cubicBezTo>
                  <a:lnTo>
                    <a:pt x="10538" y="0"/>
                  </a:lnTo>
                  <a:lnTo>
                    <a:pt x="8761" y="1524"/>
                  </a:lnTo>
                  <a:lnTo>
                    <a:pt x="8761" y="1524"/>
                  </a:lnTo>
                  <a:cubicBezTo>
                    <a:pt x="7808" y="2235"/>
                    <a:pt x="6653" y="2641"/>
                    <a:pt x="5460" y="2666"/>
                  </a:cubicBezTo>
                  <a:lnTo>
                    <a:pt x="3936" y="2666"/>
                  </a:lnTo>
                  <a:lnTo>
                    <a:pt x="0" y="1778"/>
                  </a:lnTo>
                  <a:lnTo>
                    <a:pt x="0" y="101574"/>
                  </a:lnTo>
                  <a:cubicBezTo>
                    <a:pt x="139" y="104443"/>
                    <a:pt x="2577" y="106665"/>
                    <a:pt x="5447" y="106525"/>
                  </a:cubicBezTo>
                  <a:cubicBezTo>
                    <a:pt x="5447" y="106525"/>
                    <a:pt x="5460" y="106525"/>
                    <a:pt x="5460" y="106525"/>
                  </a:cubicBezTo>
                  <a:cubicBezTo>
                    <a:pt x="6488" y="106487"/>
                    <a:pt x="7504" y="106170"/>
                    <a:pt x="8380" y="105636"/>
                  </a:cubicBezTo>
                  <a:lnTo>
                    <a:pt x="8380" y="105636"/>
                  </a:lnTo>
                  <a:lnTo>
                    <a:pt x="8380" y="105636"/>
                  </a:lnTo>
                  <a:cubicBezTo>
                    <a:pt x="9167" y="105078"/>
                    <a:pt x="9738" y="104278"/>
                    <a:pt x="10030" y="103351"/>
                  </a:cubicBezTo>
                  <a:cubicBezTo>
                    <a:pt x="10030" y="103351"/>
                    <a:pt x="10538" y="102462"/>
                    <a:pt x="10538" y="102208"/>
                  </a:cubicBezTo>
                  <a:close/>
                </a:path>
              </a:pathLst>
            </a:custGeom>
            <a:solidFill>
              <a:srgbClr val="000000"/>
            </a:solidFill>
            <a:ln w="12690" cap="flat">
              <a:noFill/>
              <a:prstDash val="solid"/>
              <a:miter/>
            </a:ln>
          </p:spPr>
          <p:txBody>
            <a:bodyPr rtlCol="0" anchor="ctr"/>
            <a:lstStyle/>
            <a:p>
              <a:endParaRPr lang="en-US" sz="1350"/>
            </a:p>
          </p:txBody>
        </p:sp>
        <p:sp>
          <p:nvSpPr>
            <p:cNvPr id="459" name="Freeform: Shape 458">
              <a:extLst>
                <a:ext uri="{FF2B5EF4-FFF2-40B4-BE49-F238E27FC236}">
                  <a16:creationId xmlns:a16="http://schemas.microsoft.com/office/drawing/2014/main" id="{06F54617-2992-43C1-AAD9-D647E6D70C2A}"/>
                </a:ext>
              </a:extLst>
            </p:cNvPr>
            <p:cNvSpPr/>
            <p:nvPr/>
          </p:nvSpPr>
          <p:spPr>
            <a:xfrm>
              <a:off x="4080127" y="1029183"/>
              <a:ext cx="3301" cy="1142"/>
            </a:xfrm>
            <a:custGeom>
              <a:avLst/>
              <a:gdLst>
                <a:gd name="connsiteX0" fmla="*/ 3301 w 3301"/>
                <a:gd name="connsiteY0" fmla="*/ 0 h 1142"/>
                <a:gd name="connsiteX1" fmla="*/ 0 w 3301"/>
                <a:gd name="connsiteY1" fmla="*/ 1143 h 1142"/>
                <a:gd name="connsiteX2" fmla="*/ 3301 w 3301"/>
                <a:gd name="connsiteY2" fmla="*/ 0 h 1142"/>
              </a:gdLst>
              <a:ahLst/>
              <a:cxnLst>
                <a:cxn ang="0">
                  <a:pos x="connsiteX0" y="connsiteY0"/>
                </a:cxn>
                <a:cxn ang="0">
                  <a:pos x="connsiteX1" y="connsiteY1"/>
                </a:cxn>
                <a:cxn ang="0">
                  <a:pos x="connsiteX2" y="connsiteY2"/>
                </a:cxn>
              </a:cxnLst>
              <a:rect l="l" t="t" r="r" b="b"/>
              <a:pathLst>
                <a:path w="3301" h="1142">
                  <a:moveTo>
                    <a:pt x="3301" y="0"/>
                  </a:moveTo>
                  <a:cubicBezTo>
                    <a:pt x="2336" y="698"/>
                    <a:pt x="1193" y="1092"/>
                    <a:pt x="0" y="1143"/>
                  </a:cubicBezTo>
                  <a:cubicBezTo>
                    <a:pt x="1193" y="1117"/>
                    <a:pt x="2349" y="711"/>
                    <a:pt x="3301" y="0"/>
                  </a:cubicBezTo>
                  <a:close/>
                </a:path>
              </a:pathLst>
            </a:custGeom>
            <a:solidFill>
              <a:srgbClr val="000000"/>
            </a:solidFill>
            <a:ln w="12690" cap="flat">
              <a:noFill/>
              <a:prstDash val="solid"/>
              <a:miter/>
            </a:ln>
          </p:spPr>
          <p:txBody>
            <a:bodyPr rtlCol="0" anchor="ctr"/>
            <a:lstStyle/>
            <a:p>
              <a:endParaRPr lang="en-US" sz="1350"/>
            </a:p>
          </p:txBody>
        </p:sp>
        <p:sp>
          <p:nvSpPr>
            <p:cNvPr id="460" name="Freeform: Shape 459">
              <a:extLst>
                <a:ext uri="{FF2B5EF4-FFF2-40B4-BE49-F238E27FC236}">
                  <a16:creationId xmlns:a16="http://schemas.microsoft.com/office/drawing/2014/main" id="{BA5923F2-9693-4E79-9A58-0EEFA9D10225}"/>
                </a:ext>
              </a:extLst>
            </p:cNvPr>
            <p:cNvSpPr/>
            <p:nvPr/>
          </p:nvSpPr>
          <p:spPr>
            <a:xfrm>
              <a:off x="5716" y="-2932"/>
              <a:ext cx="4074411" cy="1033003"/>
            </a:xfrm>
            <a:custGeom>
              <a:avLst/>
              <a:gdLst>
                <a:gd name="connsiteX0" fmla="*/ 4070729 w 4074411"/>
                <a:gd name="connsiteY0" fmla="*/ 1024624 h 1033003"/>
                <a:gd name="connsiteX1" fmla="*/ 4073015 w 4074411"/>
                <a:gd name="connsiteY1" fmla="*/ 1022847 h 1033003"/>
                <a:gd name="connsiteX2" fmla="*/ 0 w 4074411"/>
                <a:gd name="connsiteY2" fmla="*/ 0 h 1033003"/>
                <a:gd name="connsiteX3" fmla="*/ 0 w 4074411"/>
                <a:gd name="connsiteY3" fmla="*/ 10157 h 1033003"/>
                <a:gd name="connsiteX4" fmla="*/ 4068952 w 4074411"/>
                <a:gd name="connsiteY4" fmla="*/ 1032115 h 1033003"/>
                <a:gd name="connsiteX5" fmla="*/ 4072888 w 4074411"/>
                <a:gd name="connsiteY5" fmla="*/ 1033004 h 1033003"/>
                <a:gd name="connsiteX6" fmla="*/ 4074411 w 4074411"/>
                <a:gd name="connsiteY6" fmla="*/ 1033004 h 1033003"/>
                <a:gd name="connsiteX7" fmla="*/ 4070348 w 4074411"/>
                <a:gd name="connsiteY7" fmla="*/ 1031353 h 1033003"/>
                <a:gd name="connsiteX8" fmla="*/ 4070627 w 4074411"/>
                <a:gd name="connsiteY8" fmla="*/ 1024713 h 1033003"/>
                <a:gd name="connsiteX9" fmla="*/ 4070729 w 4074411"/>
                <a:gd name="connsiteY9" fmla="*/ 1024624 h 1033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4411" h="1033003">
                  <a:moveTo>
                    <a:pt x="4070729" y="1024624"/>
                  </a:moveTo>
                  <a:lnTo>
                    <a:pt x="4073015" y="1022847"/>
                  </a:lnTo>
                  <a:lnTo>
                    <a:pt x="0" y="0"/>
                  </a:lnTo>
                  <a:lnTo>
                    <a:pt x="0" y="10157"/>
                  </a:lnTo>
                  <a:lnTo>
                    <a:pt x="4068952" y="1032115"/>
                  </a:lnTo>
                  <a:lnTo>
                    <a:pt x="4072888" y="1033004"/>
                  </a:lnTo>
                  <a:lnTo>
                    <a:pt x="4074411" y="1033004"/>
                  </a:lnTo>
                  <a:cubicBezTo>
                    <a:pt x="4072888" y="1033004"/>
                    <a:pt x="4071440" y="1032407"/>
                    <a:pt x="4070348" y="1031353"/>
                  </a:cubicBezTo>
                  <a:cubicBezTo>
                    <a:pt x="4068596" y="1029449"/>
                    <a:pt x="4068723" y="1026478"/>
                    <a:pt x="4070627" y="1024713"/>
                  </a:cubicBezTo>
                  <a:cubicBezTo>
                    <a:pt x="4070666" y="1024688"/>
                    <a:pt x="4070691" y="1024649"/>
                    <a:pt x="4070729" y="1024624"/>
                  </a:cubicBezTo>
                  <a:close/>
                </a:path>
              </a:pathLst>
            </a:custGeom>
            <a:solidFill>
              <a:srgbClr val="000000"/>
            </a:solidFill>
            <a:ln w="12690" cap="flat">
              <a:noFill/>
              <a:prstDash val="solid"/>
              <a:miter/>
            </a:ln>
          </p:spPr>
          <p:txBody>
            <a:bodyPr rtlCol="0" anchor="ctr"/>
            <a:lstStyle/>
            <a:p>
              <a:endParaRPr lang="en-US" sz="1350"/>
            </a:p>
          </p:txBody>
        </p:sp>
        <p:sp>
          <p:nvSpPr>
            <p:cNvPr id="461" name="Freeform: Shape 460">
              <a:extLst>
                <a:ext uri="{FF2B5EF4-FFF2-40B4-BE49-F238E27FC236}">
                  <a16:creationId xmlns:a16="http://schemas.microsoft.com/office/drawing/2014/main" id="{3AD43E4F-7972-4C5F-BC2C-7FCB54D5254C}"/>
                </a:ext>
              </a:extLst>
            </p:cNvPr>
            <p:cNvSpPr/>
            <p:nvPr/>
          </p:nvSpPr>
          <p:spPr>
            <a:xfrm>
              <a:off x="4260930" y="879489"/>
              <a:ext cx="12696" cy="634"/>
            </a:xfrm>
            <a:custGeom>
              <a:avLst/>
              <a:gdLst>
                <a:gd name="connsiteX0" fmla="*/ 0 w 12696"/>
                <a:gd name="connsiteY0" fmla="*/ 635 h 634"/>
                <a:gd name="connsiteX1" fmla="*/ 0 w 12696"/>
                <a:gd name="connsiteY1" fmla="*/ 0 h 634"/>
                <a:gd name="connsiteX2" fmla="*/ 0 w 12696"/>
                <a:gd name="connsiteY2" fmla="*/ 0 h 634"/>
              </a:gdLst>
              <a:ahLst/>
              <a:cxnLst>
                <a:cxn ang="0">
                  <a:pos x="connsiteX0" y="connsiteY0"/>
                </a:cxn>
                <a:cxn ang="0">
                  <a:pos x="connsiteX1" y="connsiteY1"/>
                </a:cxn>
                <a:cxn ang="0">
                  <a:pos x="connsiteX2" y="connsiteY2"/>
                </a:cxn>
              </a:cxnLst>
              <a:rect l="l" t="t" r="r" b="b"/>
              <a:pathLst>
                <a:path w="12696" h="634">
                  <a:moveTo>
                    <a:pt x="0" y="635"/>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62" name="Freeform: Shape 461">
              <a:extLst>
                <a:ext uri="{FF2B5EF4-FFF2-40B4-BE49-F238E27FC236}">
                  <a16:creationId xmlns:a16="http://schemas.microsoft.com/office/drawing/2014/main" id="{EE81EAC6-A27B-4346-B097-B315BA65C034}"/>
                </a:ext>
              </a:extLst>
            </p:cNvPr>
            <p:cNvSpPr/>
            <p:nvPr/>
          </p:nvSpPr>
          <p:spPr>
            <a:xfrm>
              <a:off x="4261437" y="881266"/>
              <a:ext cx="12696" cy="761"/>
            </a:xfrm>
            <a:custGeom>
              <a:avLst/>
              <a:gdLst>
                <a:gd name="connsiteX0" fmla="*/ 0 w 12696"/>
                <a:gd name="connsiteY0" fmla="*/ 762 h 761"/>
                <a:gd name="connsiteX1" fmla="*/ 0 w 12696"/>
                <a:gd name="connsiteY1" fmla="*/ 0 h 761"/>
                <a:gd name="connsiteX2" fmla="*/ 0 w 12696"/>
                <a:gd name="connsiteY2" fmla="*/ 0 h 761"/>
                <a:gd name="connsiteX3" fmla="*/ 0 w 12696"/>
                <a:gd name="connsiteY3" fmla="*/ 762 h 761"/>
              </a:gdLst>
              <a:ahLst/>
              <a:cxnLst>
                <a:cxn ang="0">
                  <a:pos x="connsiteX0" y="connsiteY0"/>
                </a:cxn>
                <a:cxn ang="0">
                  <a:pos x="connsiteX1" y="connsiteY1"/>
                </a:cxn>
                <a:cxn ang="0">
                  <a:pos x="connsiteX2" y="connsiteY2"/>
                </a:cxn>
                <a:cxn ang="0">
                  <a:pos x="connsiteX3" y="connsiteY3"/>
                </a:cxn>
              </a:cxnLst>
              <a:rect l="l" t="t" r="r" b="b"/>
              <a:pathLst>
                <a:path w="12696" h="761">
                  <a:moveTo>
                    <a:pt x="0" y="762"/>
                  </a:moveTo>
                  <a:cubicBezTo>
                    <a:pt x="0" y="762"/>
                    <a:pt x="0" y="762"/>
                    <a:pt x="0" y="0"/>
                  </a:cubicBezTo>
                  <a:lnTo>
                    <a:pt x="0" y="0"/>
                  </a:lnTo>
                  <a:cubicBezTo>
                    <a:pt x="0" y="0"/>
                    <a:pt x="0" y="635"/>
                    <a:pt x="0" y="762"/>
                  </a:cubicBezTo>
                  <a:close/>
                </a:path>
              </a:pathLst>
            </a:custGeom>
            <a:solidFill>
              <a:srgbClr val="000000"/>
            </a:solidFill>
            <a:ln w="12690" cap="flat">
              <a:noFill/>
              <a:prstDash val="solid"/>
              <a:miter/>
            </a:ln>
          </p:spPr>
          <p:txBody>
            <a:bodyPr rtlCol="0" anchor="ctr"/>
            <a:lstStyle/>
            <a:p>
              <a:endParaRPr lang="en-US" sz="1350"/>
            </a:p>
          </p:txBody>
        </p:sp>
        <p:sp>
          <p:nvSpPr>
            <p:cNvPr id="463" name="Freeform: Shape 462">
              <a:extLst>
                <a:ext uri="{FF2B5EF4-FFF2-40B4-BE49-F238E27FC236}">
                  <a16:creationId xmlns:a16="http://schemas.microsoft.com/office/drawing/2014/main" id="{25F2C9C1-1BC2-4FC9-8897-59614DD34C59}"/>
                </a:ext>
              </a:extLst>
            </p:cNvPr>
            <p:cNvSpPr/>
            <p:nvPr/>
          </p:nvSpPr>
          <p:spPr>
            <a:xfrm>
              <a:off x="4258390" y="878727"/>
              <a:ext cx="761" cy="12696"/>
            </a:xfrm>
            <a:custGeom>
              <a:avLst/>
              <a:gdLst>
                <a:gd name="connsiteX0" fmla="*/ 762 w 761"/>
                <a:gd name="connsiteY0" fmla="*/ 0 h 12696"/>
                <a:gd name="connsiteX1" fmla="*/ 0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812" name="Freeform 811">
              <a:extLst>
                <a:ext uri="{FF2B5EF4-FFF2-40B4-BE49-F238E27FC236}">
                  <a16:creationId xmlns:a16="http://schemas.microsoft.com/office/drawing/2014/main" id="{50B8F123-EE23-99D3-DF8D-303C7DB6546B}"/>
                </a:ext>
              </a:extLst>
            </p:cNvPr>
            <p:cNvSpPr/>
            <p:nvPr/>
          </p:nvSpPr>
          <p:spPr>
            <a:xfrm>
              <a:off x="678430" y="-12696"/>
              <a:ext cx="3578310" cy="897391"/>
            </a:xfrm>
            <a:custGeom>
              <a:avLst/>
              <a:gdLst>
                <a:gd name="connsiteX0" fmla="*/ 0 w 3578310"/>
                <a:gd name="connsiteY0" fmla="*/ 0 h 897391"/>
                <a:gd name="connsiteX1" fmla="*/ 39959 w 3578310"/>
                <a:gd name="connsiteY1" fmla="*/ 0 h 897391"/>
                <a:gd name="connsiteX2" fmla="*/ 3578310 w 3578310"/>
                <a:gd name="connsiteY2" fmla="*/ 890788 h 897391"/>
                <a:gd name="connsiteX3" fmla="*/ 3577168 w 3578310"/>
                <a:gd name="connsiteY3" fmla="*/ 890788 h 897391"/>
                <a:gd name="connsiteX4" fmla="*/ 3575136 w 3578310"/>
                <a:gd name="connsiteY4" fmla="*/ 890788 h 897391"/>
                <a:gd name="connsiteX5" fmla="*/ 3573993 w 3578310"/>
                <a:gd name="connsiteY5" fmla="*/ 891423 h 897391"/>
                <a:gd name="connsiteX6" fmla="*/ 3566629 w 3578310"/>
                <a:gd name="connsiteY6" fmla="*/ 897391 h 8973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78310" h="897391">
                  <a:moveTo>
                    <a:pt x="0" y="0"/>
                  </a:moveTo>
                  <a:lnTo>
                    <a:pt x="39959" y="0"/>
                  </a:lnTo>
                  <a:lnTo>
                    <a:pt x="3578310" y="890788"/>
                  </a:lnTo>
                  <a:lnTo>
                    <a:pt x="3577168" y="890788"/>
                  </a:lnTo>
                  <a:lnTo>
                    <a:pt x="3575136" y="890788"/>
                  </a:lnTo>
                  <a:lnTo>
                    <a:pt x="3573993" y="891423"/>
                  </a:lnTo>
                  <a:lnTo>
                    <a:pt x="3566629" y="897391"/>
                  </a:lnTo>
                  <a:close/>
                </a:path>
              </a:pathLst>
            </a:custGeom>
            <a:solidFill>
              <a:srgbClr val="000000"/>
            </a:solidFill>
            <a:ln w="12690" cap="flat">
              <a:noFill/>
              <a:prstDash val="solid"/>
              <a:miter/>
            </a:ln>
          </p:spPr>
          <p:txBody>
            <a:bodyPr wrap="square" rtlCol="0" anchor="ctr">
              <a:noAutofit/>
            </a:bodyPr>
            <a:lstStyle/>
            <a:p>
              <a:endParaRPr lang="en-US" sz="1350"/>
            </a:p>
          </p:txBody>
        </p:sp>
        <p:sp>
          <p:nvSpPr>
            <p:cNvPr id="465" name="Freeform: Shape 464">
              <a:extLst>
                <a:ext uri="{FF2B5EF4-FFF2-40B4-BE49-F238E27FC236}">
                  <a16:creationId xmlns:a16="http://schemas.microsoft.com/office/drawing/2014/main" id="{2492A7ED-719D-4B95-A2CB-7D4D6C02A3DC}"/>
                </a:ext>
              </a:extLst>
            </p:cNvPr>
            <p:cNvSpPr/>
            <p:nvPr/>
          </p:nvSpPr>
          <p:spPr>
            <a:xfrm>
              <a:off x="4258263" y="877838"/>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466" name="Freeform: Shape 465">
              <a:extLst>
                <a:ext uri="{FF2B5EF4-FFF2-40B4-BE49-F238E27FC236}">
                  <a16:creationId xmlns:a16="http://schemas.microsoft.com/office/drawing/2014/main" id="{3CA4CE9F-2651-4818-8DA5-9CCD41469892}"/>
                </a:ext>
              </a:extLst>
            </p:cNvPr>
            <p:cNvSpPr/>
            <p:nvPr/>
          </p:nvSpPr>
          <p:spPr>
            <a:xfrm>
              <a:off x="4256105" y="877457"/>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467" name="Freeform: Shape 466">
              <a:extLst>
                <a:ext uri="{FF2B5EF4-FFF2-40B4-BE49-F238E27FC236}">
                  <a16:creationId xmlns:a16="http://schemas.microsoft.com/office/drawing/2014/main" id="{EACB584D-4529-45F6-BE06-8F4B5908E333}"/>
                </a:ext>
              </a:extLst>
            </p:cNvPr>
            <p:cNvSpPr/>
            <p:nvPr/>
          </p:nvSpPr>
          <p:spPr>
            <a:xfrm>
              <a:off x="4261056" y="880632"/>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68" name="Freeform: Shape 467">
              <a:extLst>
                <a:ext uri="{FF2B5EF4-FFF2-40B4-BE49-F238E27FC236}">
                  <a16:creationId xmlns:a16="http://schemas.microsoft.com/office/drawing/2014/main" id="{73D371AF-04EE-4333-A193-9FA99F5D2570}"/>
                </a:ext>
              </a:extLst>
            </p:cNvPr>
            <p:cNvSpPr/>
            <p:nvPr/>
          </p:nvSpPr>
          <p:spPr>
            <a:xfrm>
              <a:off x="4259406" y="878981"/>
              <a:ext cx="635" cy="12696"/>
            </a:xfrm>
            <a:custGeom>
              <a:avLst/>
              <a:gdLst>
                <a:gd name="connsiteX0" fmla="*/ 635 w 635"/>
                <a:gd name="connsiteY0" fmla="*/ 0 h 12696"/>
                <a:gd name="connsiteX1" fmla="*/ 635 w 635"/>
                <a:gd name="connsiteY1" fmla="*/ 0 h 12696"/>
                <a:gd name="connsiteX2" fmla="*/ 0 w 635"/>
                <a:gd name="connsiteY2" fmla="*/ 0 h 12696"/>
              </a:gdLst>
              <a:ahLst/>
              <a:cxnLst>
                <a:cxn ang="0">
                  <a:pos x="connsiteX0" y="connsiteY0"/>
                </a:cxn>
                <a:cxn ang="0">
                  <a:pos x="connsiteX1" y="connsiteY1"/>
                </a:cxn>
                <a:cxn ang="0">
                  <a:pos x="connsiteX2" y="connsiteY2"/>
                </a:cxn>
              </a:cxnLst>
              <a:rect l="l" t="t" r="r" b="b"/>
              <a:pathLst>
                <a:path w="635" h="12696">
                  <a:moveTo>
                    <a:pt x="635" y="0"/>
                  </a:moveTo>
                  <a:lnTo>
                    <a:pt x="635"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69" name="Freeform: Shape 468">
              <a:extLst>
                <a:ext uri="{FF2B5EF4-FFF2-40B4-BE49-F238E27FC236}">
                  <a16:creationId xmlns:a16="http://schemas.microsoft.com/office/drawing/2014/main" id="{AF992755-64B5-4176-BC40-24C03AC066DC}"/>
                </a:ext>
              </a:extLst>
            </p:cNvPr>
            <p:cNvSpPr/>
            <p:nvPr/>
          </p:nvSpPr>
          <p:spPr>
            <a:xfrm>
              <a:off x="4250645" y="881647"/>
              <a:ext cx="10726" cy="109197"/>
            </a:xfrm>
            <a:custGeom>
              <a:avLst/>
              <a:gdLst>
                <a:gd name="connsiteX0" fmla="*/ 10666 w 10726"/>
                <a:gd name="connsiteY0" fmla="*/ 0 h 109197"/>
                <a:gd name="connsiteX1" fmla="*/ 9015 w 10726"/>
                <a:gd name="connsiteY1" fmla="*/ 4317 h 109197"/>
                <a:gd name="connsiteX2" fmla="*/ 0 w 10726"/>
                <a:gd name="connsiteY2" fmla="*/ 11681 h 109197"/>
                <a:gd name="connsiteX3" fmla="*/ 0 w 10726"/>
                <a:gd name="connsiteY3" fmla="*/ 104240 h 109197"/>
                <a:gd name="connsiteX4" fmla="*/ 5447 w 10726"/>
                <a:gd name="connsiteY4" fmla="*/ 109192 h 109197"/>
                <a:gd name="connsiteX5" fmla="*/ 5460 w 10726"/>
                <a:gd name="connsiteY5" fmla="*/ 109192 h 109197"/>
                <a:gd name="connsiteX6" fmla="*/ 9142 w 10726"/>
                <a:gd name="connsiteY6" fmla="*/ 107795 h 109197"/>
                <a:gd name="connsiteX7" fmla="*/ 9904 w 10726"/>
                <a:gd name="connsiteY7" fmla="*/ 106906 h 109197"/>
                <a:gd name="connsiteX8" fmla="*/ 9904 w 10726"/>
                <a:gd name="connsiteY8" fmla="*/ 106906 h 109197"/>
                <a:gd name="connsiteX9" fmla="*/ 9904 w 10726"/>
                <a:gd name="connsiteY9" fmla="*/ 106018 h 109197"/>
                <a:gd name="connsiteX10" fmla="*/ 9904 w 10726"/>
                <a:gd name="connsiteY10" fmla="*/ 105002 h 109197"/>
                <a:gd name="connsiteX11" fmla="*/ 9904 w 10726"/>
                <a:gd name="connsiteY11" fmla="*/ 105002 h 109197"/>
                <a:gd name="connsiteX12" fmla="*/ 9904 w 10726"/>
                <a:gd name="connsiteY12" fmla="*/ 381 h 109197"/>
                <a:gd name="connsiteX13" fmla="*/ 10666 w 10726"/>
                <a:gd name="connsiteY13" fmla="*/ 0 h 109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726" h="109197">
                  <a:moveTo>
                    <a:pt x="10666" y="0"/>
                  </a:moveTo>
                  <a:cubicBezTo>
                    <a:pt x="10932" y="1638"/>
                    <a:pt x="10310" y="3288"/>
                    <a:pt x="9015" y="4317"/>
                  </a:cubicBezTo>
                  <a:lnTo>
                    <a:pt x="0" y="11681"/>
                  </a:lnTo>
                  <a:lnTo>
                    <a:pt x="0" y="104240"/>
                  </a:lnTo>
                  <a:cubicBezTo>
                    <a:pt x="140" y="107109"/>
                    <a:pt x="2577" y="109331"/>
                    <a:pt x="5447" y="109192"/>
                  </a:cubicBezTo>
                  <a:cubicBezTo>
                    <a:pt x="5447" y="109192"/>
                    <a:pt x="5460" y="109192"/>
                    <a:pt x="5460" y="109192"/>
                  </a:cubicBezTo>
                  <a:cubicBezTo>
                    <a:pt x="6806" y="109141"/>
                    <a:pt x="8101" y="108646"/>
                    <a:pt x="9142" y="107795"/>
                  </a:cubicBezTo>
                  <a:lnTo>
                    <a:pt x="9904" y="106906"/>
                  </a:lnTo>
                  <a:lnTo>
                    <a:pt x="9904" y="106906"/>
                  </a:lnTo>
                  <a:cubicBezTo>
                    <a:pt x="9955" y="106614"/>
                    <a:pt x="9955" y="106310"/>
                    <a:pt x="9904" y="106018"/>
                  </a:cubicBezTo>
                  <a:cubicBezTo>
                    <a:pt x="9980" y="105687"/>
                    <a:pt x="9980" y="105332"/>
                    <a:pt x="9904" y="105002"/>
                  </a:cubicBezTo>
                  <a:lnTo>
                    <a:pt x="9904" y="105002"/>
                  </a:lnTo>
                  <a:lnTo>
                    <a:pt x="9904" y="381"/>
                  </a:lnTo>
                  <a:cubicBezTo>
                    <a:pt x="9904" y="381"/>
                    <a:pt x="10666" y="127"/>
                    <a:pt x="10666" y="0"/>
                  </a:cubicBezTo>
                  <a:close/>
                </a:path>
              </a:pathLst>
            </a:custGeom>
            <a:solidFill>
              <a:srgbClr val="000000"/>
            </a:solidFill>
            <a:ln w="12690" cap="flat">
              <a:noFill/>
              <a:prstDash val="solid"/>
              <a:miter/>
            </a:ln>
          </p:spPr>
          <p:txBody>
            <a:bodyPr rtlCol="0" anchor="ctr"/>
            <a:lstStyle/>
            <a:p>
              <a:endParaRPr lang="en-US" sz="1350"/>
            </a:p>
          </p:txBody>
        </p:sp>
        <p:sp>
          <p:nvSpPr>
            <p:cNvPr id="470" name="Freeform: Shape 469">
              <a:extLst>
                <a:ext uri="{FF2B5EF4-FFF2-40B4-BE49-F238E27FC236}">
                  <a16:creationId xmlns:a16="http://schemas.microsoft.com/office/drawing/2014/main" id="{5993AA16-81FD-4D1B-95D8-C46937945B61}"/>
                </a:ext>
              </a:extLst>
            </p:cNvPr>
            <p:cNvSpPr/>
            <p:nvPr/>
          </p:nvSpPr>
          <p:spPr>
            <a:xfrm>
              <a:off x="4075526" y="877457"/>
              <a:ext cx="186480" cy="152233"/>
            </a:xfrm>
            <a:custGeom>
              <a:avLst/>
              <a:gdLst>
                <a:gd name="connsiteX0" fmla="*/ 180706 w 186480"/>
                <a:gd name="connsiteY0" fmla="*/ 0 h 152233"/>
                <a:gd name="connsiteX1" fmla="*/ 178674 w 186480"/>
                <a:gd name="connsiteY1" fmla="*/ 0 h 152233"/>
                <a:gd name="connsiteX2" fmla="*/ 177532 w 186480"/>
                <a:gd name="connsiteY2" fmla="*/ 635 h 152233"/>
                <a:gd name="connsiteX3" fmla="*/ 177532 w 186480"/>
                <a:gd name="connsiteY3" fmla="*/ 635 h 152233"/>
                <a:gd name="connsiteX4" fmla="*/ 170168 w 186480"/>
                <a:gd name="connsiteY4" fmla="*/ 6602 h 152233"/>
                <a:gd name="connsiteX5" fmla="*/ 3839 w 186480"/>
                <a:gd name="connsiteY5" fmla="*/ 141822 h 152233"/>
                <a:gd name="connsiteX6" fmla="*/ 1554 w 186480"/>
                <a:gd name="connsiteY6" fmla="*/ 143600 h 152233"/>
                <a:gd name="connsiteX7" fmla="*/ 1211 w 186480"/>
                <a:gd name="connsiteY7" fmla="*/ 150240 h 152233"/>
                <a:gd name="connsiteX8" fmla="*/ 1554 w 186480"/>
                <a:gd name="connsiteY8" fmla="*/ 150583 h 152233"/>
                <a:gd name="connsiteX9" fmla="*/ 5617 w 186480"/>
                <a:gd name="connsiteY9" fmla="*/ 152234 h 152233"/>
                <a:gd name="connsiteX10" fmla="*/ 8918 w 186480"/>
                <a:gd name="connsiteY10" fmla="*/ 151091 h 152233"/>
                <a:gd name="connsiteX11" fmla="*/ 8918 w 186480"/>
                <a:gd name="connsiteY11" fmla="*/ 151091 h 152233"/>
                <a:gd name="connsiteX12" fmla="*/ 10695 w 186480"/>
                <a:gd name="connsiteY12" fmla="*/ 149567 h 152233"/>
                <a:gd name="connsiteX13" fmla="*/ 175754 w 186480"/>
                <a:gd name="connsiteY13" fmla="*/ 15363 h 152233"/>
                <a:gd name="connsiteX14" fmla="*/ 184769 w 186480"/>
                <a:gd name="connsiteY14" fmla="*/ 7999 h 152233"/>
                <a:gd name="connsiteX15" fmla="*/ 186419 w 186480"/>
                <a:gd name="connsiteY15" fmla="*/ 3682 h 152233"/>
                <a:gd name="connsiteX16" fmla="*/ 186419 w 186480"/>
                <a:gd name="connsiteY16" fmla="*/ 3682 h 152233"/>
                <a:gd name="connsiteX17" fmla="*/ 186419 w 186480"/>
                <a:gd name="connsiteY17" fmla="*/ 3047 h 152233"/>
                <a:gd name="connsiteX18" fmla="*/ 186419 w 186480"/>
                <a:gd name="connsiteY18" fmla="*/ 2032 h 152233"/>
                <a:gd name="connsiteX19" fmla="*/ 186419 w 186480"/>
                <a:gd name="connsiteY19" fmla="*/ 2032 h 152233"/>
                <a:gd name="connsiteX20" fmla="*/ 186419 w 186480"/>
                <a:gd name="connsiteY20" fmla="*/ 2032 h 152233"/>
                <a:gd name="connsiteX21" fmla="*/ 186419 w 186480"/>
                <a:gd name="connsiteY21" fmla="*/ 2032 h 152233"/>
                <a:gd name="connsiteX22" fmla="*/ 185404 w 186480"/>
                <a:gd name="connsiteY22" fmla="*/ 2032 h 152233"/>
                <a:gd name="connsiteX23" fmla="*/ 185404 w 186480"/>
                <a:gd name="connsiteY23" fmla="*/ 2032 h 152233"/>
                <a:gd name="connsiteX24" fmla="*/ 184769 w 186480"/>
                <a:gd name="connsiteY24" fmla="*/ 2032 h 152233"/>
                <a:gd name="connsiteX25" fmla="*/ 183880 w 186480"/>
                <a:gd name="connsiteY25" fmla="*/ 2032 h 1522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6480" h="152233">
                  <a:moveTo>
                    <a:pt x="180706" y="0"/>
                  </a:moveTo>
                  <a:lnTo>
                    <a:pt x="178674" y="0"/>
                  </a:lnTo>
                  <a:lnTo>
                    <a:pt x="177532" y="635"/>
                  </a:lnTo>
                  <a:lnTo>
                    <a:pt x="177532" y="635"/>
                  </a:lnTo>
                  <a:lnTo>
                    <a:pt x="170168" y="6602"/>
                  </a:lnTo>
                  <a:lnTo>
                    <a:pt x="3839" y="141822"/>
                  </a:lnTo>
                  <a:lnTo>
                    <a:pt x="1554" y="143600"/>
                  </a:lnTo>
                  <a:cubicBezTo>
                    <a:pt x="-376" y="145339"/>
                    <a:pt x="-529" y="148310"/>
                    <a:pt x="1211" y="150240"/>
                  </a:cubicBezTo>
                  <a:cubicBezTo>
                    <a:pt x="1312" y="150355"/>
                    <a:pt x="1427" y="150469"/>
                    <a:pt x="1554" y="150583"/>
                  </a:cubicBezTo>
                  <a:cubicBezTo>
                    <a:pt x="2646" y="151637"/>
                    <a:pt x="4106" y="152234"/>
                    <a:pt x="5617" y="152234"/>
                  </a:cubicBezTo>
                  <a:cubicBezTo>
                    <a:pt x="6810" y="152183"/>
                    <a:pt x="7953" y="151789"/>
                    <a:pt x="8918" y="151091"/>
                  </a:cubicBezTo>
                  <a:lnTo>
                    <a:pt x="8918" y="151091"/>
                  </a:lnTo>
                  <a:lnTo>
                    <a:pt x="10695" y="149567"/>
                  </a:lnTo>
                  <a:lnTo>
                    <a:pt x="175754" y="15363"/>
                  </a:lnTo>
                  <a:lnTo>
                    <a:pt x="184769" y="7999"/>
                  </a:lnTo>
                  <a:cubicBezTo>
                    <a:pt x="186064" y="6971"/>
                    <a:pt x="186686" y="5320"/>
                    <a:pt x="186419" y="3682"/>
                  </a:cubicBezTo>
                  <a:lnTo>
                    <a:pt x="186419" y="3682"/>
                  </a:lnTo>
                  <a:cubicBezTo>
                    <a:pt x="186419" y="3682"/>
                    <a:pt x="186419" y="3682"/>
                    <a:pt x="186419" y="3047"/>
                  </a:cubicBezTo>
                  <a:cubicBezTo>
                    <a:pt x="186457" y="2705"/>
                    <a:pt x="186457" y="2374"/>
                    <a:pt x="186419" y="2032"/>
                  </a:cubicBezTo>
                  <a:lnTo>
                    <a:pt x="186419" y="2032"/>
                  </a:lnTo>
                  <a:lnTo>
                    <a:pt x="186419" y="2032"/>
                  </a:lnTo>
                  <a:lnTo>
                    <a:pt x="186419" y="2032"/>
                  </a:lnTo>
                  <a:lnTo>
                    <a:pt x="185404" y="2032"/>
                  </a:lnTo>
                  <a:lnTo>
                    <a:pt x="185404" y="2032"/>
                  </a:lnTo>
                  <a:lnTo>
                    <a:pt x="184769" y="2032"/>
                  </a:lnTo>
                  <a:lnTo>
                    <a:pt x="183880" y="2032"/>
                  </a:lnTo>
                  <a:close/>
                </a:path>
              </a:pathLst>
            </a:custGeom>
            <a:solidFill>
              <a:srgbClr val="000000"/>
            </a:solidFill>
            <a:ln w="12690" cap="flat">
              <a:noFill/>
              <a:prstDash val="solid"/>
              <a:miter/>
            </a:ln>
          </p:spPr>
          <p:txBody>
            <a:bodyPr rtlCol="0" anchor="ctr"/>
            <a:lstStyle/>
            <a:p>
              <a:endParaRPr lang="en-US" sz="1350"/>
            </a:p>
          </p:txBody>
        </p:sp>
        <p:sp>
          <p:nvSpPr>
            <p:cNvPr id="471" name="Freeform: Shape 470">
              <a:extLst>
                <a:ext uri="{FF2B5EF4-FFF2-40B4-BE49-F238E27FC236}">
                  <a16:creationId xmlns:a16="http://schemas.microsoft.com/office/drawing/2014/main" id="{8EE3622B-32AF-4A35-96CA-AF688ADDCA6E}"/>
                </a:ext>
              </a:extLst>
            </p:cNvPr>
            <p:cNvSpPr/>
            <p:nvPr/>
          </p:nvSpPr>
          <p:spPr>
            <a:xfrm>
              <a:off x="5459256" y="1332127"/>
              <a:ext cx="94464" cy="128236"/>
            </a:xfrm>
            <a:custGeom>
              <a:avLst/>
              <a:gdLst>
                <a:gd name="connsiteX0" fmla="*/ 90020 w 94464"/>
                <a:gd name="connsiteY0" fmla="*/ 6348 h 128236"/>
                <a:gd name="connsiteX1" fmla="*/ 84561 w 94464"/>
                <a:gd name="connsiteY1" fmla="*/ 1524 h 128236"/>
                <a:gd name="connsiteX2" fmla="*/ 84561 w 94464"/>
                <a:gd name="connsiteY2" fmla="*/ 0 h 128236"/>
                <a:gd name="connsiteX3" fmla="*/ 1016 w 94464"/>
                <a:gd name="connsiteY3" fmla="*/ 109826 h 128236"/>
                <a:gd name="connsiteX4" fmla="*/ 1016 w 94464"/>
                <a:gd name="connsiteY4" fmla="*/ 126459 h 128236"/>
                <a:gd name="connsiteX5" fmla="*/ 1016 w 94464"/>
                <a:gd name="connsiteY5" fmla="*/ 126459 h 128236"/>
                <a:gd name="connsiteX6" fmla="*/ 0 w 94464"/>
                <a:gd name="connsiteY6" fmla="*/ 128237 h 128236"/>
                <a:gd name="connsiteX7" fmla="*/ 0 w 94464"/>
                <a:gd name="connsiteY7" fmla="*/ 128237 h 128236"/>
                <a:gd name="connsiteX8" fmla="*/ 94464 w 94464"/>
                <a:gd name="connsiteY8" fmla="*/ 4698 h 128236"/>
                <a:gd name="connsiteX9" fmla="*/ 90020 w 94464"/>
                <a:gd name="connsiteY9" fmla="*/ 6348 h 128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4464" h="128236">
                  <a:moveTo>
                    <a:pt x="90020" y="6348"/>
                  </a:moveTo>
                  <a:cubicBezTo>
                    <a:pt x="87189" y="6488"/>
                    <a:pt x="84764" y="4355"/>
                    <a:pt x="84561" y="1524"/>
                  </a:cubicBezTo>
                  <a:lnTo>
                    <a:pt x="84561" y="0"/>
                  </a:lnTo>
                  <a:lnTo>
                    <a:pt x="1016" y="109826"/>
                  </a:lnTo>
                  <a:lnTo>
                    <a:pt x="1016" y="126459"/>
                  </a:lnTo>
                  <a:cubicBezTo>
                    <a:pt x="1016" y="126459"/>
                    <a:pt x="1016" y="126459"/>
                    <a:pt x="1016" y="126459"/>
                  </a:cubicBezTo>
                  <a:cubicBezTo>
                    <a:pt x="800" y="127119"/>
                    <a:pt x="457" y="127716"/>
                    <a:pt x="0" y="128237"/>
                  </a:cubicBezTo>
                  <a:lnTo>
                    <a:pt x="0" y="128237"/>
                  </a:lnTo>
                  <a:lnTo>
                    <a:pt x="94464" y="4698"/>
                  </a:lnTo>
                  <a:cubicBezTo>
                    <a:pt x="93335" y="5929"/>
                    <a:pt x="91684" y="6539"/>
                    <a:pt x="90020" y="6348"/>
                  </a:cubicBezTo>
                  <a:close/>
                </a:path>
              </a:pathLst>
            </a:custGeom>
            <a:solidFill>
              <a:srgbClr val="000000"/>
            </a:solidFill>
            <a:ln w="12690" cap="flat">
              <a:noFill/>
              <a:prstDash val="solid"/>
              <a:miter/>
            </a:ln>
          </p:spPr>
          <p:txBody>
            <a:bodyPr rtlCol="0" anchor="ctr"/>
            <a:lstStyle/>
            <a:p>
              <a:endParaRPr lang="en-US" sz="1350"/>
            </a:p>
          </p:txBody>
        </p:sp>
        <p:sp>
          <p:nvSpPr>
            <p:cNvPr id="472" name="Freeform: Shape 471">
              <a:extLst>
                <a:ext uri="{FF2B5EF4-FFF2-40B4-BE49-F238E27FC236}">
                  <a16:creationId xmlns:a16="http://schemas.microsoft.com/office/drawing/2014/main" id="{F125A9B1-DF13-4FB5-A4AC-499B6143DAFF}"/>
                </a:ext>
              </a:extLst>
            </p:cNvPr>
            <p:cNvSpPr/>
            <p:nvPr/>
          </p:nvSpPr>
          <p:spPr>
            <a:xfrm>
              <a:off x="4374058" y="1257597"/>
              <a:ext cx="1080246" cy="204416"/>
            </a:xfrm>
            <a:custGeom>
              <a:avLst/>
              <a:gdLst>
                <a:gd name="connsiteX0" fmla="*/ 1075421 w 1080246"/>
                <a:gd name="connsiteY0" fmla="*/ 199592 h 204416"/>
                <a:gd name="connsiteX1" fmla="*/ 1075421 w 1080246"/>
                <a:gd name="connsiteY1" fmla="*/ 193498 h 204416"/>
                <a:gd name="connsiteX2" fmla="*/ 6983 w 1080246"/>
                <a:gd name="connsiteY2" fmla="*/ 0 h 204416"/>
                <a:gd name="connsiteX3" fmla="*/ 6983 w 1080246"/>
                <a:gd name="connsiteY3" fmla="*/ 4063 h 204416"/>
                <a:gd name="connsiteX4" fmla="*/ 1663 w 1080246"/>
                <a:gd name="connsiteY4" fmla="*/ 8887 h 204416"/>
                <a:gd name="connsiteX5" fmla="*/ 1651 w 1080246"/>
                <a:gd name="connsiteY5" fmla="*/ 8887 h 204416"/>
                <a:gd name="connsiteX6" fmla="*/ 0 w 1080246"/>
                <a:gd name="connsiteY6" fmla="*/ 8887 h 204416"/>
                <a:gd name="connsiteX7" fmla="*/ 0 w 1080246"/>
                <a:gd name="connsiteY7" fmla="*/ 8887 h 204416"/>
                <a:gd name="connsiteX8" fmla="*/ 1079230 w 1080246"/>
                <a:gd name="connsiteY8" fmla="*/ 204417 h 204416"/>
                <a:gd name="connsiteX9" fmla="*/ 1080246 w 1080246"/>
                <a:gd name="connsiteY9" fmla="*/ 204417 h 204416"/>
                <a:gd name="connsiteX10" fmla="*/ 1075421 w 1080246"/>
                <a:gd name="connsiteY10" fmla="*/ 199592 h 2044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80246" h="204416">
                  <a:moveTo>
                    <a:pt x="1075421" y="199592"/>
                  </a:moveTo>
                  <a:lnTo>
                    <a:pt x="1075421" y="193498"/>
                  </a:lnTo>
                  <a:lnTo>
                    <a:pt x="6983" y="0"/>
                  </a:lnTo>
                  <a:lnTo>
                    <a:pt x="6983" y="4063"/>
                  </a:lnTo>
                  <a:cubicBezTo>
                    <a:pt x="6844" y="6869"/>
                    <a:pt x="4470" y="9027"/>
                    <a:pt x="1663" y="8887"/>
                  </a:cubicBezTo>
                  <a:cubicBezTo>
                    <a:pt x="1663" y="8887"/>
                    <a:pt x="1651" y="8887"/>
                    <a:pt x="1651" y="8887"/>
                  </a:cubicBezTo>
                  <a:lnTo>
                    <a:pt x="0" y="8887"/>
                  </a:lnTo>
                  <a:lnTo>
                    <a:pt x="0" y="8887"/>
                  </a:lnTo>
                  <a:lnTo>
                    <a:pt x="1079230" y="204417"/>
                  </a:lnTo>
                  <a:lnTo>
                    <a:pt x="1080246" y="204417"/>
                  </a:lnTo>
                  <a:cubicBezTo>
                    <a:pt x="1077631" y="204290"/>
                    <a:pt x="1075548" y="202208"/>
                    <a:pt x="1075421" y="199592"/>
                  </a:cubicBezTo>
                  <a:close/>
                </a:path>
              </a:pathLst>
            </a:custGeom>
            <a:solidFill>
              <a:srgbClr val="000000"/>
            </a:solidFill>
            <a:ln w="12690" cap="flat">
              <a:noFill/>
              <a:prstDash val="solid"/>
              <a:miter/>
            </a:ln>
          </p:spPr>
          <p:txBody>
            <a:bodyPr rtlCol="0" anchor="ctr"/>
            <a:lstStyle/>
            <a:p>
              <a:endParaRPr lang="en-US" sz="1350"/>
            </a:p>
          </p:txBody>
        </p:sp>
        <p:sp>
          <p:nvSpPr>
            <p:cNvPr id="473" name="Freeform: Shape 472">
              <a:extLst>
                <a:ext uri="{FF2B5EF4-FFF2-40B4-BE49-F238E27FC236}">
                  <a16:creationId xmlns:a16="http://schemas.microsoft.com/office/drawing/2014/main" id="{BA7E8F16-EE6A-4945-986B-1EEFE520CC5E}"/>
                </a:ext>
              </a:extLst>
            </p:cNvPr>
            <p:cNvSpPr/>
            <p:nvPr/>
          </p:nvSpPr>
          <p:spPr>
            <a:xfrm>
              <a:off x="5460145" y="1458078"/>
              <a:ext cx="12696" cy="988"/>
            </a:xfrm>
            <a:custGeom>
              <a:avLst/>
              <a:gdLst>
                <a:gd name="connsiteX0" fmla="*/ 0 w 12696"/>
                <a:gd name="connsiteY0" fmla="*/ 0 h 988"/>
                <a:gd name="connsiteX1" fmla="*/ 0 w 12696"/>
                <a:gd name="connsiteY1" fmla="*/ 0 h 988"/>
                <a:gd name="connsiteX2" fmla="*/ 0 w 12696"/>
                <a:gd name="connsiteY2" fmla="*/ 762 h 988"/>
                <a:gd name="connsiteX3" fmla="*/ 0 w 12696"/>
                <a:gd name="connsiteY3" fmla="*/ 0 h 988"/>
              </a:gdLst>
              <a:ahLst/>
              <a:cxnLst>
                <a:cxn ang="0">
                  <a:pos x="connsiteX0" y="connsiteY0"/>
                </a:cxn>
                <a:cxn ang="0">
                  <a:pos x="connsiteX1" y="connsiteY1"/>
                </a:cxn>
                <a:cxn ang="0">
                  <a:pos x="connsiteX2" y="connsiteY2"/>
                </a:cxn>
                <a:cxn ang="0">
                  <a:pos x="connsiteX3" y="connsiteY3"/>
                </a:cxn>
              </a:cxnLst>
              <a:rect l="l" t="t" r="r" b="b"/>
              <a:pathLst>
                <a:path w="12696" h="988">
                  <a:moveTo>
                    <a:pt x="0" y="0"/>
                  </a:moveTo>
                  <a:lnTo>
                    <a:pt x="0" y="0"/>
                  </a:lnTo>
                  <a:cubicBezTo>
                    <a:pt x="0" y="0"/>
                    <a:pt x="0" y="0"/>
                    <a:pt x="0" y="762"/>
                  </a:cubicBezTo>
                  <a:cubicBezTo>
                    <a:pt x="0" y="1524"/>
                    <a:pt x="0" y="127"/>
                    <a:pt x="0" y="0"/>
                  </a:cubicBezTo>
                  <a:close/>
                </a:path>
              </a:pathLst>
            </a:custGeom>
            <a:solidFill>
              <a:srgbClr val="000000"/>
            </a:solidFill>
            <a:ln w="12690" cap="flat">
              <a:noFill/>
              <a:prstDash val="solid"/>
              <a:miter/>
            </a:ln>
          </p:spPr>
          <p:txBody>
            <a:bodyPr rtlCol="0" anchor="ctr"/>
            <a:lstStyle/>
            <a:p>
              <a:endParaRPr lang="en-US" sz="1350"/>
            </a:p>
          </p:txBody>
        </p:sp>
        <p:sp>
          <p:nvSpPr>
            <p:cNvPr id="474" name="Freeform: Shape 473">
              <a:extLst>
                <a:ext uri="{FF2B5EF4-FFF2-40B4-BE49-F238E27FC236}">
                  <a16:creationId xmlns:a16="http://schemas.microsoft.com/office/drawing/2014/main" id="{99562970-C81E-4B6C-B8D0-84B278460B13}"/>
                </a:ext>
              </a:extLst>
            </p:cNvPr>
            <p:cNvSpPr/>
            <p:nvPr/>
          </p:nvSpPr>
          <p:spPr>
            <a:xfrm>
              <a:off x="4371011" y="1155769"/>
              <a:ext cx="12696" cy="761"/>
            </a:xfrm>
            <a:custGeom>
              <a:avLst/>
              <a:gdLst>
                <a:gd name="connsiteX0" fmla="*/ 0 w 12696"/>
                <a:gd name="connsiteY0" fmla="*/ 0 h 761"/>
                <a:gd name="connsiteX1" fmla="*/ 0 w 12696"/>
                <a:gd name="connsiteY1" fmla="*/ 762 h 761"/>
              </a:gdLst>
              <a:ahLst/>
              <a:cxnLst>
                <a:cxn ang="0">
                  <a:pos x="connsiteX0" y="connsiteY0"/>
                </a:cxn>
                <a:cxn ang="0">
                  <a:pos x="connsiteX1" y="connsiteY1"/>
                </a:cxn>
              </a:cxnLst>
              <a:rect l="l" t="t" r="r" b="b"/>
              <a:pathLst>
                <a:path w="12696" h="761">
                  <a:moveTo>
                    <a:pt x="0" y="0"/>
                  </a:moveTo>
                  <a:lnTo>
                    <a:pt x="0" y="762"/>
                  </a:lnTo>
                  <a:close/>
                </a:path>
              </a:pathLst>
            </a:custGeom>
            <a:solidFill>
              <a:srgbClr val="000000"/>
            </a:solidFill>
            <a:ln w="12690" cap="flat">
              <a:noFill/>
              <a:prstDash val="solid"/>
              <a:miter/>
            </a:ln>
          </p:spPr>
          <p:txBody>
            <a:bodyPr rtlCol="0" anchor="ctr"/>
            <a:lstStyle/>
            <a:p>
              <a:endParaRPr lang="en-US" sz="1350"/>
            </a:p>
          </p:txBody>
        </p:sp>
        <p:sp>
          <p:nvSpPr>
            <p:cNvPr id="475" name="Freeform: Shape 474">
              <a:extLst>
                <a:ext uri="{FF2B5EF4-FFF2-40B4-BE49-F238E27FC236}">
                  <a16:creationId xmlns:a16="http://schemas.microsoft.com/office/drawing/2014/main" id="{C29525FA-4DE7-422B-8FF4-DE510CBEB96F}"/>
                </a:ext>
              </a:extLst>
            </p:cNvPr>
            <p:cNvSpPr/>
            <p:nvPr/>
          </p:nvSpPr>
          <p:spPr>
            <a:xfrm>
              <a:off x="4371687" y="1158436"/>
              <a:ext cx="9354" cy="106167"/>
            </a:xfrm>
            <a:custGeom>
              <a:avLst/>
              <a:gdLst>
                <a:gd name="connsiteX0" fmla="*/ 9355 w 9354"/>
                <a:gd name="connsiteY0" fmla="*/ 103224 h 106167"/>
                <a:gd name="connsiteX1" fmla="*/ 9355 w 9354"/>
                <a:gd name="connsiteY1" fmla="*/ 5587 h 106167"/>
                <a:gd name="connsiteX2" fmla="*/ 2879 w 9354"/>
                <a:gd name="connsiteY2" fmla="*/ 4444 h 106167"/>
                <a:gd name="connsiteX3" fmla="*/ 721 w 9354"/>
                <a:gd name="connsiteY3" fmla="*/ 3555 h 106167"/>
                <a:gd name="connsiteX4" fmla="*/ 721 w 9354"/>
                <a:gd name="connsiteY4" fmla="*/ 3555 h 106167"/>
                <a:gd name="connsiteX5" fmla="*/ 721 w 9354"/>
                <a:gd name="connsiteY5" fmla="*/ 3555 h 106167"/>
                <a:gd name="connsiteX6" fmla="*/ 86 w 9354"/>
                <a:gd name="connsiteY6" fmla="*/ 2793 h 106167"/>
                <a:gd name="connsiteX7" fmla="*/ 86 w 9354"/>
                <a:gd name="connsiteY7" fmla="*/ 1905 h 106167"/>
                <a:gd name="connsiteX8" fmla="*/ 86 w 9354"/>
                <a:gd name="connsiteY8" fmla="*/ 1016 h 106167"/>
                <a:gd name="connsiteX9" fmla="*/ 86 w 9354"/>
                <a:gd name="connsiteY9" fmla="*/ 0 h 106167"/>
                <a:gd name="connsiteX10" fmla="*/ 86 w 9354"/>
                <a:gd name="connsiteY10" fmla="*/ 0 h 106167"/>
                <a:gd name="connsiteX11" fmla="*/ 86 w 9354"/>
                <a:gd name="connsiteY11" fmla="*/ 0 h 106167"/>
                <a:gd name="connsiteX12" fmla="*/ 86 w 9354"/>
                <a:gd name="connsiteY12" fmla="*/ 103605 h 106167"/>
                <a:gd name="connsiteX13" fmla="*/ 86 w 9354"/>
                <a:gd name="connsiteY13" fmla="*/ 103605 h 106167"/>
                <a:gd name="connsiteX14" fmla="*/ 86 w 9354"/>
                <a:gd name="connsiteY14" fmla="*/ 104494 h 106167"/>
                <a:gd name="connsiteX15" fmla="*/ 86 w 9354"/>
                <a:gd name="connsiteY15" fmla="*/ 105383 h 106167"/>
                <a:gd name="connsiteX16" fmla="*/ 86 w 9354"/>
                <a:gd name="connsiteY16" fmla="*/ 106144 h 106167"/>
                <a:gd name="connsiteX17" fmla="*/ 848 w 9354"/>
                <a:gd name="connsiteY17" fmla="*/ 106144 h 106167"/>
                <a:gd name="connsiteX18" fmla="*/ 1736 w 9354"/>
                <a:gd name="connsiteY18" fmla="*/ 106144 h 106167"/>
                <a:gd name="connsiteX19" fmla="*/ 2625 w 9354"/>
                <a:gd name="connsiteY19" fmla="*/ 106144 h 106167"/>
                <a:gd name="connsiteX20" fmla="*/ 4276 w 9354"/>
                <a:gd name="connsiteY20" fmla="*/ 106144 h 106167"/>
                <a:gd name="connsiteX21" fmla="*/ 9355 w 9354"/>
                <a:gd name="connsiteY21" fmla="*/ 103224 h 106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354" h="106167">
                  <a:moveTo>
                    <a:pt x="9355" y="103224"/>
                  </a:moveTo>
                  <a:lnTo>
                    <a:pt x="9355" y="5587"/>
                  </a:lnTo>
                  <a:lnTo>
                    <a:pt x="2879" y="4444"/>
                  </a:lnTo>
                  <a:cubicBezTo>
                    <a:pt x="2117" y="4279"/>
                    <a:pt x="1381" y="3974"/>
                    <a:pt x="721" y="3555"/>
                  </a:cubicBezTo>
                  <a:lnTo>
                    <a:pt x="721" y="3555"/>
                  </a:lnTo>
                  <a:lnTo>
                    <a:pt x="721" y="3555"/>
                  </a:lnTo>
                  <a:cubicBezTo>
                    <a:pt x="721" y="3555"/>
                    <a:pt x="721" y="3555"/>
                    <a:pt x="86" y="2793"/>
                  </a:cubicBezTo>
                  <a:cubicBezTo>
                    <a:pt x="22" y="2501"/>
                    <a:pt x="22" y="2197"/>
                    <a:pt x="86" y="1905"/>
                  </a:cubicBezTo>
                  <a:cubicBezTo>
                    <a:pt x="10" y="1612"/>
                    <a:pt x="10" y="1308"/>
                    <a:pt x="86" y="1016"/>
                  </a:cubicBezTo>
                  <a:cubicBezTo>
                    <a:pt x="86" y="1016"/>
                    <a:pt x="86" y="1016"/>
                    <a:pt x="86" y="0"/>
                  </a:cubicBezTo>
                  <a:lnTo>
                    <a:pt x="86" y="0"/>
                  </a:lnTo>
                  <a:cubicBezTo>
                    <a:pt x="86" y="0"/>
                    <a:pt x="86" y="0"/>
                    <a:pt x="86" y="0"/>
                  </a:cubicBezTo>
                  <a:lnTo>
                    <a:pt x="86" y="103605"/>
                  </a:lnTo>
                  <a:cubicBezTo>
                    <a:pt x="86" y="103605"/>
                    <a:pt x="86" y="103605"/>
                    <a:pt x="86" y="103605"/>
                  </a:cubicBezTo>
                  <a:cubicBezTo>
                    <a:pt x="35" y="103897"/>
                    <a:pt x="35" y="104202"/>
                    <a:pt x="86" y="104494"/>
                  </a:cubicBezTo>
                  <a:cubicBezTo>
                    <a:pt x="-29" y="104773"/>
                    <a:pt x="-29" y="105103"/>
                    <a:pt x="86" y="105383"/>
                  </a:cubicBezTo>
                  <a:lnTo>
                    <a:pt x="86" y="106144"/>
                  </a:lnTo>
                  <a:lnTo>
                    <a:pt x="848" y="106144"/>
                  </a:lnTo>
                  <a:lnTo>
                    <a:pt x="1736" y="106144"/>
                  </a:lnTo>
                  <a:lnTo>
                    <a:pt x="2625" y="106144"/>
                  </a:lnTo>
                  <a:lnTo>
                    <a:pt x="4276" y="106144"/>
                  </a:lnTo>
                  <a:cubicBezTo>
                    <a:pt x="6421" y="106347"/>
                    <a:pt x="8453" y="105180"/>
                    <a:pt x="9355" y="103224"/>
                  </a:cubicBezTo>
                  <a:close/>
                </a:path>
              </a:pathLst>
            </a:custGeom>
            <a:solidFill>
              <a:srgbClr val="000000"/>
            </a:solidFill>
            <a:ln w="12690" cap="flat">
              <a:noFill/>
              <a:prstDash val="solid"/>
              <a:miter/>
            </a:ln>
          </p:spPr>
          <p:txBody>
            <a:bodyPr rtlCol="0" anchor="ctr"/>
            <a:lstStyle/>
            <a:p>
              <a:endParaRPr lang="en-US" sz="1350"/>
            </a:p>
          </p:txBody>
        </p:sp>
        <p:sp>
          <p:nvSpPr>
            <p:cNvPr id="476" name="Freeform: Shape 475">
              <a:extLst>
                <a:ext uri="{FF2B5EF4-FFF2-40B4-BE49-F238E27FC236}">
                  <a16:creationId xmlns:a16="http://schemas.microsoft.com/office/drawing/2014/main" id="{958CF054-7460-42EF-9790-F4AD08877FB2}"/>
                </a:ext>
              </a:extLst>
            </p:cNvPr>
            <p:cNvSpPr/>
            <p:nvPr/>
          </p:nvSpPr>
          <p:spPr>
            <a:xfrm>
              <a:off x="4505216" y="999473"/>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77" name="Freeform: Shape 476">
              <a:extLst>
                <a:ext uri="{FF2B5EF4-FFF2-40B4-BE49-F238E27FC236}">
                  <a16:creationId xmlns:a16="http://schemas.microsoft.com/office/drawing/2014/main" id="{00E108BD-4905-49ED-AD89-9C726E9807F0}"/>
                </a:ext>
              </a:extLst>
            </p:cNvPr>
            <p:cNvSpPr/>
            <p:nvPr/>
          </p:nvSpPr>
          <p:spPr>
            <a:xfrm>
              <a:off x="4370374" y="1155515"/>
              <a:ext cx="256" cy="1015"/>
            </a:xfrm>
            <a:custGeom>
              <a:avLst/>
              <a:gdLst>
                <a:gd name="connsiteX0" fmla="*/ 256 w 256"/>
                <a:gd name="connsiteY0" fmla="*/ 1016 h 1015"/>
                <a:gd name="connsiteX1" fmla="*/ 256 w 256"/>
                <a:gd name="connsiteY1" fmla="*/ 1016 h 1015"/>
                <a:gd name="connsiteX2" fmla="*/ 256 w 256"/>
                <a:gd name="connsiteY2" fmla="*/ 0 h 1015"/>
                <a:gd name="connsiteX3" fmla="*/ 129 w 256"/>
                <a:gd name="connsiteY3" fmla="*/ 889 h 1015"/>
                <a:gd name="connsiteX4" fmla="*/ 256 w 256"/>
                <a:gd name="connsiteY4" fmla="*/ 1016 h 101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6" h="1015">
                  <a:moveTo>
                    <a:pt x="256" y="1016"/>
                  </a:moveTo>
                  <a:cubicBezTo>
                    <a:pt x="256" y="1016"/>
                    <a:pt x="256" y="1016"/>
                    <a:pt x="256" y="1016"/>
                  </a:cubicBezTo>
                  <a:cubicBezTo>
                    <a:pt x="231" y="673"/>
                    <a:pt x="231" y="343"/>
                    <a:pt x="256" y="0"/>
                  </a:cubicBezTo>
                  <a:cubicBezTo>
                    <a:pt x="-23" y="216"/>
                    <a:pt x="-87" y="609"/>
                    <a:pt x="129" y="889"/>
                  </a:cubicBezTo>
                  <a:cubicBezTo>
                    <a:pt x="167" y="940"/>
                    <a:pt x="205" y="978"/>
                    <a:pt x="256" y="1016"/>
                  </a:cubicBezTo>
                  <a:close/>
                </a:path>
              </a:pathLst>
            </a:custGeom>
            <a:solidFill>
              <a:srgbClr val="000000"/>
            </a:solidFill>
            <a:ln w="12690" cap="flat">
              <a:noFill/>
              <a:prstDash val="solid"/>
              <a:miter/>
            </a:ln>
          </p:spPr>
          <p:txBody>
            <a:bodyPr rtlCol="0" anchor="ctr"/>
            <a:lstStyle/>
            <a:p>
              <a:endParaRPr lang="en-US" sz="1350"/>
            </a:p>
          </p:txBody>
        </p:sp>
        <p:sp>
          <p:nvSpPr>
            <p:cNvPr id="478" name="Freeform: Shape 477">
              <a:extLst>
                <a:ext uri="{FF2B5EF4-FFF2-40B4-BE49-F238E27FC236}">
                  <a16:creationId xmlns:a16="http://schemas.microsoft.com/office/drawing/2014/main" id="{6CE54D8E-9694-46FC-941F-CFF130900AC6}"/>
                </a:ext>
              </a:extLst>
            </p:cNvPr>
            <p:cNvSpPr/>
            <p:nvPr/>
          </p:nvSpPr>
          <p:spPr>
            <a:xfrm>
              <a:off x="4371392" y="1000235"/>
              <a:ext cx="140173" cy="154772"/>
            </a:xfrm>
            <a:custGeom>
              <a:avLst/>
              <a:gdLst>
                <a:gd name="connsiteX0" fmla="*/ 13967 w 140173"/>
                <a:gd name="connsiteY0" fmla="*/ 154646 h 154772"/>
                <a:gd name="connsiteX1" fmla="*/ 140173 w 140173"/>
                <a:gd name="connsiteY1" fmla="*/ 7745 h 154772"/>
                <a:gd name="connsiteX2" fmla="*/ 136872 w 140173"/>
                <a:gd name="connsiteY2" fmla="*/ 7745 h 154772"/>
                <a:gd name="connsiteX3" fmla="*/ 132796 w 140173"/>
                <a:gd name="connsiteY3" fmla="*/ 1828 h 154772"/>
                <a:gd name="connsiteX4" fmla="*/ 132809 w 140173"/>
                <a:gd name="connsiteY4" fmla="*/ 1778 h 154772"/>
                <a:gd name="connsiteX5" fmla="*/ 133698 w 140173"/>
                <a:gd name="connsiteY5" fmla="*/ 0 h 154772"/>
                <a:gd name="connsiteX6" fmla="*/ 0 w 140173"/>
                <a:gd name="connsiteY6" fmla="*/ 154773 h 154772"/>
                <a:gd name="connsiteX7" fmla="*/ 0 w 140173"/>
                <a:gd name="connsiteY7" fmla="*/ 154773 h 154772"/>
                <a:gd name="connsiteX8" fmla="*/ 5460 w 140173"/>
                <a:gd name="connsiteY8" fmla="*/ 152741 h 1547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0173" h="154772">
                  <a:moveTo>
                    <a:pt x="13967" y="154646"/>
                  </a:moveTo>
                  <a:lnTo>
                    <a:pt x="140173" y="7745"/>
                  </a:lnTo>
                  <a:lnTo>
                    <a:pt x="136872" y="7745"/>
                  </a:lnTo>
                  <a:cubicBezTo>
                    <a:pt x="134117" y="7237"/>
                    <a:pt x="132288" y="4583"/>
                    <a:pt x="132796" y="1828"/>
                  </a:cubicBezTo>
                  <a:cubicBezTo>
                    <a:pt x="132796" y="1816"/>
                    <a:pt x="132809" y="1790"/>
                    <a:pt x="132809" y="1778"/>
                  </a:cubicBezTo>
                  <a:cubicBezTo>
                    <a:pt x="133025" y="1155"/>
                    <a:pt x="133329" y="546"/>
                    <a:pt x="133698" y="0"/>
                  </a:cubicBezTo>
                  <a:lnTo>
                    <a:pt x="0" y="154773"/>
                  </a:lnTo>
                  <a:lnTo>
                    <a:pt x="0" y="154773"/>
                  </a:lnTo>
                  <a:cubicBezTo>
                    <a:pt x="1333" y="153173"/>
                    <a:pt x="3403" y="152398"/>
                    <a:pt x="5460" y="152741"/>
                  </a:cubicBezTo>
                  <a:close/>
                </a:path>
              </a:pathLst>
            </a:custGeom>
            <a:solidFill>
              <a:srgbClr val="000000"/>
            </a:solidFill>
            <a:ln w="12690" cap="flat">
              <a:noFill/>
              <a:prstDash val="solid"/>
              <a:miter/>
            </a:ln>
          </p:spPr>
          <p:txBody>
            <a:bodyPr rtlCol="0" anchor="ctr"/>
            <a:lstStyle/>
            <a:p>
              <a:endParaRPr lang="en-US" sz="1350"/>
            </a:p>
          </p:txBody>
        </p:sp>
        <p:sp>
          <p:nvSpPr>
            <p:cNvPr id="479" name="Freeform: Shape 478">
              <a:extLst>
                <a:ext uri="{FF2B5EF4-FFF2-40B4-BE49-F238E27FC236}">
                  <a16:creationId xmlns:a16="http://schemas.microsoft.com/office/drawing/2014/main" id="{ACAB4EF7-5C3F-4753-AFD7-0E9E45555E3B}"/>
                </a:ext>
              </a:extLst>
            </p:cNvPr>
            <p:cNvSpPr/>
            <p:nvPr/>
          </p:nvSpPr>
          <p:spPr>
            <a:xfrm>
              <a:off x="4371646" y="1162625"/>
              <a:ext cx="635" cy="12696"/>
            </a:xfrm>
            <a:custGeom>
              <a:avLst/>
              <a:gdLst>
                <a:gd name="connsiteX0" fmla="*/ 635 w 635"/>
                <a:gd name="connsiteY0" fmla="*/ 0 h 12696"/>
                <a:gd name="connsiteX1" fmla="*/ 635 w 635"/>
                <a:gd name="connsiteY1" fmla="*/ 0 h 12696"/>
                <a:gd name="connsiteX2" fmla="*/ 0 w 635"/>
                <a:gd name="connsiteY2" fmla="*/ 0 h 12696"/>
              </a:gdLst>
              <a:ahLst/>
              <a:cxnLst>
                <a:cxn ang="0">
                  <a:pos x="connsiteX0" y="connsiteY0"/>
                </a:cxn>
                <a:cxn ang="0">
                  <a:pos x="connsiteX1" y="connsiteY1"/>
                </a:cxn>
                <a:cxn ang="0">
                  <a:pos x="connsiteX2" y="connsiteY2"/>
                </a:cxn>
              </a:cxnLst>
              <a:rect l="l" t="t" r="r" b="b"/>
              <a:pathLst>
                <a:path w="635" h="12696">
                  <a:moveTo>
                    <a:pt x="635" y="0"/>
                  </a:moveTo>
                  <a:lnTo>
                    <a:pt x="635" y="0"/>
                  </a:lnTo>
                  <a:cubicBezTo>
                    <a:pt x="635" y="0"/>
                    <a:pt x="635" y="0"/>
                    <a:pt x="0" y="0"/>
                  </a:cubicBezTo>
                  <a:close/>
                </a:path>
              </a:pathLst>
            </a:custGeom>
            <a:solidFill>
              <a:srgbClr val="000000"/>
            </a:solidFill>
            <a:ln w="12690" cap="flat">
              <a:noFill/>
              <a:prstDash val="solid"/>
              <a:miter/>
            </a:ln>
          </p:spPr>
          <p:txBody>
            <a:bodyPr rtlCol="0" anchor="ctr"/>
            <a:lstStyle/>
            <a:p>
              <a:endParaRPr lang="en-US" sz="1350"/>
            </a:p>
          </p:txBody>
        </p:sp>
        <p:sp>
          <p:nvSpPr>
            <p:cNvPr id="480" name="Freeform: Shape 479">
              <a:extLst>
                <a:ext uri="{FF2B5EF4-FFF2-40B4-BE49-F238E27FC236}">
                  <a16:creationId xmlns:a16="http://schemas.microsoft.com/office/drawing/2014/main" id="{B70243E6-91D4-4154-8A9D-739A7639A377}"/>
                </a:ext>
              </a:extLst>
            </p:cNvPr>
            <p:cNvSpPr/>
            <p:nvPr/>
          </p:nvSpPr>
          <p:spPr>
            <a:xfrm>
              <a:off x="5554228" y="122776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cubicBezTo>
                    <a:pt x="0" y="0"/>
                    <a:pt x="0" y="0"/>
                    <a:pt x="0" y="0"/>
                  </a:cubicBezTo>
                  <a:lnTo>
                    <a:pt x="0" y="0"/>
                  </a:lnTo>
                  <a:close/>
                </a:path>
              </a:pathLst>
            </a:custGeom>
            <a:solidFill>
              <a:srgbClr val="000000"/>
            </a:solidFill>
            <a:ln w="12690" cap="flat">
              <a:noFill/>
              <a:prstDash val="solid"/>
              <a:miter/>
            </a:ln>
          </p:spPr>
          <p:txBody>
            <a:bodyPr rtlCol="0" anchor="ctr"/>
            <a:lstStyle/>
            <a:p>
              <a:endParaRPr lang="en-US" sz="1350"/>
            </a:p>
          </p:txBody>
        </p:sp>
        <p:sp>
          <p:nvSpPr>
            <p:cNvPr id="481" name="Freeform: Shape 480">
              <a:extLst>
                <a:ext uri="{FF2B5EF4-FFF2-40B4-BE49-F238E27FC236}">
                  <a16:creationId xmlns:a16="http://schemas.microsoft.com/office/drawing/2014/main" id="{CA5DF0C5-387A-4C77-975F-D3952424B1E5}"/>
                </a:ext>
              </a:extLst>
            </p:cNvPr>
            <p:cNvSpPr/>
            <p:nvPr/>
          </p:nvSpPr>
          <p:spPr>
            <a:xfrm>
              <a:off x="5554228" y="1229664"/>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482" name="Freeform: Shape 481">
              <a:extLst>
                <a:ext uri="{FF2B5EF4-FFF2-40B4-BE49-F238E27FC236}">
                  <a16:creationId xmlns:a16="http://schemas.microsoft.com/office/drawing/2014/main" id="{985544F6-B794-4A24-8D73-2A8FF3302B69}"/>
                </a:ext>
              </a:extLst>
            </p:cNvPr>
            <p:cNvSpPr/>
            <p:nvPr/>
          </p:nvSpPr>
          <p:spPr>
            <a:xfrm>
              <a:off x="5552704" y="1226109"/>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83" name="Freeform: Shape 482">
              <a:extLst>
                <a:ext uri="{FF2B5EF4-FFF2-40B4-BE49-F238E27FC236}">
                  <a16:creationId xmlns:a16="http://schemas.microsoft.com/office/drawing/2014/main" id="{0A947B56-3D39-4366-A6BA-46C8E190A169}"/>
                </a:ext>
              </a:extLst>
            </p:cNvPr>
            <p:cNvSpPr/>
            <p:nvPr/>
          </p:nvSpPr>
          <p:spPr>
            <a:xfrm>
              <a:off x="4504217" y="997483"/>
              <a:ext cx="1046074" cy="234974"/>
            </a:xfrm>
            <a:custGeom>
              <a:avLst/>
              <a:gdLst>
                <a:gd name="connsiteX0" fmla="*/ 4046 w 1046074"/>
                <a:gd name="connsiteY0" fmla="*/ 9862 h 234974"/>
                <a:gd name="connsiteX1" fmla="*/ 7347 w 1046074"/>
                <a:gd name="connsiteY1" fmla="*/ 9862 h 234974"/>
                <a:gd name="connsiteX2" fmla="*/ 1035790 w 1046074"/>
                <a:gd name="connsiteY2" fmla="*/ 234975 h 234974"/>
                <a:gd name="connsiteX3" fmla="*/ 1040361 w 1046074"/>
                <a:gd name="connsiteY3" fmla="*/ 229134 h 234974"/>
                <a:gd name="connsiteX4" fmla="*/ 1040361 w 1046074"/>
                <a:gd name="connsiteY4" fmla="*/ 229134 h 234974"/>
                <a:gd name="connsiteX5" fmla="*/ 1041250 w 1046074"/>
                <a:gd name="connsiteY5" fmla="*/ 228373 h 234974"/>
                <a:gd name="connsiteX6" fmla="*/ 1042012 w 1046074"/>
                <a:gd name="connsiteY6" fmla="*/ 228373 h 234974"/>
                <a:gd name="connsiteX7" fmla="*/ 1043027 w 1046074"/>
                <a:gd name="connsiteY7" fmla="*/ 228373 h 234974"/>
                <a:gd name="connsiteX8" fmla="*/ 1045059 w 1046074"/>
                <a:gd name="connsiteY8" fmla="*/ 228373 h 234974"/>
                <a:gd name="connsiteX9" fmla="*/ 1046075 w 1046074"/>
                <a:gd name="connsiteY9" fmla="*/ 228373 h 234974"/>
                <a:gd name="connsiteX10" fmla="*/ 1046075 w 1046074"/>
                <a:gd name="connsiteY10" fmla="*/ 228373 h 234974"/>
                <a:gd name="connsiteX11" fmla="*/ 1046075 w 1046074"/>
                <a:gd name="connsiteY11" fmla="*/ 228373 h 234974"/>
                <a:gd name="connsiteX12" fmla="*/ 6712 w 1046074"/>
                <a:gd name="connsiteY12" fmla="*/ 86 h 234974"/>
                <a:gd name="connsiteX13" fmla="*/ 4554 w 1046074"/>
                <a:gd name="connsiteY13" fmla="*/ 86 h 234974"/>
                <a:gd name="connsiteX14" fmla="*/ 2776 w 1046074"/>
                <a:gd name="connsiteY14" fmla="*/ 86 h 234974"/>
                <a:gd name="connsiteX15" fmla="*/ 2776 w 1046074"/>
                <a:gd name="connsiteY15" fmla="*/ 86 h 234974"/>
                <a:gd name="connsiteX16" fmla="*/ 1253 w 1046074"/>
                <a:gd name="connsiteY16" fmla="*/ 1228 h 234974"/>
                <a:gd name="connsiteX17" fmla="*/ 1253 w 1046074"/>
                <a:gd name="connsiteY17" fmla="*/ 1228 h 234974"/>
                <a:gd name="connsiteX18" fmla="*/ 1253 w 1046074"/>
                <a:gd name="connsiteY18" fmla="*/ 1228 h 234974"/>
                <a:gd name="connsiteX19" fmla="*/ 364 w 1046074"/>
                <a:gd name="connsiteY19" fmla="*/ 3006 h 234974"/>
                <a:gd name="connsiteX20" fmla="*/ 3196 w 1046074"/>
                <a:gd name="connsiteY20" fmla="*/ 9608 h 234974"/>
                <a:gd name="connsiteX21" fmla="*/ 4046 w 1046074"/>
                <a:gd name="connsiteY21" fmla="*/ 9862 h 234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46074" h="234974">
                  <a:moveTo>
                    <a:pt x="4046" y="9862"/>
                  </a:moveTo>
                  <a:lnTo>
                    <a:pt x="7347" y="9862"/>
                  </a:lnTo>
                  <a:lnTo>
                    <a:pt x="1035790" y="234975"/>
                  </a:lnTo>
                  <a:lnTo>
                    <a:pt x="1040361" y="229134"/>
                  </a:lnTo>
                  <a:lnTo>
                    <a:pt x="1040361" y="229134"/>
                  </a:lnTo>
                  <a:cubicBezTo>
                    <a:pt x="1040361" y="229134"/>
                    <a:pt x="1040996" y="229134"/>
                    <a:pt x="1041250" y="228373"/>
                  </a:cubicBezTo>
                  <a:lnTo>
                    <a:pt x="1042012" y="228373"/>
                  </a:lnTo>
                  <a:lnTo>
                    <a:pt x="1043027" y="228373"/>
                  </a:lnTo>
                  <a:lnTo>
                    <a:pt x="1045059" y="228373"/>
                  </a:lnTo>
                  <a:lnTo>
                    <a:pt x="1046075" y="228373"/>
                  </a:lnTo>
                  <a:lnTo>
                    <a:pt x="1046075" y="228373"/>
                  </a:lnTo>
                  <a:lnTo>
                    <a:pt x="1046075" y="228373"/>
                  </a:lnTo>
                  <a:lnTo>
                    <a:pt x="6712" y="86"/>
                  </a:lnTo>
                  <a:lnTo>
                    <a:pt x="4554" y="86"/>
                  </a:lnTo>
                  <a:cubicBezTo>
                    <a:pt x="3970" y="-29"/>
                    <a:pt x="3361" y="-29"/>
                    <a:pt x="2776" y="86"/>
                  </a:cubicBezTo>
                  <a:lnTo>
                    <a:pt x="2776" y="86"/>
                  </a:lnTo>
                  <a:lnTo>
                    <a:pt x="1253" y="1228"/>
                  </a:lnTo>
                  <a:lnTo>
                    <a:pt x="1253" y="1228"/>
                  </a:lnTo>
                  <a:lnTo>
                    <a:pt x="1253" y="1228"/>
                  </a:lnTo>
                  <a:cubicBezTo>
                    <a:pt x="885" y="1774"/>
                    <a:pt x="580" y="2384"/>
                    <a:pt x="364" y="3006"/>
                  </a:cubicBezTo>
                  <a:cubicBezTo>
                    <a:pt x="-677" y="5609"/>
                    <a:pt x="592" y="8567"/>
                    <a:pt x="3196" y="9608"/>
                  </a:cubicBezTo>
                  <a:cubicBezTo>
                    <a:pt x="3475" y="9710"/>
                    <a:pt x="3754" y="9799"/>
                    <a:pt x="4046" y="9862"/>
                  </a:cubicBezTo>
                  <a:close/>
                </a:path>
              </a:pathLst>
            </a:custGeom>
            <a:solidFill>
              <a:srgbClr val="000000"/>
            </a:solidFill>
            <a:ln w="12690" cap="flat">
              <a:noFill/>
              <a:prstDash val="solid"/>
              <a:miter/>
            </a:ln>
          </p:spPr>
          <p:txBody>
            <a:bodyPr rtlCol="0" anchor="ctr"/>
            <a:lstStyle/>
            <a:p>
              <a:endParaRPr lang="en-US" sz="1350"/>
            </a:p>
          </p:txBody>
        </p:sp>
        <p:sp>
          <p:nvSpPr>
            <p:cNvPr id="484" name="Freeform: Shape 483">
              <a:extLst>
                <a:ext uri="{FF2B5EF4-FFF2-40B4-BE49-F238E27FC236}">
                  <a16:creationId xmlns:a16="http://schemas.microsoft.com/office/drawing/2014/main" id="{A3F20888-7E8F-405F-8F84-6D4356ECB7EA}"/>
                </a:ext>
              </a:extLst>
            </p:cNvPr>
            <p:cNvSpPr/>
            <p:nvPr/>
          </p:nvSpPr>
          <p:spPr>
            <a:xfrm>
              <a:off x="5550927" y="1226033"/>
              <a:ext cx="888" cy="76"/>
            </a:xfrm>
            <a:custGeom>
              <a:avLst/>
              <a:gdLst>
                <a:gd name="connsiteX0" fmla="*/ 889 w 888"/>
                <a:gd name="connsiteY0" fmla="*/ 76 h 76"/>
                <a:gd name="connsiteX1" fmla="*/ 0 w 888"/>
                <a:gd name="connsiteY1" fmla="*/ 76 h 76"/>
                <a:gd name="connsiteX2" fmla="*/ 0 w 888"/>
                <a:gd name="connsiteY2" fmla="*/ 76 h 76"/>
                <a:gd name="connsiteX3" fmla="*/ 889 w 888"/>
                <a:gd name="connsiteY3" fmla="*/ 76 h 76"/>
              </a:gdLst>
              <a:ahLst/>
              <a:cxnLst>
                <a:cxn ang="0">
                  <a:pos x="connsiteX0" y="connsiteY0"/>
                </a:cxn>
                <a:cxn ang="0">
                  <a:pos x="connsiteX1" y="connsiteY1"/>
                </a:cxn>
                <a:cxn ang="0">
                  <a:pos x="connsiteX2" y="connsiteY2"/>
                </a:cxn>
                <a:cxn ang="0">
                  <a:pos x="connsiteX3" y="connsiteY3"/>
                </a:cxn>
              </a:cxnLst>
              <a:rect l="l" t="t" r="r" b="b"/>
              <a:pathLst>
                <a:path w="888" h="76">
                  <a:moveTo>
                    <a:pt x="889" y="76"/>
                  </a:moveTo>
                  <a:cubicBezTo>
                    <a:pt x="597" y="-25"/>
                    <a:pt x="292" y="-25"/>
                    <a:pt x="0" y="76"/>
                  </a:cubicBezTo>
                  <a:lnTo>
                    <a:pt x="0" y="76"/>
                  </a:lnTo>
                  <a:cubicBezTo>
                    <a:pt x="292" y="0"/>
                    <a:pt x="597" y="0"/>
                    <a:pt x="889" y="76"/>
                  </a:cubicBezTo>
                  <a:close/>
                </a:path>
              </a:pathLst>
            </a:custGeom>
            <a:solidFill>
              <a:srgbClr val="000000"/>
            </a:solidFill>
            <a:ln w="12690" cap="flat">
              <a:noFill/>
              <a:prstDash val="solid"/>
              <a:miter/>
            </a:ln>
          </p:spPr>
          <p:txBody>
            <a:bodyPr rtlCol="0" anchor="ctr"/>
            <a:lstStyle/>
            <a:p>
              <a:endParaRPr lang="en-US" sz="1350"/>
            </a:p>
          </p:txBody>
        </p:sp>
        <p:sp>
          <p:nvSpPr>
            <p:cNvPr id="485" name="Freeform: Shape 484">
              <a:extLst>
                <a:ext uri="{FF2B5EF4-FFF2-40B4-BE49-F238E27FC236}">
                  <a16:creationId xmlns:a16="http://schemas.microsoft.com/office/drawing/2014/main" id="{74F7AF4D-E4E1-4FB0-BED3-DBE9567D3A34}"/>
                </a:ext>
              </a:extLst>
            </p:cNvPr>
            <p:cNvSpPr/>
            <p:nvPr/>
          </p:nvSpPr>
          <p:spPr>
            <a:xfrm>
              <a:off x="5543436" y="1229537"/>
              <a:ext cx="10800" cy="108798"/>
            </a:xfrm>
            <a:custGeom>
              <a:avLst/>
              <a:gdLst>
                <a:gd name="connsiteX0" fmla="*/ 10792 w 10800"/>
                <a:gd name="connsiteY0" fmla="*/ 127 h 108798"/>
                <a:gd name="connsiteX1" fmla="*/ 9904 w 10800"/>
                <a:gd name="connsiteY1" fmla="*/ 3301 h 108798"/>
                <a:gd name="connsiteX2" fmla="*/ 0 w 10800"/>
                <a:gd name="connsiteY2" fmla="*/ 15998 h 108798"/>
                <a:gd name="connsiteX3" fmla="*/ 0 w 10800"/>
                <a:gd name="connsiteY3" fmla="*/ 103986 h 108798"/>
                <a:gd name="connsiteX4" fmla="*/ 6069 w 10800"/>
                <a:gd name="connsiteY4" fmla="*/ 108760 h 108798"/>
                <a:gd name="connsiteX5" fmla="*/ 10031 w 10800"/>
                <a:gd name="connsiteY5" fmla="*/ 106272 h 108798"/>
                <a:gd name="connsiteX6" fmla="*/ 10031 w 10800"/>
                <a:gd name="connsiteY6" fmla="*/ 105383 h 108798"/>
                <a:gd name="connsiteX7" fmla="*/ 10031 w 10800"/>
                <a:gd name="connsiteY7" fmla="*/ 104494 h 108798"/>
                <a:gd name="connsiteX8" fmla="*/ 10031 w 10800"/>
                <a:gd name="connsiteY8" fmla="*/ 0 h 108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00" h="108798">
                  <a:moveTo>
                    <a:pt x="10792" y="127"/>
                  </a:moveTo>
                  <a:cubicBezTo>
                    <a:pt x="10856" y="1257"/>
                    <a:pt x="10539" y="2374"/>
                    <a:pt x="9904" y="3301"/>
                  </a:cubicBezTo>
                  <a:lnTo>
                    <a:pt x="0" y="15998"/>
                  </a:lnTo>
                  <a:lnTo>
                    <a:pt x="0" y="103986"/>
                  </a:lnTo>
                  <a:cubicBezTo>
                    <a:pt x="356" y="106983"/>
                    <a:pt x="3073" y="109116"/>
                    <a:pt x="6069" y="108760"/>
                  </a:cubicBezTo>
                  <a:cubicBezTo>
                    <a:pt x="7695" y="108570"/>
                    <a:pt x="9155" y="107655"/>
                    <a:pt x="10031" y="106272"/>
                  </a:cubicBezTo>
                  <a:cubicBezTo>
                    <a:pt x="10094" y="105980"/>
                    <a:pt x="10094" y="105675"/>
                    <a:pt x="10031" y="105383"/>
                  </a:cubicBezTo>
                  <a:cubicBezTo>
                    <a:pt x="10031" y="105383"/>
                    <a:pt x="10031" y="104748"/>
                    <a:pt x="10031" y="104494"/>
                  </a:cubicBezTo>
                  <a:lnTo>
                    <a:pt x="10031" y="0"/>
                  </a:lnTo>
                  <a:close/>
                </a:path>
              </a:pathLst>
            </a:custGeom>
            <a:solidFill>
              <a:srgbClr val="000000"/>
            </a:solidFill>
            <a:ln w="12690" cap="flat">
              <a:noFill/>
              <a:prstDash val="solid"/>
              <a:miter/>
            </a:ln>
          </p:spPr>
          <p:txBody>
            <a:bodyPr rtlCol="0" anchor="ctr"/>
            <a:lstStyle/>
            <a:p>
              <a:endParaRPr lang="en-US" sz="1350"/>
            </a:p>
          </p:txBody>
        </p:sp>
        <p:sp>
          <p:nvSpPr>
            <p:cNvPr id="486" name="Freeform: Shape 485">
              <a:extLst>
                <a:ext uri="{FF2B5EF4-FFF2-40B4-BE49-F238E27FC236}">
                  <a16:creationId xmlns:a16="http://schemas.microsoft.com/office/drawing/2014/main" id="{DF1F3792-F8F9-4129-9A50-E0FFAB01B5B0}"/>
                </a:ext>
              </a:extLst>
            </p:cNvPr>
            <p:cNvSpPr/>
            <p:nvPr/>
          </p:nvSpPr>
          <p:spPr>
            <a:xfrm>
              <a:off x="5552704" y="1226363"/>
              <a:ext cx="634" cy="635"/>
            </a:xfrm>
            <a:custGeom>
              <a:avLst/>
              <a:gdLst>
                <a:gd name="connsiteX0" fmla="*/ 635 w 634"/>
                <a:gd name="connsiteY0" fmla="*/ 635 h 635"/>
                <a:gd name="connsiteX1" fmla="*/ 0 w 634"/>
                <a:gd name="connsiteY1" fmla="*/ 0 h 635"/>
                <a:gd name="connsiteX2" fmla="*/ 0 w 634"/>
                <a:gd name="connsiteY2" fmla="*/ 0 h 635"/>
              </a:gdLst>
              <a:ahLst/>
              <a:cxnLst>
                <a:cxn ang="0">
                  <a:pos x="connsiteX0" y="connsiteY0"/>
                </a:cxn>
                <a:cxn ang="0">
                  <a:pos x="connsiteX1" y="connsiteY1"/>
                </a:cxn>
                <a:cxn ang="0">
                  <a:pos x="connsiteX2" y="connsiteY2"/>
                </a:cxn>
              </a:cxnLst>
              <a:rect l="l" t="t" r="r" b="b"/>
              <a:pathLst>
                <a:path w="634" h="635">
                  <a:moveTo>
                    <a:pt x="635" y="635"/>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87" name="Freeform: Shape 486">
              <a:extLst>
                <a:ext uri="{FF2B5EF4-FFF2-40B4-BE49-F238E27FC236}">
                  <a16:creationId xmlns:a16="http://schemas.microsoft.com/office/drawing/2014/main" id="{A95D78D5-F26B-4D6A-8010-6F25DCDEA420}"/>
                </a:ext>
              </a:extLst>
            </p:cNvPr>
            <p:cNvSpPr/>
            <p:nvPr/>
          </p:nvSpPr>
          <p:spPr>
            <a:xfrm>
              <a:off x="5549276" y="1225093"/>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488" name="Freeform: Shape 487">
              <a:extLst>
                <a:ext uri="{FF2B5EF4-FFF2-40B4-BE49-F238E27FC236}">
                  <a16:creationId xmlns:a16="http://schemas.microsoft.com/office/drawing/2014/main" id="{2EA6CE54-927E-4B72-943A-8D6DFBD3D0DF}"/>
                </a:ext>
              </a:extLst>
            </p:cNvPr>
            <p:cNvSpPr/>
            <p:nvPr/>
          </p:nvSpPr>
          <p:spPr>
            <a:xfrm>
              <a:off x="5554228" y="1227760"/>
              <a:ext cx="12696" cy="888"/>
            </a:xfrm>
            <a:custGeom>
              <a:avLst/>
              <a:gdLst>
                <a:gd name="connsiteX0" fmla="*/ 0 w 12696"/>
                <a:gd name="connsiteY0" fmla="*/ 889 h 888"/>
                <a:gd name="connsiteX1" fmla="*/ 0 w 12696"/>
                <a:gd name="connsiteY1" fmla="*/ 0 h 888"/>
                <a:gd name="connsiteX2" fmla="*/ 0 w 12696"/>
                <a:gd name="connsiteY2" fmla="*/ 0 h 888"/>
              </a:gdLst>
              <a:ahLst/>
              <a:cxnLst>
                <a:cxn ang="0">
                  <a:pos x="connsiteX0" y="connsiteY0"/>
                </a:cxn>
                <a:cxn ang="0">
                  <a:pos x="connsiteX1" y="connsiteY1"/>
                </a:cxn>
                <a:cxn ang="0">
                  <a:pos x="connsiteX2" y="connsiteY2"/>
                </a:cxn>
              </a:cxnLst>
              <a:rect l="l" t="t" r="r" b="b"/>
              <a:pathLst>
                <a:path w="12696" h="888">
                  <a:moveTo>
                    <a:pt x="0" y="889"/>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89" name="Freeform: Shape 488">
              <a:extLst>
                <a:ext uri="{FF2B5EF4-FFF2-40B4-BE49-F238E27FC236}">
                  <a16:creationId xmlns:a16="http://schemas.microsoft.com/office/drawing/2014/main" id="{88590B5E-A2AA-4DE5-A1C1-28894A64A298}"/>
                </a:ext>
              </a:extLst>
            </p:cNvPr>
            <p:cNvSpPr/>
            <p:nvPr/>
          </p:nvSpPr>
          <p:spPr>
            <a:xfrm>
              <a:off x="5452653" y="1225220"/>
              <a:ext cx="100439" cy="128871"/>
            </a:xfrm>
            <a:custGeom>
              <a:avLst/>
              <a:gdLst>
                <a:gd name="connsiteX0" fmla="*/ 97131 w 100439"/>
                <a:gd name="connsiteY0" fmla="*/ 0 h 128871"/>
                <a:gd name="connsiteX1" fmla="*/ 95099 w 100439"/>
                <a:gd name="connsiteY1" fmla="*/ 0 h 128871"/>
                <a:gd name="connsiteX2" fmla="*/ 94084 w 100439"/>
                <a:gd name="connsiteY2" fmla="*/ 0 h 128871"/>
                <a:gd name="connsiteX3" fmla="*/ 93322 w 100439"/>
                <a:gd name="connsiteY3" fmla="*/ 0 h 128871"/>
                <a:gd name="connsiteX4" fmla="*/ 92433 w 100439"/>
                <a:gd name="connsiteY4" fmla="*/ 762 h 128871"/>
                <a:gd name="connsiteX5" fmla="*/ 92433 w 100439"/>
                <a:gd name="connsiteY5" fmla="*/ 762 h 128871"/>
                <a:gd name="connsiteX6" fmla="*/ 87862 w 100439"/>
                <a:gd name="connsiteY6" fmla="*/ 6603 h 128871"/>
                <a:gd name="connsiteX7" fmla="*/ 0 w 100439"/>
                <a:gd name="connsiteY7" fmla="*/ 122904 h 128871"/>
                <a:gd name="connsiteX8" fmla="*/ 3555 w 100439"/>
                <a:gd name="connsiteY8" fmla="*/ 123539 h 128871"/>
                <a:gd name="connsiteX9" fmla="*/ 3555 w 100439"/>
                <a:gd name="connsiteY9" fmla="*/ 123539 h 128871"/>
                <a:gd name="connsiteX10" fmla="*/ 4444 w 100439"/>
                <a:gd name="connsiteY10" fmla="*/ 123539 h 128871"/>
                <a:gd name="connsiteX11" fmla="*/ 5333 w 100439"/>
                <a:gd name="connsiteY11" fmla="*/ 124174 h 128871"/>
                <a:gd name="connsiteX12" fmla="*/ 6095 w 100439"/>
                <a:gd name="connsiteY12" fmla="*/ 124809 h 128871"/>
                <a:gd name="connsiteX13" fmla="*/ 6095 w 100439"/>
                <a:gd name="connsiteY13" fmla="*/ 125571 h 128871"/>
                <a:gd name="connsiteX14" fmla="*/ 6095 w 100439"/>
                <a:gd name="connsiteY14" fmla="*/ 126332 h 128871"/>
                <a:gd name="connsiteX15" fmla="*/ 6095 w 100439"/>
                <a:gd name="connsiteY15" fmla="*/ 127348 h 128871"/>
                <a:gd name="connsiteX16" fmla="*/ 6095 w 100439"/>
                <a:gd name="connsiteY16" fmla="*/ 127348 h 128871"/>
                <a:gd name="connsiteX17" fmla="*/ 6095 w 100439"/>
                <a:gd name="connsiteY17" fmla="*/ 128871 h 128871"/>
                <a:gd name="connsiteX18" fmla="*/ 89640 w 100439"/>
                <a:gd name="connsiteY18" fmla="*/ 19426 h 128871"/>
                <a:gd name="connsiteX19" fmla="*/ 99543 w 100439"/>
                <a:gd name="connsiteY19" fmla="*/ 6729 h 128871"/>
                <a:gd name="connsiteX20" fmla="*/ 100432 w 100439"/>
                <a:gd name="connsiteY20" fmla="*/ 3555 h 128871"/>
                <a:gd name="connsiteX21" fmla="*/ 100432 w 100439"/>
                <a:gd name="connsiteY21" fmla="*/ 3555 h 128871"/>
                <a:gd name="connsiteX22" fmla="*/ 100432 w 100439"/>
                <a:gd name="connsiteY22" fmla="*/ 3555 h 128871"/>
                <a:gd name="connsiteX23" fmla="*/ 100432 w 100439"/>
                <a:gd name="connsiteY23" fmla="*/ 2667 h 128871"/>
                <a:gd name="connsiteX24" fmla="*/ 100432 w 100439"/>
                <a:gd name="connsiteY24" fmla="*/ 2667 h 128871"/>
                <a:gd name="connsiteX25" fmla="*/ 100432 w 100439"/>
                <a:gd name="connsiteY25" fmla="*/ 2667 h 128871"/>
                <a:gd name="connsiteX26" fmla="*/ 99797 w 100439"/>
                <a:gd name="connsiteY26" fmla="*/ 2032 h 128871"/>
                <a:gd name="connsiteX27" fmla="*/ 99797 w 100439"/>
                <a:gd name="connsiteY27" fmla="*/ 2032 h 128871"/>
                <a:gd name="connsiteX28" fmla="*/ 99162 w 100439"/>
                <a:gd name="connsiteY28" fmla="*/ 2032 h 128871"/>
                <a:gd name="connsiteX29" fmla="*/ 98147 w 100439"/>
                <a:gd name="connsiteY29" fmla="*/ 2032 h 1288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00439" h="128871">
                  <a:moveTo>
                    <a:pt x="97131" y="0"/>
                  </a:moveTo>
                  <a:lnTo>
                    <a:pt x="95099" y="0"/>
                  </a:lnTo>
                  <a:lnTo>
                    <a:pt x="94084" y="0"/>
                  </a:lnTo>
                  <a:lnTo>
                    <a:pt x="93322" y="0"/>
                  </a:lnTo>
                  <a:cubicBezTo>
                    <a:pt x="93322" y="0"/>
                    <a:pt x="92687" y="0"/>
                    <a:pt x="92433" y="762"/>
                  </a:cubicBezTo>
                  <a:lnTo>
                    <a:pt x="92433" y="762"/>
                  </a:lnTo>
                  <a:lnTo>
                    <a:pt x="87862" y="6603"/>
                  </a:lnTo>
                  <a:lnTo>
                    <a:pt x="0" y="122904"/>
                  </a:lnTo>
                  <a:lnTo>
                    <a:pt x="3555" y="123539"/>
                  </a:lnTo>
                  <a:lnTo>
                    <a:pt x="3555" y="123539"/>
                  </a:lnTo>
                  <a:lnTo>
                    <a:pt x="4444" y="123539"/>
                  </a:lnTo>
                  <a:lnTo>
                    <a:pt x="5333" y="124174"/>
                  </a:lnTo>
                  <a:lnTo>
                    <a:pt x="6095" y="124809"/>
                  </a:lnTo>
                  <a:lnTo>
                    <a:pt x="6095" y="125571"/>
                  </a:lnTo>
                  <a:cubicBezTo>
                    <a:pt x="6183" y="125812"/>
                    <a:pt x="6183" y="126091"/>
                    <a:pt x="6095" y="126332"/>
                  </a:cubicBezTo>
                  <a:cubicBezTo>
                    <a:pt x="6145" y="126662"/>
                    <a:pt x="6145" y="127018"/>
                    <a:pt x="6095" y="127348"/>
                  </a:cubicBezTo>
                  <a:cubicBezTo>
                    <a:pt x="6095" y="127348"/>
                    <a:pt x="6095" y="127348"/>
                    <a:pt x="6095" y="127348"/>
                  </a:cubicBezTo>
                  <a:lnTo>
                    <a:pt x="6095" y="128871"/>
                  </a:lnTo>
                  <a:lnTo>
                    <a:pt x="89640" y="19426"/>
                  </a:lnTo>
                  <a:lnTo>
                    <a:pt x="99543" y="6729"/>
                  </a:lnTo>
                  <a:cubicBezTo>
                    <a:pt x="100178" y="5802"/>
                    <a:pt x="100495" y="4685"/>
                    <a:pt x="100432" y="3555"/>
                  </a:cubicBezTo>
                  <a:lnTo>
                    <a:pt x="100432" y="3555"/>
                  </a:lnTo>
                  <a:lnTo>
                    <a:pt x="100432" y="3555"/>
                  </a:lnTo>
                  <a:lnTo>
                    <a:pt x="100432" y="2667"/>
                  </a:lnTo>
                  <a:lnTo>
                    <a:pt x="100432" y="2667"/>
                  </a:lnTo>
                  <a:lnTo>
                    <a:pt x="100432" y="2667"/>
                  </a:lnTo>
                  <a:lnTo>
                    <a:pt x="99797" y="2032"/>
                  </a:lnTo>
                  <a:lnTo>
                    <a:pt x="99797" y="2032"/>
                  </a:lnTo>
                  <a:lnTo>
                    <a:pt x="99162" y="2032"/>
                  </a:lnTo>
                  <a:cubicBezTo>
                    <a:pt x="98832" y="1930"/>
                    <a:pt x="98477" y="1930"/>
                    <a:pt x="98147" y="2032"/>
                  </a:cubicBezTo>
                  <a:close/>
                </a:path>
              </a:pathLst>
            </a:custGeom>
            <a:solidFill>
              <a:srgbClr val="000000"/>
            </a:solidFill>
            <a:ln w="12690" cap="flat">
              <a:noFill/>
              <a:prstDash val="solid"/>
              <a:miter/>
            </a:ln>
          </p:spPr>
          <p:txBody>
            <a:bodyPr rtlCol="0" anchor="ctr"/>
            <a:lstStyle/>
            <a:p>
              <a:endParaRPr lang="en-US" sz="1350"/>
            </a:p>
          </p:txBody>
        </p:sp>
        <p:sp>
          <p:nvSpPr>
            <p:cNvPr id="490" name="Freeform: Shape 489">
              <a:extLst>
                <a:ext uri="{FF2B5EF4-FFF2-40B4-BE49-F238E27FC236}">
                  <a16:creationId xmlns:a16="http://schemas.microsoft.com/office/drawing/2014/main" id="{80C90B00-9F30-4A94-9562-C6B1DF952158}"/>
                </a:ext>
              </a:extLst>
            </p:cNvPr>
            <p:cNvSpPr/>
            <p:nvPr/>
          </p:nvSpPr>
          <p:spPr>
            <a:xfrm>
              <a:off x="5449479" y="1353076"/>
              <a:ext cx="10712" cy="109090"/>
            </a:xfrm>
            <a:custGeom>
              <a:avLst/>
              <a:gdLst>
                <a:gd name="connsiteX0" fmla="*/ 10665 w 10712"/>
                <a:gd name="connsiteY0" fmla="*/ 104494 h 109090"/>
                <a:gd name="connsiteX1" fmla="*/ 10665 w 10712"/>
                <a:gd name="connsiteY1" fmla="*/ 0 h 109090"/>
                <a:gd name="connsiteX2" fmla="*/ 10665 w 10712"/>
                <a:gd name="connsiteY2" fmla="*/ 0 h 109090"/>
                <a:gd name="connsiteX3" fmla="*/ 10665 w 10712"/>
                <a:gd name="connsiteY3" fmla="*/ 1396 h 109090"/>
                <a:gd name="connsiteX4" fmla="*/ 5333 w 10712"/>
                <a:gd name="connsiteY4" fmla="*/ 5333 h 109090"/>
                <a:gd name="connsiteX5" fmla="*/ 4317 w 10712"/>
                <a:gd name="connsiteY5" fmla="*/ 5333 h 109090"/>
                <a:gd name="connsiteX6" fmla="*/ 0 w 10712"/>
                <a:gd name="connsiteY6" fmla="*/ 4571 h 109090"/>
                <a:gd name="connsiteX7" fmla="*/ 0 w 10712"/>
                <a:gd name="connsiteY7" fmla="*/ 104113 h 109090"/>
                <a:gd name="connsiteX8" fmla="*/ 5320 w 10712"/>
                <a:gd name="connsiteY8" fmla="*/ 108938 h 109090"/>
                <a:gd name="connsiteX9" fmla="*/ 5333 w 10712"/>
                <a:gd name="connsiteY9" fmla="*/ 108938 h 109090"/>
                <a:gd name="connsiteX10" fmla="*/ 5333 w 10712"/>
                <a:gd name="connsiteY10" fmla="*/ 108938 h 109090"/>
                <a:gd name="connsiteX11" fmla="*/ 7618 w 10712"/>
                <a:gd name="connsiteY11" fmla="*/ 108938 h 109090"/>
                <a:gd name="connsiteX12" fmla="*/ 7618 w 10712"/>
                <a:gd name="connsiteY12" fmla="*/ 108938 h 109090"/>
                <a:gd name="connsiteX13" fmla="*/ 7618 w 10712"/>
                <a:gd name="connsiteY13" fmla="*/ 108938 h 109090"/>
                <a:gd name="connsiteX14" fmla="*/ 7618 w 10712"/>
                <a:gd name="connsiteY14" fmla="*/ 108938 h 109090"/>
                <a:gd name="connsiteX15" fmla="*/ 8253 w 10712"/>
                <a:gd name="connsiteY15" fmla="*/ 108303 h 109090"/>
                <a:gd name="connsiteX16" fmla="*/ 9269 w 10712"/>
                <a:gd name="connsiteY16" fmla="*/ 106526 h 109090"/>
                <a:gd name="connsiteX17" fmla="*/ 10665 w 10712"/>
                <a:gd name="connsiteY17" fmla="*/ 104494 h 1090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712" h="109090">
                  <a:moveTo>
                    <a:pt x="10665" y="104494"/>
                  </a:moveTo>
                  <a:lnTo>
                    <a:pt x="10665" y="0"/>
                  </a:lnTo>
                  <a:cubicBezTo>
                    <a:pt x="10665" y="0"/>
                    <a:pt x="10665" y="0"/>
                    <a:pt x="10665" y="0"/>
                  </a:cubicBezTo>
                  <a:cubicBezTo>
                    <a:pt x="10729" y="457"/>
                    <a:pt x="10729" y="927"/>
                    <a:pt x="10665" y="1396"/>
                  </a:cubicBezTo>
                  <a:cubicBezTo>
                    <a:pt x="10056" y="3822"/>
                    <a:pt x="7821" y="5472"/>
                    <a:pt x="5333" y="5333"/>
                  </a:cubicBezTo>
                  <a:lnTo>
                    <a:pt x="4317" y="5333"/>
                  </a:lnTo>
                  <a:lnTo>
                    <a:pt x="0" y="4571"/>
                  </a:lnTo>
                  <a:lnTo>
                    <a:pt x="0" y="104113"/>
                  </a:lnTo>
                  <a:cubicBezTo>
                    <a:pt x="139" y="106919"/>
                    <a:pt x="2514" y="109077"/>
                    <a:pt x="5320" y="108938"/>
                  </a:cubicBezTo>
                  <a:cubicBezTo>
                    <a:pt x="5320" y="108938"/>
                    <a:pt x="5333" y="108938"/>
                    <a:pt x="5333" y="108938"/>
                  </a:cubicBezTo>
                  <a:lnTo>
                    <a:pt x="5333" y="108938"/>
                  </a:lnTo>
                  <a:cubicBezTo>
                    <a:pt x="6082" y="109141"/>
                    <a:pt x="6869" y="109141"/>
                    <a:pt x="7618" y="108938"/>
                  </a:cubicBezTo>
                  <a:lnTo>
                    <a:pt x="7618" y="108938"/>
                  </a:lnTo>
                  <a:lnTo>
                    <a:pt x="7618" y="108938"/>
                  </a:lnTo>
                  <a:lnTo>
                    <a:pt x="7618" y="108938"/>
                  </a:lnTo>
                  <a:cubicBezTo>
                    <a:pt x="7618" y="108938"/>
                    <a:pt x="7618" y="108938"/>
                    <a:pt x="8253" y="108303"/>
                  </a:cubicBezTo>
                  <a:cubicBezTo>
                    <a:pt x="8710" y="107783"/>
                    <a:pt x="9053" y="107185"/>
                    <a:pt x="9269" y="106526"/>
                  </a:cubicBezTo>
                  <a:cubicBezTo>
                    <a:pt x="9269" y="106526"/>
                    <a:pt x="10665" y="104748"/>
                    <a:pt x="10665" y="104494"/>
                  </a:cubicBezTo>
                  <a:close/>
                </a:path>
              </a:pathLst>
            </a:custGeom>
            <a:solidFill>
              <a:srgbClr val="000000"/>
            </a:solidFill>
            <a:ln w="12690" cap="flat">
              <a:noFill/>
              <a:prstDash val="solid"/>
              <a:miter/>
            </a:ln>
          </p:spPr>
          <p:txBody>
            <a:bodyPr rtlCol="0" anchor="ctr"/>
            <a:lstStyle/>
            <a:p>
              <a:endParaRPr lang="en-US" sz="1350"/>
            </a:p>
          </p:txBody>
        </p:sp>
        <p:sp>
          <p:nvSpPr>
            <p:cNvPr id="491" name="Freeform: Shape 490">
              <a:extLst>
                <a:ext uri="{FF2B5EF4-FFF2-40B4-BE49-F238E27FC236}">
                  <a16:creationId xmlns:a16="http://schemas.microsoft.com/office/drawing/2014/main" id="{6F08CD80-6939-4C1F-ABC5-7228BE3BA676}"/>
                </a:ext>
              </a:extLst>
            </p:cNvPr>
            <p:cNvSpPr/>
            <p:nvPr/>
          </p:nvSpPr>
          <p:spPr>
            <a:xfrm>
              <a:off x="4370319" y="1153023"/>
              <a:ext cx="1089130" cy="204759"/>
            </a:xfrm>
            <a:custGeom>
              <a:avLst/>
              <a:gdLst>
                <a:gd name="connsiteX0" fmla="*/ 57 w 1089130"/>
                <a:gd name="connsiteY0" fmla="*/ 5793 h 204759"/>
                <a:gd name="connsiteX1" fmla="*/ 57 w 1089130"/>
                <a:gd name="connsiteY1" fmla="*/ 6682 h 204759"/>
                <a:gd name="connsiteX2" fmla="*/ 57 w 1089130"/>
                <a:gd name="connsiteY2" fmla="*/ 7571 h 204759"/>
                <a:gd name="connsiteX3" fmla="*/ 692 w 1089130"/>
                <a:gd name="connsiteY3" fmla="*/ 8333 h 204759"/>
                <a:gd name="connsiteX4" fmla="*/ 1327 w 1089130"/>
                <a:gd name="connsiteY4" fmla="*/ 8333 h 204759"/>
                <a:gd name="connsiteX5" fmla="*/ 3485 w 1089130"/>
                <a:gd name="connsiteY5" fmla="*/ 9222 h 204759"/>
                <a:gd name="connsiteX6" fmla="*/ 9961 w 1089130"/>
                <a:gd name="connsiteY6" fmla="*/ 10364 h 204759"/>
                <a:gd name="connsiteX7" fmla="*/ 1078399 w 1089130"/>
                <a:gd name="connsiteY7" fmla="*/ 203989 h 204759"/>
                <a:gd name="connsiteX8" fmla="*/ 1082715 w 1089130"/>
                <a:gd name="connsiteY8" fmla="*/ 204751 h 204759"/>
                <a:gd name="connsiteX9" fmla="*/ 1083731 w 1089130"/>
                <a:gd name="connsiteY9" fmla="*/ 204751 h 204759"/>
                <a:gd name="connsiteX10" fmla="*/ 1089064 w 1089130"/>
                <a:gd name="connsiteY10" fmla="*/ 200815 h 204759"/>
                <a:gd name="connsiteX11" fmla="*/ 1089064 w 1089130"/>
                <a:gd name="connsiteY11" fmla="*/ 199418 h 204759"/>
                <a:gd name="connsiteX12" fmla="*/ 1089064 w 1089130"/>
                <a:gd name="connsiteY12" fmla="*/ 198402 h 204759"/>
                <a:gd name="connsiteX13" fmla="*/ 1089064 w 1089130"/>
                <a:gd name="connsiteY13" fmla="*/ 197641 h 204759"/>
                <a:gd name="connsiteX14" fmla="*/ 1089064 w 1089130"/>
                <a:gd name="connsiteY14" fmla="*/ 196879 h 204759"/>
                <a:gd name="connsiteX15" fmla="*/ 1088302 w 1089130"/>
                <a:gd name="connsiteY15" fmla="*/ 196244 h 204759"/>
                <a:gd name="connsiteX16" fmla="*/ 1087413 w 1089130"/>
                <a:gd name="connsiteY16" fmla="*/ 195609 h 204759"/>
                <a:gd name="connsiteX17" fmla="*/ 1086524 w 1089130"/>
                <a:gd name="connsiteY17" fmla="*/ 195609 h 204759"/>
                <a:gd name="connsiteX18" fmla="*/ 1086524 w 1089130"/>
                <a:gd name="connsiteY18" fmla="*/ 195609 h 204759"/>
                <a:gd name="connsiteX19" fmla="*/ 1082969 w 1089130"/>
                <a:gd name="connsiteY19" fmla="*/ 194974 h 204759"/>
                <a:gd name="connsiteX20" fmla="*/ 16436 w 1089130"/>
                <a:gd name="connsiteY20" fmla="*/ 1731 h 204759"/>
                <a:gd name="connsiteX21" fmla="*/ 7802 w 1089130"/>
                <a:gd name="connsiteY21" fmla="*/ 80 h 204759"/>
                <a:gd name="connsiteX22" fmla="*/ 2343 w 1089130"/>
                <a:gd name="connsiteY22" fmla="*/ 2111 h 204759"/>
                <a:gd name="connsiteX23" fmla="*/ 2343 w 1089130"/>
                <a:gd name="connsiteY23" fmla="*/ 2111 h 204759"/>
                <a:gd name="connsiteX24" fmla="*/ 2343 w 1089130"/>
                <a:gd name="connsiteY24" fmla="*/ 2111 h 204759"/>
                <a:gd name="connsiteX25" fmla="*/ 2343 w 1089130"/>
                <a:gd name="connsiteY25" fmla="*/ 3127 h 204759"/>
                <a:gd name="connsiteX26" fmla="*/ 2343 w 1089130"/>
                <a:gd name="connsiteY26" fmla="*/ 3127 h 204759"/>
                <a:gd name="connsiteX27" fmla="*/ 2343 w 1089130"/>
                <a:gd name="connsiteY27" fmla="*/ 3762 h 204759"/>
                <a:gd name="connsiteX28" fmla="*/ 57 w 1089130"/>
                <a:gd name="connsiteY28" fmla="*/ 5793 h 2047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089130" h="204759">
                  <a:moveTo>
                    <a:pt x="57" y="5793"/>
                  </a:moveTo>
                  <a:cubicBezTo>
                    <a:pt x="-19" y="6086"/>
                    <a:pt x="-19" y="6390"/>
                    <a:pt x="57" y="6682"/>
                  </a:cubicBezTo>
                  <a:cubicBezTo>
                    <a:pt x="-6" y="6974"/>
                    <a:pt x="-6" y="7279"/>
                    <a:pt x="57" y="7571"/>
                  </a:cubicBezTo>
                  <a:cubicBezTo>
                    <a:pt x="57" y="7571"/>
                    <a:pt x="57" y="7571"/>
                    <a:pt x="692" y="8333"/>
                  </a:cubicBezTo>
                  <a:cubicBezTo>
                    <a:pt x="1327" y="9095"/>
                    <a:pt x="692" y="8333"/>
                    <a:pt x="1327" y="8333"/>
                  </a:cubicBezTo>
                  <a:cubicBezTo>
                    <a:pt x="1987" y="8752"/>
                    <a:pt x="2723" y="9057"/>
                    <a:pt x="3485" y="9222"/>
                  </a:cubicBezTo>
                  <a:lnTo>
                    <a:pt x="9961" y="10364"/>
                  </a:lnTo>
                  <a:lnTo>
                    <a:pt x="1078399" y="203989"/>
                  </a:lnTo>
                  <a:lnTo>
                    <a:pt x="1082715" y="204751"/>
                  </a:lnTo>
                  <a:lnTo>
                    <a:pt x="1083731" y="204751"/>
                  </a:lnTo>
                  <a:cubicBezTo>
                    <a:pt x="1086220" y="204891"/>
                    <a:pt x="1088454" y="203240"/>
                    <a:pt x="1089064" y="200815"/>
                  </a:cubicBezTo>
                  <a:cubicBezTo>
                    <a:pt x="1089127" y="200345"/>
                    <a:pt x="1089127" y="199888"/>
                    <a:pt x="1089064" y="199418"/>
                  </a:cubicBezTo>
                  <a:cubicBezTo>
                    <a:pt x="1089115" y="199088"/>
                    <a:pt x="1089115" y="198733"/>
                    <a:pt x="1089064" y="198402"/>
                  </a:cubicBezTo>
                  <a:cubicBezTo>
                    <a:pt x="1089153" y="198161"/>
                    <a:pt x="1089153" y="197882"/>
                    <a:pt x="1089064" y="197641"/>
                  </a:cubicBezTo>
                  <a:lnTo>
                    <a:pt x="1089064" y="196879"/>
                  </a:lnTo>
                  <a:lnTo>
                    <a:pt x="1088302" y="196244"/>
                  </a:lnTo>
                  <a:lnTo>
                    <a:pt x="1087413" y="195609"/>
                  </a:lnTo>
                  <a:lnTo>
                    <a:pt x="1086524" y="195609"/>
                  </a:lnTo>
                  <a:lnTo>
                    <a:pt x="1086524" y="195609"/>
                  </a:lnTo>
                  <a:lnTo>
                    <a:pt x="1082969" y="194974"/>
                  </a:lnTo>
                  <a:lnTo>
                    <a:pt x="16436" y="1731"/>
                  </a:lnTo>
                  <a:lnTo>
                    <a:pt x="7802" y="80"/>
                  </a:lnTo>
                  <a:cubicBezTo>
                    <a:pt x="5745" y="-263"/>
                    <a:pt x="3676" y="512"/>
                    <a:pt x="2343" y="2111"/>
                  </a:cubicBezTo>
                  <a:lnTo>
                    <a:pt x="2343" y="2111"/>
                  </a:lnTo>
                  <a:lnTo>
                    <a:pt x="2343" y="2111"/>
                  </a:lnTo>
                  <a:cubicBezTo>
                    <a:pt x="2317" y="2454"/>
                    <a:pt x="2317" y="2784"/>
                    <a:pt x="2343" y="3127"/>
                  </a:cubicBezTo>
                  <a:lnTo>
                    <a:pt x="2343" y="3127"/>
                  </a:lnTo>
                  <a:lnTo>
                    <a:pt x="2343" y="3762"/>
                  </a:lnTo>
                  <a:cubicBezTo>
                    <a:pt x="2343" y="3762"/>
                    <a:pt x="-70" y="5539"/>
                    <a:pt x="57" y="5793"/>
                  </a:cubicBezTo>
                  <a:close/>
                </a:path>
              </a:pathLst>
            </a:custGeom>
            <a:solidFill>
              <a:schemeClr val="accent1">
                <a:lumMod val="75000"/>
              </a:schemeClr>
            </a:solidFill>
            <a:ln w="12690" cap="flat">
              <a:noFill/>
              <a:prstDash val="solid"/>
              <a:miter/>
            </a:ln>
          </p:spPr>
          <p:txBody>
            <a:bodyPr rtlCol="0" anchor="ctr"/>
            <a:lstStyle/>
            <a:p>
              <a:endParaRPr lang="en-US" sz="1350"/>
            </a:p>
          </p:txBody>
        </p:sp>
        <p:sp>
          <p:nvSpPr>
            <p:cNvPr id="492" name="Freeform: Shape 491">
              <a:extLst>
                <a:ext uri="{FF2B5EF4-FFF2-40B4-BE49-F238E27FC236}">
                  <a16:creationId xmlns:a16="http://schemas.microsoft.com/office/drawing/2014/main" id="{D0519E3A-1811-40B7-B877-57422A9A8D5C}"/>
                </a:ext>
              </a:extLst>
            </p:cNvPr>
            <p:cNvSpPr/>
            <p:nvPr/>
          </p:nvSpPr>
          <p:spPr>
            <a:xfrm>
              <a:off x="8659109" y="2038698"/>
              <a:ext cx="97638" cy="84687"/>
            </a:xfrm>
            <a:custGeom>
              <a:avLst/>
              <a:gdLst>
                <a:gd name="connsiteX0" fmla="*/ 88370 w 97638"/>
                <a:gd name="connsiteY0" fmla="*/ 2032 h 84687"/>
                <a:gd name="connsiteX1" fmla="*/ 88370 w 97638"/>
                <a:gd name="connsiteY1" fmla="*/ 0 h 84687"/>
                <a:gd name="connsiteX2" fmla="*/ 1651 w 97638"/>
                <a:gd name="connsiteY2" fmla="*/ 70721 h 84687"/>
                <a:gd name="connsiteX3" fmla="*/ 1651 w 97638"/>
                <a:gd name="connsiteY3" fmla="*/ 81640 h 84687"/>
                <a:gd name="connsiteX4" fmla="*/ 1651 w 97638"/>
                <a:gd name="connsiteY4" fmla="*/ 82401 h 84687"/>
                <a:gd name="connsiteX5" fmla="*/ 1651 w 97638"/>
                <a:gd name="connsiteY5" fmla="*/ 82401 h 84687"/>
                <a:gd name="connsiteX6" fmla="*/ 1651 w 97638"/>
                <a:gd name="connsiteY6" fmla="*/ 82401 h 84687"/>
                <a:gd name="connsiteX7" fmla="*/ 0 w 97638"/>
                <a:gd name="connsiteY7" fmla="*/ 84687 h 84687"/>
                <a:gd name="connsiteX8" fmla="*/ 0 w 97638"/>
                <a:gd name="connsiteY8" fmla="*/ 84687 h 84687"/>
                <a:gd name="connsiteX9" fmla="*/ 97639 w 97638"/>
                <a:gd name="connsiteY9" fmla="*/ 5206 h 84687"/>
                <a:gd name="connsiteX10" fmla="*/ 97639 w 97638"/>
                <a:gd name="connsiteY10" fmla="*/ 5206 h 84687"/>
                <a:gd name="connsiteX11" fmla="*/ 93957 w 97638"/>
                <a:gd name="connsiteY11" fmla="*/ 6475 h 84687"/>
                <a:gd name="connsiteX12" fmla="*/ 88370 w 97638"/>
                <a:gd name="connsiteY12" fmla="*/ 2032 h 846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97638" h="84687">
                  <a:moveTo>
                    <a:pt x="88370" y="2032"/>
                  </a:moveTo>
                  <a:lnTo>
                    <a:pt x="88370" y="0"/>
                  </a:lnTo>
                  <a:lnTo>
                    <a:pt x="1651" y="70721"/>
                  </a:lnTo>
                  <a:lnTo>
                    <a:pt x="1651" y="81640"/>
                  </a:lnTo>
                  <a:cubicBezTo>
                    <a:pt x="1702" y="81894"/>
                    <a:pt x="1702" y="82148"/>
                    <a:pt x="1651" y="82401"/>
                  </a:cubicBezTo>
                  <a:cubicBezTo>
                    <a:pt x="1651" y="82401"/>
                    <a:pt x="1651" y="82401"/>
                    <a:pt x="1651" y="82401"/>
                  </a:cubicBezTo>
                  <a:lnTo>
                    <a:pt x="1651" y="82401"/>
                  </a:lnTo>
                  <a:cubicBezTo>
                    <a:pt x="1346" y="83316"/>
                    <a:pt x="762" y="84103"/>
                    <a:pt x="0" y="84687"/>
                  </a:cubicBezTo>
                  <a:lnTo>
                    <a:pt x="0" y="84687"/>
                  </a:lnTo>
                  <a:lnTo>
                    <a:pt x="97639" y="5206"/>
                  </a:lnTo>
                  <a:lnTo>
                    <a:pt x="97639" y="5206"/>
                  </a:lnTo>
                  <a:cubicBezTo>
                    <a:pt x="96585" y="6018"/>
                    <a:pt x="95290" y="6463"/>
                    <a:pt x="93957" y="6475"/>
                  </a:cubicBezTo>
                  <a:cubicBezTo>
                    <a:pt x="91214" y="6704"/>
                    <a:pt x="88764" y="4761"/>
                    <a:pt x="88370" y="2032"/>
                  </a:cubicBezTo>
                  <a:close/>
                </a:path>
              </a:pathLst>
            </a:custGeom>
            <a:solidFill>
              <a:srgbClr val="000000"/>
            </a:solidFill>
            <a:ln w="12690" cap="flat">
              <a:noFill/>
              <a:prstDash val="solid"/>
              <a:miter/>
            </a:ln>
          </p:spPr>
          <p:txBody>
            <a:bodyPr rtlCol="0" anchor="ctr"/>
            <a:lstStyle/>
            <a:p>
              <a:endParaRPr lang="en-US" sz="1350"/>
            </a:p>
          </p:txBody>
        </p:sp>
        <p:sp>
          <p:nvSpPr>
            <p:cNvPr id="493" name="Freeform: Shape 492">
              <a:extLst>
                <a:ext uri="{FF2B5EF4-FFF2-40B4-BE49-F238E27FC236}">
                  <a16:creationId xmlns:a16="http://schemas.microsoft.com/office/drawing/2014/main" id="{1BA5CB48-9C1F-4CE2-986D-4365813F3388}"/>
                </a:ext>
              </a:extLst>
            </p:cNvPr>
            <p:cNvSpPr/>
            <p:nvPr/>
          </p:nvSpPr>
          <p:spPr>
            <a:xfrm>
              <a:off x="8257636" y="2018257"/>
              <a:ext cx="397410" cy="106906"/>
            </a:xfrm>
            <a:custGeom>
              <a:avLst/>
              <a:gdLst>
                <a:gd name="connsiteX0" fmla="*/ 392205 w 397410"/>
                <a:gd name="connsiteY0" fmla="*/ 101827 h 106906"/>
                <a:gd name="connsiteX1" fmla="*/ 392205 w 397410"/>
                <a:gd name="connsiteY1" fmla="*/ 95479 h 106906"/>
                <a:gd name="connsiteX2" fmla="*/ 7110 w 397410"/>
                <a:gd name="connsiteY2" fmla="*/ 0 h 106906"/>
                <a:gd name="connsiteX3" fmla="*/ 7110 w 397410"/>
                <a:gd name="connsiteY3" fmla="*/ 3682 h 106906"/>
                <a:gd name="connsiteX4" fmla="*/ 1778 w 397410"/>
                <a:gd name="connsiteY4" fmla="*/ 8634 h 106906"/>
                <a:gd name="connsiteX5" fmla="*/ 0 w 397410"/>
                <a:gd name="connsiteY5" fmla="*/ 8634 h 106906"/>
                <a:gd name="connsiteX6" fmla="*/ 0 w 397410"/>
                <a:gd name="connsiteY6" fmla="*/ 8634 h 106906"/>
                <a:gd name="connsiteX7" fmla="*/ 396014 w 397410"/>
                <a:gd name="connsiteY7" fmla="*/ 106906 h 106906"/>
                <a:gd name="connsiteX8" fmla="*/ 397410 w 397410"/>
                <a:gd name="connsiteY8" fmla="*/ 106906 h 106906"/>
                <a:gd name="connsiteX9" fmla="*/ 392205 w 397410"/>
                <a:gd name="connsiteY9" fmla="*/ 101827 h 106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7410" h="106906">
                  <a:moveTo>
                    <a:pt x="392205" y="101827"/>
                  </a:moveTo>
                  <a:lnTo>
                    <a:pt x="392205" y="95479"/>
                  </a:lnTo>
                  <a:lnTo>
                    <a:pt x="7110" y="0"/>
                  </a:lnTo>
                  <a:lnTo>
                    <a:pt x="7110" y="3682"/>
                  </a:lnTo>
                  <a:cubicBezTo>
                    <a:pt x="6971" y="6501"/>
                    <a:pt x="4609" y="8710"/>
                    <a:pt x="1778" y="8634"/>
                  </a:cubicBezTo>
                  <a:cubicBezTo>
                    <a:pt x="1193" y="8760"/>
                    <a:pt x="584" y="8760"/>
                    <a:pt x="0" y="8634"/>
                  </a:cubicBezTo>
                  <a:lnTo>
                    <a:pt x="0" y="8634"/>
                  </a:lnTo>
                  <a:lnTo>
                    <a:pt x="396014" y="106906"/>
                  </a:lnTo>
                  <a:lnTo>
                    <a:pt x="397410" y="106906"/>
                  </a:lnTo>
                  <a:cubicBezTo>
                    <a:pt x="394580" y="106906"/>
                    <a:pt x="392269" y="104659"/>
                    <a:pt x="392205" y="101827"/>
                  </a:cubicBezTo>
                  <a:close/>
                </a:path>
              </a:pathLst>
            </a:custGeom>
            <a:solidFill>
              <a:srgbClr val="000000"/>
            </a:solidFill>
            <a:ln w="12690" cap="flat">
              <a:noFill/>
              <a:prstDash val="solid"/>
              <a:miter/>
            </a:ln>
          </p:spPr>
          <p:txBody>
            <a:bodyPr rtlCol="0" anchor="ctr"/>
            <a:lstStyle/>
            <a:p>
              <a:endParaRPr lang="en-US" sz="1350"/>
            </a:p>
          </p:txBody>
        </p:sp>
        <p:sp>
          <p:nvSpPr>
            <p:cNvPr id="494" name="Freeform: Shape 493">
              <a:extLst>
                <a:ext uri="{FF2B5EF4-FFF2-40B4-BE49-F238E27FC236}">
                  <a16:creationId xmlns:a16="http://schemas.microsoft.com/office/drawing/2014/main" id="{B4BA4B6D-A5E7-463E-9E58-D5E59CBE33BD}"/>
                </a:ext>
              </a:extLst>
            </p:cNvPr>
            <p:cNvSpPr/>
            <p:nvPr/>
          </p:nvSpPr>
          <p:spPr>
            <a:xfrm>
              <a:off x="8660507" y="2121480"/>
              <a:ext cx="47" cy="761"/>
            </a:xfrm>
            <a:custGeom>
              <a:avLst/>
              <a:gdLst>
                <a:gd name="connsiteX0" fmla="*/ 0 w 47"/>
                <a:gd name="connsiteY0" fmla="*/ 0 h 761"/>
                <a:gd name="connsiteX1" fmla="*/ 0 w 47"/>
                <a:gd name="connsiteY1" fmla="*/ 0 h 761"/>
                <a:gd name="connsiteX2" fmla="*/ 0 w 47"/>
                <a:gd name="connsiteY2" fmla="*/ 762 h 761"/>
              </a:gdLst>
              <a:ahLst/>
              <a:cxnLst>
                <a:cxn ang="0">
                  <a:pos x="connsiteX0" y="connsiteY0"/>
                </a:cxn>
                <a:cxn ang="0">
                  <a:pos x="connsiteX1" y="connsiteY1"/>
                </a:cxn>
                <a:cxn ang="0">
                  <a:pos x="connsiteX2" y="connsiteY2"/>
                </a:cxn>
              </a:cxnLst>
              <a:rect l="l" t="t" r="r" b="b"/>
              <a:pathLst>
                <a:path w="47" h="761">
                  <a:moveTo>
                    <a:pt x="0" y="0"/>
                  </a:moveTo>
                  <a:cubicBezTo>
                    <a:pt x="0" y="0"/>
                    <a:pt x="0" y="0"/>
                    <a:pt x="0" y="0"/>
                  </a:cubicBezTo>
                  <a:cubicBezTo>
                    <a:pt x="64" y="254"/>
                    <a:pt x="64" y="508"/>
                    <a:pt x="0" y="762"/>
                  </a:cubicBezTo>
                  <a:close/>
                </a:path>
              </a:pathLst>
            </a:custGeom>
            <a:solidFill>
              <a:srgbClr val="000000"/>
            </a:solidFill>
            <a:ln w="12690" cap="flat">
              <a:noFill/>
              <a:prstDash val="solid"/>
              <a:miter/>
            </a:ln>
          </p:spPr>
          <p:txBody>
            <a:bodyPr rtlCol="0" anchor="ctr"/>
            <a:lstStyle/>
            <a:p>
              <a:endParaRPr lang="en-US" sz="1350"/>
            </a:p>
          </p:txBody>
        </p:sp>
        <p:sp>
          <p:nvSpPr>
            <p:cNvPr id="495" name="Freeform: Shape 494">
              <a:extLst>
                <a:ext uri="{FF2B5EF4-FFF2-40B4-BE49-F238E27FC236}">
                  <a16:creationId xmlns:a16="http://schemas.microsoft.com/office/drawing/2014/main" id="{FC885A14-C193-45D1-B4C5-6A8057EB8555}"/>
                </a:ext>
              </a:extLst>
            </p:cNvPr>
            <p:cNvSpPr/>
            <p:nvPr/>
          </p:nvSpPr>
          <p:spPr>
            <a:xfrm>
              <a:off x="8255605" y="191528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496" name="Freeform: Shape 495">
              <a:extLst>
                <a:ext uri="{FF2B5EF4-FFF2-40B4-BE49-F238E27FC236}">
                  <a16:creationId xmlns:a16="http://schemas.microsoft.com/office/drawing/2014/main" id="{227EA2EF-CA49-4E99-BC12-D8AFD5A1D419}"/>
                </a:ext>
              </a:extLst>
            </p:cNvPr>
            <p:cNvSpPr/>
            <p:nvPr/>
          </p:nvSpPr>
          <p:spPr>
            <a:xfrm>
              <a:off x="8254405" y="1916810"/>
              <a:ext cx="56" cy="56"/>
            </a:xfrm>
            <a:custGeom>
              <a:avLst/>
              <a:gdLst>
                <a:gd name="connsiteX0" fmla="*/ 56 w 56"/>
                <a:gd name="connsiteY0" fmla="*/ 0 h 56"/>
                <a:gd name="connsiteX1" fmla="*/ 56 w 56"/>
                <a:gd name="connsiteY1" fmla="*/ 0 h 56"/>
                <a:gd name="connsiteX2" fmla="*/ 56 w 56"/>
                <a:gd name="connsiteY2" fmla="*/ 0 h 56"/>
                <a:gd name="connsiteX3" fmla="*/ 56 w 56"/>
                <a:gd name="connsiteY3" fmla="*/ 0 h 56"/>
              </a:gdLst>
              <a:ahLst/>
              <a:cxnLst>
                <a:cxn ang="0">
                  <a:pos x="connsiteX0" y="connsiteY0"/>
                </a:cxn>
                <a:cxn ang="0">
                  <a:pos x="connsiteX1" y="connsiteY1"/>
                </a:cxn>
                <a:cxn ang="0">
                  <a:pos x="connsiteX2" y="connsiteY2"/>
                </a:cxn>
                <a:cxn ang="0">
                  <a:pos x="connsiteX3" y="connsiteY3"/>
                </a:cxn>
              </a:cxnLst>
              <a:rect l="l" t="t" r="r" b="b"/>
              <a:pathLst>
                <a:path w="56" h="56">
                  <a:moveTo>
                    <a:pt x="56" y="0"/>
                  </a:moveTo>
                  <a:lnTo>
                    <a:pt x="56" y="0"/>
                  </a:lnTo>
                  <a:lnTo>
                    <a:pt x="56" y="0"/>
                  </a:lnTo>
                  <a:cubicBezTo>
                    <a:pt x="56" y="0"/>
                    <a:pt x="-71" y="127"/>
                    <a:pt x="56" y="0"/>
                  </a:cubicBezTo>
                  <a:close/>
                </a:path>
              </a:pathLst>
            </a:custGeom>
            <a:solidFill>
              <a:srgbClr val="000000"/>
            </a:solidFill>
            <a:ln w="12690" cap="flat">
              <a:noFill/>
              <a:prstDash val="solid"/>
              <a:miter/>
            </a:ln>
          </p:spPr>
          <p:txBody>
            <a:bodyPr rtlCol="0" anchor="ctr"/>
            <a:lstStyle/>
            <a:p>
              <a:endParaRPr lang="en-US" sz="1350"/>
            </a:p>
          </p:txBody>
        </p:sp>
        <p:sp>
          <p:nvSpPr>
            <p:cNvPr id="497" name="Freeform: Shape 496">
              <a:extLst>
                <a:ext uri="{FF2B5EF4-FFF2-40B4-BE49-F238E27FC236}">
                  <a16:creationId xmlns:a16="http://schemas.microsoft.com/office/drawing/2014/main" id="{01354500-E234-42B8-9379-E7DFBD4258EE}"/>
                </a:ext>
              </a:extLst>
            </p:cNvPr>
            <p:cNvSpPr/>
            <p:nvPr/>
          </p:nvSpPr>
          <p:spPr>
            <a:xfrm>
              <a:off x="8255303" y="1920111"/>
              <a:ext cx="9443" cy="106493"/>
            </a:xfrm>
            <a:custGeom>
              <a:avLst/>
              <a:gdLst>
                <a:gd name="connsiteX0" fmla="*/ 9443 w 9443"/>
                <a:gd name="connsiteY0" fmla="*/ 101827 h 106493"/>
                <a:gd name="connsiteX1" fmla="*/ 9443 w 9443"/>
                <a:gd name="connsiteY1" fmla="*/ 5079 h 106493"/>
                <a:gd name="connsiteX2" fmla="*/ 2587 w 9443"/>
                <a:gd name="connsiteY2" fmla="*/ 3428 h 106493"/>
                <a:gd name="connsiteX3" fmla="*/ 2587 w 9443"/>
                <a:gd name="connsiteY3" fmla="*/ 3428 h 106493"/>
                <a:gd name="connsiteX4" fmla="*/ 1825 w 9443"/>
                <a:gd name="connsiteY4" fmla="*/ 3428 h 106493"/>
                <a:gd name="connsiteX5" fmla="*/ 682 w 9443"/>
                <a:gd name="connsiteY5" fmla="*/ 2666 h 106493"/>
                <a:gd name="connsiteX6" fmla="*/ 682 w 9443"/>
                <a:gd name="connsiteY6" fmla="*/ 2666 h 106493"/>
                <a:gd name="connsiteX7" fmla="*/ 682 w 9443"/>
                <a:gd name="connsiteY7" fmla="*/ 2666 h 106493"/>
                <a:gd name="connsiteX8" fmla="*/ 48 w 9443"/>
                <a:gd name="connsiteY8" fmla="*/ 1777 h 106493"/>
                <a:gd name="connsiteX9" fmla="*/ 48 w 9443"/>
                <a:gd name="connsiteY9" fmla="*/ 1016 h 106493"/>
                <a:gd name="connsiteX10" fmla="*/ 48 w 9443"/>
                <a:gd name="connsiteY10" fmla="*/ 0 h 106493"/>
                <a:gd name="connsiteX11" fmla="*/ 48 w 9443"/>
                <a:gd name="connsiteY11" fmla="*/ 0 h 106493"/>
                <a:gd name="connsiteX12" fmla="*/ 48 w 9443"/>
                <a:gd name="connsiteY12" fmla="*/ 0 h 106493"/>
                <a:gd name="connsiteX13" fmla="*/ 48 w 9443"/>
                <a:gd name="connsiteY13" fmla="*/ 103097 h 106493"/>
                <a:gd name="connsiteX14" fmla="*/ 48 w 9443"/>
                <a:gd name="connsiteY14" fmla="*/ 103097 h 106493"/>
                <a:gd name="connsiteX15" fmla="*/ 48 w 9443"/>
                <a:gd name="connsiteY15" fmla="*/ 103986 h 106493"/>
                <a:gd name="connsiteX16" fmla="*/ 48 w 9443"/>
                <a:gd name="connsiteY16" fmla="*/ 104875 h 106493"/>
                <a:gd name="connsiteX17" fmla="*/ 48 w 9443"/>
                <a:gd name="connsiteY17" fmla="*/ 105637 h 106493"/>
                <a:gd name="connsiteX18" fmla="*/ 809 w 9443"/>
                <a:gd name="connsiteY18" fmla="*/ 106398 h 106493"/>
                <a:gd name="connsiteX19" fmla="*/ 1571 w 9443"/>
                <a:gd name="connsiteY19" fmla="*/ 106398 h 106493"/>
                <a:gd name="connsiteX20" fmla="*/ 2587 w 9443"/>
                <a:gd name="connsiteY20" fmla="*/ 106398 h 106493"/>
                <a:gd name="connsiteX21" fmla="*/ 4365 w 9443"/>
                <a:gd name="connsiteY21" fmla="*/ 106398 h 106493"/>
                <a:gd name="connsiteX22" fmla="*/ 9443 w 9443"/>
                <a:gd name="connsiteY22" fmla="*/ 101827 h 106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443" h="106493">
                  <a:moveTo>
                    <a:pt x="9443" y="101827"/>
                  </a:moveTo>
                  <a:lnTo>
                    <a:pt x="9443" y="5079"/>
                  </a:lnTo>
                  <a:lnTo>
                    <a:pt x="2587" y="3428"/>
                  </a:lnTo>
                  <a:lnTo>
                    <a:pt x="2587" y="3428"/>
                  </a:lnTo>
                  <a:lnTo>
                    <a:pt x="1825" y="3428"/>
                  </a:lnTo>
                  <a:lnTo>
                    <a:pt x="682" y="2666"/>
                  </a:lnTo>
                  <a:lnTo>
                    <a:pt x="682" y="2666"/>
                  </a:lnTo>
                  <a:lnTo>
                    <a:pt x="682" y="2666"/>
                  </a:lnTo>
                  <a:cubicBezTo>
                    <a:pt x="403" y="2425"/>
                    <a:pt x="187" y="2120"/>
                    <a:pt x="48" y="1777"/>
                  </a:cubicBezTo>
                  <a:cubicBezTo>
                    <a:pt x="-3" y="1524"/>
                    <a:pt x="-3" y="1270"/>
                    <a:pt x="48" y="1016"/>
                  </a:cubicBezTo>
                  <a:cubicBezTo>
                    <a:pt x="-16" y="685"/>
                    <a:pt x="-16" y="330"/>
                    <a:pt x="48" y="0"/>
                  </a:cubicBezTo>
                  <a:lnTo>
                    <a:pt x="48" y="0"/>
                  </a:lnTo>
                  <a:lnTo>
                    <a:pt x="48" y="0"/>
                  </a:lnTo>
                  <a:lnTo>
                    <a:pt x="48" y="103097"/>
                  </a:lnTo>
                  <a:lnTo>
                    <a:pt x="48" y="103097"/>
                  </a:lnTo>
                  <a:cubicBezTo>
                    <a:pt x="-16" y="103389"/>
                    <a:pt x="-16" y="103694"/>
                    <a:pt x="48" y="103986"/>
                  </a:cubicBezTo>
                  <a:lnTo>
                    <a:pt x="48" y="104875"/>
                  </a:lnTo>
                  <a:lnTo>
                    <a:pt x="48" y="105637"/>
                  </a:lnTo>
                  <a:lnTo>
                    <a:pt x="809" y="106398"/>
                  </a:lnTo>
                  <a:lnTo>
                    <a:pt x="1571" y="106398"/>
                  </a:lnTo>
                  <a:lnTo>
                    <a:pt x="2587" y="106398"/>
                  </a:lnTo>
                  <a:cubicBezTo>
                    <a:pt x="3171" y="106525"/>
                    <a:pt x="3781" y="106525"/>
                    <a:pt x="4365" y="106398"/>
                  </a:cubicBezTo>
                  <a:cubicBezTo>
                    <a:pt x="6955" y="106360"/>
                    <a:pt x="9126" y="104405"/>
                    <a:pt x="9443" y="101827"/>
                  </a:cubicBezTo>
                  <a:close/>
                </a:path>
              </a:pathLst>
            </a:custGeom>
            <a:solidFill>
              <a:srgbClr val="000000"/>
            </a:solidFill>
            <a:ln w="12690" cap="flat">
              <a:noFill/>
              <a:prstDash val="solid"/>
              <a:miter/>
            </a:ln>
          </p:spPr>
          <p:txBody>
            <a:bodyPr rtlCol="0" anchor="ctr"/>
            <a:lstStyle/>
            <a:p>
              <a:endParaRPr lang="en-US" sz="1350"/>
            </a:p>
          </p:txBody>
        </p:sp>
        <p:sp>
          <p:nvSpPr>
            <p:cNvPr id="498" name="Freeform: Shape 497">
              <a:extLst>
                <a:ext uri="{FF2B5EF4-FFF2-40B4-BE49-F238E27FC236}">
                  <a16:creationId xmlns:a16="http://schemas.microsoft.com/office/drawing/2014/main" id="{A5306ED4-8069-4612-AABC-43308C774495}"/>
                </a:ext>
              </a:extLst>
            </p:cNvPr>
            <p:cNvSpPr/>
            <p:nvPr/>
          </p:nvSpPr>
          <p:spPr>
            <a:xfrm>
              <a:off x="8649714" y="2018510"/>
              <a:ext cx="10830" cy="106277"/>
            </a:xfrm>
            <a:custGeom>
              <a:avLst/>
              <a:gdLst>
                <a:gd name="connsiteX0" fmla="*/ 10793 w 10830"/>
                <a:gd name="connsiteY0" fmla="*/ 102335 h 106277"/>
                <a:gd name="connsiteX1" fmla="*/ 10793 w 10830"/>
                <a:gd name="connsiteY1" fmla="*/ 101574 h 106277"/>
                <a:gd name="connsiteX2" fmla="*/ 10793 w 10830"/>
                <a:gd name="connsiteY2" fmla="*/ 0 h 106277"/>
                <a:gd name="connsiteX3" fmla="*/ 8888 w 10830"/>
                <a:gd name="connsiteY3" fmla="*/ 1396 h 106277"/>
                <a:gd name="connsiteX4" fmla="*/ 8888 w 10830"/>
                <a:gd name="connsiteY4" fmla="*/ 1396 h 106277"/>
                <a:gd name="connsiteX5" fmla="*/ 5460 w 10830"/>
                <a:gd name="connsiteY5" fmla="*/ 2539 h 106277"/>
                <a:gd name="connsiteX6" fmla="*/ 4063 w 10830"/>
                <a:gd name="connsiteY6" fmla="*/ 2539 h 106277"/>
                <a:gd name="connsiteX7" fmla="*/ 0 w 10830"/>
                <a:gd name="connsiteY7" fmla="*/ 1524 h 106277"/>
                <a:gd name="connsiteX8" fmla="*/ 0 w 10830"/>
                <a:gd name="connsiteY8" fmla="*/ 101320 h 106277"/>
                <a:gd name="connsiteX9" fmla="*/ 5447 w 10830"/>
                <a:gd name="connsiteY9" fmla="*/ 106271 h 106277"/>
                <a:gd name="connsiteX10" fmla="*/ 5460 w 10830"/>
                <a:gd name="connsiteY10" fmla="*/ 106271 h 106277"/>
                <a:gd name="connsiteX11" fmla="*/ 8380 w 10830"/>
                <a:gd name="connsiteY11" fmla="*/ 105382 h 106277"/>
                <a:gd name="connsiteX12" fmla="*/ 8380 w 10830"/>
                <a:gd name="connsiteY12" fmla="*/ 105382 h 106277"/>
                <a:gd name="connsiteX13" fmla="*/ 8380 w 10830"/>
                <a:gd name="connsiteY13" fmla="*/ 105382 h 106277"/>
                <a:gd name="connsiteX14" fmla="*/ 10031 w 10830"/>
                <a:gd name="connsiteY14" fmla="*/ 103097 h 106277"/>
                <a:gd name="connsiteX15" fmla="*/ 10793 w 10830"/>
                <a:gd name="connsiteY15" fmla="*/ 102335 h 106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830" h="106277">
                  <a:moveTo>
                    <a:pt x="10793" y="102335"/>
                  </a:moveTo>
                  <a:cubicBezTo>
                    <a:pt x="10843" y="102082"/>
                    <a:pt x="10843" y="101827"/>
                    <a:pt x="10793" y="101574"/>
                  </a:cubicBezTo>
                  <a:lnTo>
                    <a:pt x="10793" y="0"/>
                  </a:lnTo>
                  <a:lnTo>
                    <a:pt x="8888" y="1396"/>
                  </a:lnTo>
                  <a:lnTo>
                    <a:pt x="8888" y="1396"/>
                  </a:lnTo>
                  <a:cubicBezTo>
                    <a:pt x="7898" y="2146"/>
                    <a:pt x="6704" y="2552"/>
                    <a:pt x="5460" y="2539"/>
                  </a:cubicBezTo>
                  <a:lnTo>
                    <a:pt x="4063" y="2539"/>
                  </a:lnTo>
                  <a:lnTo>
                    <a:pt x="0" y="1524"/>
                  </a:lnTo>
                  <a:lnTo>
                    <a:pt x="0" y="101320"/>
                  </a:lnTo>
                  <a:cubicBezTo>
                    <a:pt x="139" y="104189"/>
                    <a:pt x="2577" y="106411"/>
                    <a:pt x="5447" y="106271"/>
                  </a:cubicBezTo>
                  <a:cubicBezTo>
                    <a:pt x="5447" y="106271"/>
                    <a:pt x="5460" y="106271"/>
                    <a:pt x="5460" y="106271"/>
                  </a:cubicBezTo>
                  <a:cubicBezTo>
                    <a:pt x="6501" y="106246"/>
                    <a:pt x="7504" y="105941"/>
                    <a:pt x="8380" y="105382"/>
                  </a:cubicBezTo>
                  <a:lnTo>
                    <a:pt x="8380" y="105382"/>
                  </a:lnTo>
                  <a:lnTo>
                    <a:pt x="8380" y="105382"/>
                  </a:lnTo>
                  <a:cubicBezTo>
                    <a:pt x="9142" y="104799"/>
                    <a:pt x="9726" y="104011"/>
                    <a:pt x="10031" y="103097"/>
                  </a:cubicBezTo>
                  <a:cubicBezTo>
                    <a:pt x="10361" y="102932"/>
                    <a:pt x="10628" y="102666"/>
                    <a:pt x="10793" y="102335"/>
                  </a:cubicBezTo>
                  <a:close/>
                </a:path>
              </a:pathLst>
            </a:custGeom>
            <a:solidFill>
              <a:srgbClr val="000000"/>
            </a:solidFill>
            <a:ln w="12690" cap="flat">
              <a:noFill/>
              <a:prstDash val="solid"/>
              <a:miter/>
            </a:ln>
          </p:spPr>
          <p:txBody>
            <a:bodyPr rtlCol="0" anchor="ctr"/>
            <a:lstStyle/>
            <a:p>
              <a:endParaRPr lang="en-US" sz="1350"/>
            </a:p>
          </p:txBody>
        </p:sp>
        <p:sp>
          <p:nvSpPr>
            <p:cNvPr id="499" name="Freeform: Shape 498">
              <a:extLst>
                <a:ext uri="{FF2B5EF4-FFF2-40B4-BE49-F238E27FC236}">
                  <a16:creationId xmlns:a16="http://schemas.microsoft.com/office/drawing/2014/main" id="{733335C4-A4F0-4973-A1BA-40112BB74C66}"/>
                </a:ext>
              </a:extLst>
            </p:cNvPr>
            <p:cNvSpPr/>
            <p:nvPr/>
          </p:nvSpPr>
          <p:spPr>
            <a:xfrm>
              <a:off x="8254334" y="1916175"/>
              <a:ext cx="12696" cy="1015"/>
            </a:xfrm>
            <a:custGeom>
              <a:avLst/>
              <a:gdLst>
                <a:gd name="connsiteX0" fmla="*/ 0 w 12696"/>
                <a:gd name="connsiteY0" fmla="*/ 1016 h 1015"/>
                <a:gd name="connsiteX1" fmla="*/ 0 w 12696"/>
                <a:gd name="connsiteY1" fmla="*/ 1016 h 1015"/>
                <a:gd name="connsiteX2" fmla="*/ 0 w 12696"/>
                <a:gd name="connsiteY2" fmla="*/ 1016 h 1015"/>
                <a:gd name="connsiteX3" fmla="*/ 0 w 12696"/>
                <a:gd name="connsiteY3" fmla="*/ 0 h 1015"/>
              </a:gdLst>
              <a:ahLst/>
              <a:cxnLst>
                <a:cxn ang="0">
                  <a:pos x="connsiteX0" y="connsiteY0"/>
                </a:cxn>
                <a:cxn ang="0">
                  <a:pos x="connsiteX1" y="connsiteY1"/>
                </a:cxn>
                <a:cxn ang="0">
                  <a:pos x="connsiteX2" y="connsiteY2"/>
                </a:cxn>
                <a:cxn ang="0">
                  <a:pos x="connsiteX3" y="connsiteY3"/>
                </a:cxn>
              </a:cxnLst>
              <a:rect l="l" t="t" r="r" b="b"/>
              <a:pathLst>
                <a:path w="12696" h="1015">
                  <a:moveTo>
                    <a:pt x="0" y="1016"/>
                  </a:moveTo>
                  <a:lnTo>
                    <a:pt x="0" y="1016"/>
                  </a:lnTo>
                  <a:lnTo>
                    <a:pt x="0" y="1016"/>
                  </a:lnTo>
                  <a:cubicBezTo>
                    <a:pt x="0" y="1016"/>
                    <a:pt x="0" y="381"/>
                    <a:pt x="0" y="0"/>
                  </a:cubicBezTo>
                  <a:close/>
                </a:path>
              </a:pathLst>
            </a:custGeom>
            <a:solidFill>
              <a:srgbClr val="000000"/>
            </a:solidFill>
            <a:ln w="12690" cap="flat">
              <a:noFill/>
              <a:prstDash val="solid"/>
              <a:miter/>
            </a:ln>
          </p:spPr>
          <p:txBody>
            <a:bodyPr rtlCol="0" anchor="ctr"/>
            <a:lstStyle/>
            <a:p>
              <a:endParaRPr lang="en-US" sz="1350"/>
            </a:p>
          </p:txBody>
        </p:sp>
        <p:sp>
          <p:nvSpPr>
            <p:cNvPr id="500" name="Freeform: Shape 499">
              <a:extLst>
                <a:ext uri="{FF2B5EF4-FFF2-40B4-BE49-F238E27FC236}">
                  <a16:creationId xmlns:a16="http://schemas.microsoft.com/office/drawing/2014/main" id="{F19B09F9-53A3-492E-9E23-3041DA0CE44D}"/>
                </a:ext>
              </a:extLst>
            </p:cNvPr>
            <p:cNvSpPr/>
            <p:nvPr/>
          </p:nvSpPr>
          <p:spPr>
            <a:xfrm>
              <a:off x="8255350" y="1915413"/>
              <a:ext cx="761" cy="888"/>
            </a:xfrm>
            <a:custGeom>
              <a:avLst/>
              <a:gdLst>
                <a:gd name="connsiteX0" fmla="*/ 0 w 761"/>
                <a:gd name="connsiteY0" fmla="*/ 127 h 888"/>
                <a:gd name="connsiteX1" fmla="*/ 0 w 761"/>
                <a:gd name="connsiteY1" fmla="*/ 888 h 888"/>
                <a:gd name="connsiteX2" fmla="*/ 762 w 761"/>
                <a:gd name="connsiteY2" fmla="*/ 0 h 888"/>
              </a:gdLst>
              <a:ahLst/>
              <a:cxnLst>
                <a:cxn ang="0">
                  <a:pos x="connsiteX0" y="connsiteY0"/>
                </a:cxn>
                <a:cxn ang="0">
                  <a:pos x="connsiteX1" y="connsiteY1"/>
                </a:cxn>
                <a:cxn ang="0">
                  <a:pos x="connsiteX2" y="connsiteY2"/>
                </a:cxn>
              </a:cxnLst>
              <a:rect l="l" t="t" r="r" b="b"/>
              <a:pathLst>
                <a:path w="761" h="888">
                  <a:moveTo>
                    <a:pt x="0" y="127"/>
                  </a:moveTo>
                  <a:lnTo>
                    <a:pt x="0" y="888"/>
                  </a:lnTo>
                  <a:lnTo>
                    <a:pt x="762" y="0"/>
                  </a:lnTo>
                  <a:close/>
                </a:path>
              </a:pathLst>
            </a:custGeom>
            <a:solidFill>
              <a:srgbClr val="000000"/>
            </a:solidFill>
            <a:ln w="12690" cap="flat">
              <a:noFill/>
              <a:prstDash val="solid"/>
              <a:miter/>
            </a:ln>
          </p:spPr>
          <p:txBody>
            <a:bodyPr rtlCol="0" anchor="ctr"/>
            <a:lstStyle/>
            <a:p>
              <a:endParaRPr lang="en-US" sz="1350"/>
            </a:p>
          </p:txBody>
        </p:sp>
        <p:sp>
          <p:nvSpPr>
            <p:cNvPr id="501" name="Freeform: Shape 500">
              <a:extLst>
                <a:ext uri="{FF2B5EF4-FFF2-40B4-BE49-F238E27FC236}">
                  <a16:creationId xmlns:a16="http://schemas.microsoft.com/office/drawing/2014/main" id="{1BA72C4D-EAAD-4AA5-B96F-669C7F34FC34}"/>
                </a:ext>
              </a:extLst>
            </p:cNvPr>
            <p:cNvSpPr/>
            <p:nvPr/>
          </p:nvSpPr>
          <p:spPr>
            <a:xfrm>
              <a:off x="8655300" y="2020288"/>
              <a:ext cx="3428" cy="1143"/>
            </a:xfrm>
            <a:custGeom>
              <a:avLst/>
              <a:gdLst>
                <a:gd name="connsiteX0" fmla="*/ 3428 w 3428"/>
                <a:gd name="connsiteY0" fmla="*/ 0 h 1143"/>
                <a:gd name="connsiteX1" fmla="*/ 0 w 3428"/>
                <a:gd name="connsiteY1" fmla="*/ 1143 h 1143"/>
                <a:gd name="connsiteX2" fmla="*/ 3428 w 3428"/>
                <a:gd name="connsiteY2" fmla="*/ 0 h 1143"/>
              </a:gdLst>
              <a:ahLst/>
              <a:cxnLst>
                <a:cxn ang="0">
                  <a:pos x="connsiteX0" y="connsiteY0"/>
                </a:cxn>
                <a:cxn ang="0">
                  <a:pos x="connsiteX1" y="connsiteY1"/>
                </a:cxn>
                <a:cxn ang="0">
                  <a:pos x="connsiteX2" y="connsiteY2"/>
                </a:cxn>
              </a:cxnLst>
              <a:rect l="l" t="t" r="r" b="b"/>
              <a:pathLst>
                <a:path w="3428" h="1143">
                  <a:moveTo>
                    <a:pt x="3428" y="0"/>
                  </a:moveTo>
                  <a:cubicBezTo>
                    <a:pt x="2438" y="749"/>
                    <a:pt x="1245" y="1155"/>
                    <a:pt x="0" y="1143"/>
                  </a:cubicBezTo>
                  <a:cubicBezTo>
                    <a:pt x="1231" y="1155"/>
                    <a:pt x="2438" y="749"/>
                    <a:pt x="3428" y="0"/>
                  </a:cubicBezTo>
                  <a:close/>
                </a:path>
              </a:pathLst>
            </a:custGeom>
            <a:solidFill>
              <a:srgbClr val="000000"/>
            </a:solidFill>
            <a:ln w="12690" cap="flat">
              <a:noFill/>
              <a:prstDash val="solid"/>
              <a:miter/>
            </a:ln>
          </p:spPr>
          <p:txBody>
            <a:bodyPr rtlCol="0" anchor="ctr"/>
            <a:lstStyle/>
            <a:p>
              <a:endParaRPr lang="en-US" sz="1350"/>
            </a:p>
          </p:txBody>
        </p:sp>
        <p:sp>
          <p:nvSpPr>
            <p:cNvPr id="502" name="Freeform: Shape 501">
              <a:extLst>
                <a:ext uri="{FF2B5EF4-FFF2-40B4-BE49-F238E27FC236}">
                  <a16:creationId xmlns:a16="http://schemas.microsoft.com/office/drawing/2014/main" id="{70CD02B0-E189-4269-BE83-313848A521C3}"/>
                </a:ext>
              </a:extLst>
            </p:cNvPr>
            <p:cNvSpPr/>
            <p:nvPr/>
          </p:nvSpPr>
          <p:spPr>
            <a:xfrm>
              <a:off x="8258017" y="1916810"/>
              <a:ext cx="397410" cy="105002"/>
            </a:xfrm>
            <a:custGeom>
              <a:avLst/>
              <a:gdLst>
                <a:gd name="connsiteX0" fmla="*/ 394236 w 397410"/>
                <a:gd name="connsiteY0" fmla="*/ 96495 h 105002"/>
                <a:gd name="connsiteX1" fmla="*/ 396395 w 397410"/>
                <a:gd name="connsiteY1" fmla="*/ 94717 h 105002"/>
                <a:gd name="connsiteX2" fmla="*/ 12824 w 397410"/>
                <a:gd name="connsiteY2" fmla="*/ 0 h 105002"/>
                <a:gd name="connsiteX3" fmla="*/ 5460 w 397410"/>
                <a:gd name="connsiteY3" fmla="*/ 6095 h 105002"/>
                <a:gd name="connsiteX4" fmla="*/ 1904 w 397410"/>
                <a:gd name="connsiteY4" fmla="*/ 7237 h 105002"/>
                <a:gd name="connsiteX5" fmla="*/ 0 w 397410"/>
                <a:gd name="connsiteY5" fmla="*/ 7237 h 105002"/>
                <a:gd name="connsiteX6" fmla="*/ 0 w 397410"/>
                <a:gd name="connsiteY6" fmla="*/ 7237 h 105002"/>
                <a:gd name="connsiteX7" fmla="*/ 6856 w 397410"/>
                <a:gd name="connsiteY7" fmla="*/ 8888 h 105002"/>
                <a:gd name="connsiteX8" fmla="*/ 391951 w 397410"/>
                <a:gd name="connsiteY8" fmla="*/ 103986 h 105002"/>
                <a:gd name="connsiteX9" fmla="*/ 396014 w 397410"/>
                <a:gd name="connsiteY9" fmla="*/ 105002 h 105002"/>
                <a:gd name="connsiteX10" fmla="*/ 397410 w 397410"/>
                <a:gd name="connsiteY10" fmla="*/ 105002 h 105002"/>
                <a:gd name="connsiteX11" fmla="*/ 393347 w 397410"/>
                <a:gd name="connsiteY11" fmla="*/ 103351 h 105002"/>
                <a:gd name="connsiteX12" fmla="*/ 393716 w 397410"/>
                <a:gd name="connsiteY12" fmla="*/ 96901 h 105002"/>
                <a:gd name="connsiteX13" fmla="*/ 394236 w 397410"/>
                <a:gd name="connsiteY13" fmla="*/ 96495 h 105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97410" h="105002">
                  <a:moveTo>
                    <a:pt x="394236" y="96495"/>
                  </a:moveTo>
                  <a:lnTo>
                    <a:pt x="396395" y="94717"/>
                  </a:lnTo>
                  <a:lnTo>
                    <a:pt x="12824" y="0"/>
                  </a:lnTo>
                  <a:lnTo>
                    <a:pt x="5460" y="6095"/>
                  </a:lnTo>
                  <a:cubicBezTo>
                    <a:pt x="4431" y="6844"/>
                    <a:pt x="3187" y="7250"/>
                    <a:pt x="1904" y="7237"/>
                  </a:cubicBezTo>
                  <a:lnTo>
                    <a:pt x="0" y="7237"/>
                  </a:lnTo>
                  <a:lnTo>
                    <a:pt x="0" y="7237"/>
                  </a:lnTo>
                  <a:lnTo>
                    <a:pt x="6856" y="8888"/>
                  </a:lnTo>
                  <a:lnTo>
                    <a:pt x="391951" y="103986"/>
                  </a:lnTo>
                  <a:lnTo>
                    <a:pt x="396014" y="105002"/>
                  </a:lnTo>
                  <a:lnTo>
                    <a:pt x="397410" y="105002"/>
                  </a:lnTo>
                  <a:cubicBezTo>
                    <a:pt x="395887" y="105027"/>
                    <a:pt x="394414" y="104430"/>
                    <a:pt x="393347" y="103351"/>
                  </a:cubicBezTo>
                  <a:cubicBezTo>
                    <a:pt x="391671" y="101472"/>
                    <a:pt x="391836" y="98577"/>
                    <a:pt x="393716" y="96901"/>
                  </a:cubicBezTo>
                  <a:cubicBezTo>
                    <a:pt x="393881" y="96749"/>
                    <a:pt x="394059" y="96622"/>
                    <a:pt x="394236" y="96495"/>
                  </a:cubicBezTo>
                  <a:close/>
                </a:path>
              </a:pathLst>
            </a:custGeom>
            <a:solidFill>
              <a:srgbClr val="000000"/>
            </a:solidFill>
            <a:ln w="12690" cap="flat">
              <a:noFill/>
              <a:prstDash val="solid"/>
              <a:miter/>
            </a:ln>
          </p:spPr>
          <p:txBody>
            <a:bodyPr rtlCol="0" anchor="ctr"/>
            <a:lstStyle/>
            <a:p>
              <a:endParaRPr lang="en-US" sz="1350"/>
            </a:p>
          </p:txBody>
        </p:sp>
        <p:sp>
          <p:nvSpPr>
            <p:cNvPr id="503" name="Freeform: Shape 502">
              <a:extLst>
                <a:ext uri="{FF2B5EF4-FFF2-40B4-BE49-F238E27FC236}">
                  <a16:creationId xmlns:a16="http://schemas.microsoft.com/office/drawing/2014/main" id="{D312358A-E142-4CB1-A611-B77D81D60DA4}"/>
                </a:ext>
              </a:extLst>
            </p:cNvPr>
            <p:cNvSpPr/>
            <p:nvPr/>
          </p:nvSpPr>
          <p:spPr>
            <a:xfrm>
              <a:off x="8650708" y="1939156"/>
              <a:ext cx="97660" cy="82404"/>
            </a:xfrm>
            <a:custGeom>
              <a:avLst/>
              <a:gdLst>
                <a:gd name="connsiteX0" fmla="*/ 96772 w 97660"/>
                <a:gd name="connsiteY0" fmla="*/ 1524 h 82404"/>
                <a:gd name="connsiteX1" fmla="*/ 91692 w 97660"/>
                <a:gd name="connsiteY1" fmla="*/ 0 h 82404"/>
                <a:gd name="connsiteX2" fmla="*/ 2815 w 97660"/>
                <a:gd name="connsiteY2" fmla="*/ 71990 h 82404"/>
                <a:gd name="connsiteX3" fmla="*/ 1545 w 97660"/>
                <a:gd name="connsiteY3" fmla="*/ 74149 h 82404"/>
                <a:gd name="connsiteX4" fmla="*/ 1139 w 97660"/>
                <a:gd name="connsiteY4" fmla="*/ 80599 h 82404"/>
                <a:gd name="connsiteX5" fmla="*/ 1545 w 97660"/>
                <a:gd name="connsiteY5" fmla="*/ 81005 h 82404"/>
                <a:gd name="connsiteX6" fmla="*/ 9037 w 97660"/>
                <a:gd name="connsiteY6" fmla="*/ 81005 h 82404"/>
                <a:gd name="connsiteX7" fmla="*/ 9037 w 97660"/>
                <a:gd name="connsiteY7" fmla="*/ 81005 h 82404"/>
                <a:gd name="connsiteX8" fmla="*/ 10941 w 97660"/>
                <a:gd name="connsiteY8" fmla="*/ 79608 h 82404"/>
                <a:gd name="connsiteX9" fmla="*/ 97660 w 97660"/>
                <a:gd name="connsiteY9" fmla="*/ 8887 h 82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7660" h="82404">
                  <a:moveTo>
                    <a:pt x="96772" y="1524"/>
                  </a:moveTo>
                  <a:lnTo>
                    <a:pt x="91692" y="0"/>
                  </a:lnTo>
                  <a:lnTo>
                    <a:pt x="2815" y="71990"/>
                  </a:lnTo>
                  <a:lnTo>
                    <a:pt x="1545" y="74149"/>
                  </a:lnTo>
                  <a:cubicBezTo>
                    <a:pt x="-346" y="75825"/>
                    <a:pt x="-525" y="78707"/>
                    <a:pt x="1139" y="80599"/>
                  </a:cubicBezTo>
                  <a:cubicBezTo>
                    <a:pt x="1266" y="80738"/>
                    <a:pt x="1406" y="80878"/>
                    <a:pt x="1545" y="81005"/>
                  </a:cubicBezTo>
                  <a:cubicBezTo>
                    <a:pt x="3691" y="82871"/>
                    <a:pt x="6891" y="82871"/>
                    <a:pt x="9037" y="81005"/>
                  </a:cubicBezTo>
                  <a:lnTo>
                    <a:pt x="9037" y="81005"/>
                  </a:lnTo>
                  <a:lnTo>
                    <a:pt x="10941" y="79608"/>
                  </a:lnTo>
                  <a:lnTo>
                    <a:pt x="97660" y="8887"/>
                  </a:lnTo>
                  <a:close/>
                </a:path>
              </a:pathLst>
            </a:custGeom>
            <a:solidFill>
              <a:srgbClr val="000000"/>
            </a:solidFill>
            <a:ln w="12690" cap="flat">
              <a:noFill/>
              <a:prstDash val="solid"/>
              <a:miter/>
            </a:ln>
          </p:spPr>
          <p:txBody>
            <a:bodyPr rtlCol="0" anchor="ctr"/>
            <a:lstStyle/>
            <a:p>
              <a:endParaRPr lang="en-US" sz="1350"/>
            </a:p>
          </p:txBody>
        </p:sp>
        <p:sp>
          <p:nvSpPr>
            <p:cNvPr id="504" name="Freeform: Shape 503">
              <a:extLst>
                <a:ext uri="{FF2B5EF4-FFF2-40B4-BE49-F238E27FC236}">
                  <a16:creationId xmlns:a16="http://schemas.microsoft.com/office/drawing/2014/main" id="{16D8053F-620F-43B4-9DD3-4E629D8D71EC}"/>
                </a:ext>
              </a:extLst>
            </p:cNvPr>
            <p:cNvSpPr/>
            <p:nvPr/>
          </p:nvSpPr>
          <p:spPr>
            <a:xfrm>
              <a:off x="8757256" y="1934331"/>
              <a:ext cx="12696" cy="12696"/>
            </a:xfrm>
            <a:custGeom>
              <a:avLst/>
              <a:gdLst>
                <a:gd name="connsiteX0" fmla="*/ 0 w 12696"/>
                <a:gd name="connsiteY0" fmla="*/ 0 h 12696"/>
                <a:gd name="connsiteX1" fmla="*/ 0 w 12696"/>
                <a:gd name="connsiteY1" fmla="*/ 0 h 12696"/>
                <a:gd name="connsiteX2" fmla="*/ 0 w 12696"/>
                <a:gd name="connsiteY2" fmla="*/ 0 h 12696"/>
                <a:gd name="connsiteX3" fmla="*/ 0 w 12696"/>
                <a:gd name="connsiteY3" fmla="*/ 0 h 12696"/>
              </a:gdLst>
              <a:ahLst/>
              <a:cxnLst>
                <a:cxn ang="0">
                  <a:pos x="connsiteX0" y="connsiteY0"/>
                </a:cxn>
                <a:cxn ang="0">
                  <a:pos x="connsiteX1" y="connsiteY1"/>
                </a:cxn>
                <a:cxn ang="0">
                  <a:pos x="connsiteX2" y="connsiteY2"/>
                </a:cxn>
                <a:cxn ang="0">
                  <a:pos x="connsiteX3" y="connsiteY3"/>
                </a:cxn>
              </a:cxnLst>
              <a:rect l="l" t="t" r="r" b="b"/>
              <a:pathLst>
                <a:path w="12696" h="12696">
                  <a:moveTo>
                    <a:pt x="0" y="0"/>
                  </a:moveTo>
                  <a:cubicBezTo>
                    <a:pt x="0" y="0"/>
                    <a:pt x="0" y="0"/>
                    <a:pt x="0" y="0"/>
                  </a:cubicBez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505" name="Freeform: Shape 504">
              <a:extLst>
                <a:ext uri="{FF2B5EF4-FFF2-40B4-BE49-F238E27FC236}">
                  <a16:creationId xmlns:a16="http://schemas.microsoft.com/office/drawing/2014/main" id="{30FE5E95-6AC3-49E3-95A6-BA42914E57F5}"/>
                </a:ext>
              </a:extLst>
            </p:cNvPr>
            <p:cNvSpPr/>
            <p:nvPr/>
          </p:nvSpPr>
          <p:spPr>
            <a:xfrm>
              <a:off x="8755097" y="1933061"/>
              <a:ext cx="761" cy="12696"/>
            </a:xfrm>
            <a:custGeom>
              <a:avLst/>
              <a:gdLst>
                <a:gd name="connsiteX0" fmla="*/ 762 w 761"/>
                <a:gd name="connsiteY0" fmla="*/ 0 h 12696"/>
                <a:gd name="connsiteX1" fmla="*/ 0 w 761"/>
                <a:gd name="connsiteY1" fmla="*/ 0 h 12696"/>
                <a:gd name="connsiteX2" fmla="*/ 762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762" y="0"/>
                  </a:lnTo>
                  <a:close/>
                </a:path>
              </a:pathLst>
            </a:custGeom>
            <a:solidFill>
              <a:srgbClr val="000000"/>
            </a:solidFill>
            <a:ln w="12690" cap="flat">
              <a:noFill/>
              <a:prstDash val="solid"/>
              <a:miter/>
            </a:ln>
          </p:spPr>
          <p:txBody>
            <a:bodyPr rtlCol="0" anchor="ctr"/>
            <a:lstStyle/>
            <a:p>
              <a:endParaRPr lang="en-US" sz="1350"/>
            </a:p>
          </p:txBody>
        </p:sp>
        <p:sp>
          <p:nvSpPr>
            <p:cNvPr id="506" name="Freeform: Shape 505">
              <a:extLst>
                <a:ext uri="{FF2B5EF4-FFF2-40B4-BE49-F238E27FC236}">
                  <a16:creationId xmlns:a16="http://schemas.microsoft.com/office/drawing/2014/main" id="{9628339E-C4C2-449B-8FEA-BD0B0CA7EAAC}"/>
                </a:ext>
              </a:extLst>
            </p:cNvPr>
            <p:cNvSpPr/>
            <p:nvPr/>
          </p:nvSpPr>
          <p:spPr>
            <a:xfrm>
              <a:off x="8758145" y="1935347"/>
              <a:ext cx="47" cy="762"/>
            </a:xfrm>
            <a:custGeom>
              <a:avLst/>
              <a:gdLst>
                <a:gd name="connsiteX0" fmla="*/ 0 w 47"/>
                <a:gd name="connsiteY0" fmla="*/ 762 h 762"/>
                <a:gd name="connsiteX1" fmla="*/ 0 w 47"/>
                <a:gd name="connsiteY1" fmla="*/ 0 h 762"/>
                <a:gd name="connsiteX2" fmla="*/ 0 w 47"/>
                <a:gd name="connsiteY2" fmla="*/ 635 h 762"/>
              </a:gdLst>
              <a:ahLst/>
              <a:cxnLst>
                <a:cxn ang="0">
                  <a:pos x="connsiteX0" y="connsiteY0"/>
                </a:cxn>
                <a:cxn ang="0">
                  <a:pos x="connsiteX1" y="connsiteY1"/>
                </a:cxn>
                <a:cxn ang="0">
                  <a:pos x="connsiteX2" y="connsiteY2"/>
                </a:cxn>
              </a:cxnLst>
              <a:rect l="l" t="t" r="r" b="b"/>
              <a:pathLst>
                <a:path w="47" h="762">
                  <a:moveTo>
                    <a:pt x="0" y="762"/>
                  </a:moveTo>
                  <a:lnTo>
                    <a:pt x="0" y="0"/>
                  </a:lnTo>
                  <a:cubicBezTo>
                    <a:pt x="63" y="203"/>
                    <a:pt x="63" y="432"/>
                    <a:pt x="0" y="635"/>
                  </a:cubicBezTo>
                  <a:close/>
                </a:path>
              </a:pathLst>
            </a:custGeom>
            <a:solidFill>
              <a:srgbClr val="000000"/>
            </a:solidFill>
            <a:ln w="12690" cap="flat">
              <a:noFill/>
              <a:prstDash val="solid"/>
              <a:miter/>
            </a:ln>
          </p:spPr>
          <p:txBody>
            <a:bodyPr rtlCol="0" anchor="ctr"/>
            <a:lstStyle/>
            <a:p>
              <a:endParaRPr lang="en-US" sz="1350"/>
            </a:p>
          </p:txBody>
        </p:sp>
        <p:sp>
          <p:nvSpPr>
            <p:cNvPr id="507" name="Freeform: Shape 506">
              <a:extLst>
                <a:ext uri="{FF2B5EF4-FFF2-40B4-BE49-F238E27FC236}">
                  <a16:creationId xmlns:a16="http://schemas.microsoft.com/office/drawing/2014/main" id="{C97C4BD3-E168-4147-A362-73E0422A9943}"/>
                </a:ext>
              </a:extLst>
            </p:cNvPr>
            <p:cNvSpPr/>
            <p:nvPr/>
          </p:nvSpPr>
          <p:spPr>
            <a:xfrm>
              <a:off x="8581024" y="1889258"/>
              <a:ext cx="634" cy="761"/>
            </a:xfrm>
            <a:custGeom>
              <a:avLst/>
              <a:gdLst>
                <a:gd name="connsiteX0" fmla="*/ 635 w 634"/>
                <a:gd name="connsiteY0" fmla="*/ 762 h 761"/>
                <a:gd name="connsiteX1" fmla="*/ 635 w 634"/>
                <a:gd name="connsiteY1" fmla="*/ 762 h 761"/>
                <a:gd name="connsiteX2" fmla="*/ 0 w 634"/>
                <a:gd name="connsiteY2" fmla="*/ 0 h 761"/>
              </a:gdLst>
              <a:ahLst/>
              <a:cxnLst>
                <a:cxn ang="0">
                  <a:pos x="connsiteX0" y="connsiteY0"/>
                </a:cxn>
                <a:cxn ang="0">
                  <a:pos x="connsiteX1" y="connsiteY1"/>
                </a:cxn>
                <a:cxn ang="0">
                  <a:pos x="connsiteX2" y="connsiteY2"/>
                </a:cxn>
              </a:cxnLst>
              <a:rect l="l" t="t" r="r" b="b"/>
              <a:pathLst>
                <a:path w="634" h="761">
                  <a:moveTo>
                    <a:pt x="635" y="762"/>
                  </a:moveTo>
                  <a:lnTo>
                    <a:pt x="635" y="762"/>
                  </a:lnTo>
                  <a:lnTo>
                    <a:pt x="0" y="0"/>
                  </a:lnTo>
                  <a:close/>
                </a:path>
              </a:pathLst>
            </a:custGeom>
            <a:solidFill>
              <a:srgbClr val="000000"/>
            </a:solidFill>
            <a:ln w="12690" cap="flat">
              <a:noFill/>
              <a:prstDash val="solid"/>
              <a:miter/>
            </a:ln>
          </p:spPr>
          <p:txBody>
            <a:bodyPr rtlCol="0" anchor="ctr"/>
            <a:lstStyle/>
            <a:p>
              <a:endParaRPr lang="en-US" sz="1350"/>
            </a:p>
          </p:txBody>
        </p:sp>
        <p:sp>
          <p:nvSpPr>
            <p:cNvPr id="508" name="Freeform: Shape 507">
              <a:extLst>
                <a:ext uri="{FF2B5EF4-FFF2-40B4-BE49-F238E27FC236}">
                  <a16:creationId xmlns:a16="http://schemas.microsoft.com/office/drawing/2014/main" id="{894D17D4-1E29-4AA0-815C-AB69D707D3CA}"/>
                </a:ext>
              </a:extLst>
            </p:cNvPr>
            <p:cNvSpPr/>
            <p:nvPr/>
          </p:nvSpPr>
          <p:spPr>
            <a:xfrm>
              <a:off x="8582675" y="1816633"/>
              <a:ext cx="80624" cy="68181"/>
            </a:xfrm>
            <a:custGeom>
              <a:avLst/>
              <a:gdLst>
                <a:gd name="connsiteX0" fmla="*/ 4698 w 80624"/>
                <a:gd name="connsiteY0" fmla="*/ 65515 h 68181"/>
                <a:gd name="connsiteX1" fmla="*/ 13459 w 80624"/>
                <a:gd name="connsiteY1" fmla="*/ 68181 h 68181"/>
                <a:gd name="connsiteX2" fmla="*/ 78212 w 80624"/>
                <a:gd name="connsiteY2" fmla="*/ 15109 h 68181"/>
                <a:gd name="connsiteX3" fmla="*/ 78212 w 80624"/>
                <a:gd name="connsiteY3" fmla="*/ 4063 h 68181"/>
                <a:gd name="connsiteX4" fmla="*/ 80625 w 80624"/>
                <a:gd name="connsiteY4" fmla="*/ 0 h 68181"/>
                <a:gd name="connsiteX5" fmla="*/ 80625 w 80624"/>
                <a:gd name="connsiteY5" fmla="*/ 0 h 68181"/>
                <a:gd name="connsiteX6" fmla="*/ 32757 w 80624"/>
                <a:gd name="connsiteY6" fmla="*/ 39233 h 68181"/>
                <a:gd name="connsiteX7" fmla="*/ 0 w 80624"/>
                <a:gd name="connsiteY7" fmla="*/ 66150 h 68181"/>
                <a:gd name="connsiteX8" fmla="*/ 0 w 80624"/>
                <a:gd name="connsiteY8" fmla="*/ 66150 h 68181"/>
                <a:gd name="connsiteX9" fmla="*/ 4698 w 80624"/>
                <a:gd name="connsiteY9" fmla="*/ 65515 h 681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624" h="68181">
                  <a:moveTo>
                    <a:pt x="4698" y="65515"/>
                  </a:moveTo>
                  <a:lnTo>
                    <a:pt x="13459" y="68181"/>
                  </a:lnTo>
                  <a:lnTo>
                    <a:pt x="78212" y="15109"/>
                  </a:lnTo>
                  <a:lnTo>
                    <a:pt x="78212" y="4063"/>
                  </a:lnTo>
                  <a:cubicBezTo>
                    <a:pt x="78250" y="2374"/>
                    <a:pt x="79165" y="838"/>
                    <a:pt x="80625" y="0"/>
                  </a:cubicBezTo>
                  <a:lnTo>
                    <a:pt x="80625" y="0"/>
                  </a:lnTo>
                  <a:lnTo>
                    <a:pt x="32757" y="39233"/>
                  </a:lnTo>
                  <a:lnTo>
                    <a:pt x="0" y="66150"/>
                  </a:lnTo>
                  <a:lnTo>
                    <a:pt x="0" y="66150"/>
                  </a:lnTo>
                  <a:cubicBezTo>
                    <a:pt x="1409" y="65286"/>
                    <a:pt x="3111" y="65058"/>
                    <a:pt x="4698" y="65515"/>
                  </a:cubicBezTo>
                  <a:close/>
                </a:path>
              </a:pathLst>
            </a:custGeom>
            <a:solidFill>
              <a:srgbClr val="000000"/>
            </a:solidFill>
            <a:ln w="12690" cap="flat">
              <a:noFill/>
              <a:prstDash val="solid"/>
              <a:miter/>
            </a:ln>
          </p:spPr>
          <p:txBody>
            <a:bodyPr rtlCol="0" anchor="ctr"/>
            <a:lstStyle/>
            <a:p>
              <a:endParaRPr lang="en-US" sz="1350"/>
            </a:p>
          </p:txBody>
        </p:sp>
        <p:sp>
          <p:nvSpPr>
            <p:cNvPr id="509" name="Freeform: Shape 508">
              <a:extLst>
                <a:ext uri="{FF2B5EF4-FFF2-40B4-BE49-F238E27FC236}">
                  <a16:creationId xmlns:a16="http://schemas.microsoft.com/office/drawing/2014/main" id="{E6507F78-5F78-4A16-91A5-9B3982DF5E14}"/>
                </a:ext>
              </a:extLst>
            </p:cNvPr>
            <p:cNvSpPr/>
            <p:nvPr/>
          </p:nvSpPr>
          <p:spPr>
            <a:xfrm>
              <a:off x="8670283" y="1817395"/>
              <a:ext cx="12696" cy="634"/>
            </a:xfrm>
            <a:custGeom>
              <a:avLst/>
              <a:gdLst>
                <a:gd name="connsiteX0" fmla="*/ 0 w 12696"/>
                <a:gd name="connsiteY0" fmla="*/ 0 h 634"/>
                <a:gd name="connsiteX1" fmla="*/ 0 w 12696"/>
                <a:gd name="connsiteY1" fmla="*/ 0 h 634"/>
                <a:gd name="connsiteX2" fmla="*/ 0 w 12696"/>
                <a:gd name="connsiteY2" fmla="*/ 635 h 634"/>
              </a:gdLst>
              <a:ahLst/>
              <a:cxnLst>
                <a:cxn ang="0">
                  <a:pos x="connsiteX0" y="connsiteY0"/>
                </a:cxn>
                <a:cxn ang="0">
                  <a:pos x="connsiteX1" y="connsiteY1"/>
                </a:cxn>
                <a:cxn ang="0">
                  <a:pos x="connsiteX2" y="connsiteY2"/>
                </a:cxn>
              </a:cxnLst>
              <a:rect l="l" t="t" r="r" b="b"/>
              <a:pathLst>
                <a:path w="12696" h="634">
                  <a:moveTo>
                    <a:pt x="0" y="0"/>
                  </a:moveTo>
                  <a:lnTo>
                    <a:pt x="0" y="0"/>
                  </a:lnTo>
                  <a:lnTo>
                    <a:pt x="0" y="635"/>
                  </a:lnTo>
                  <a:close/>
                </a:path>
              </a:pathLst>
            </a:custGeom>
            <a:solidFill>
              <a:srgbClr val="000000"/>
            </a:solidFill>
            <a:ln w="12690" cap="flat">
              <a:noFill/>
              <a:prstDash val="solid"/>
              <a:miter/>
            </a:ln>
          </p:spPr>
          <p:txBody>
            <a:bodyPr rtlCol="0" anchor="ctr"/>
            <a:lstStyle/>
            <a:p>
              <a:endParaRPr lang="en-US" sz="1350"/>
            </a:p>
          </p:txBody>
        </p:sp>
        <p:sp>
          <p:nvSpPr>
            <p:cNvPr id="510" name="Freeform: Shape 509">
              <a:extLst>
                <a:ext uri="{FF2B5EF4-FFF2-40B4-BE49-F238E27FC236}">
                  <a16:creationId xmlns:a16="http://schemas.microsoft.com/office/drawing/2014/main" id="{9D84C3A3-6F86-465A-A31E-51528EB7CD5E}"/>
                </a:ext>
              </a:extLst>
            </p:cNvPr>
            <p:cNvSpPr/>
            <p:nvPr/>
          </p:nvSpPr>
          <p:spPr>
            <a:xfrm>
              <a:off x="8474498" y="1739183"/>
              <a:ext cx="191848" cy="67895"/>
            </a:xfrm>
            <a:custGeom>
              <a:avLst/>
              <a:gdLst>
                <a:gd name="connsiteX0" fmla="*/ 2920 w 191848"/>
                <a:gd name="connsiteY0" fmla="*/ 8634 h 67895"/>
                <a:gd name="connsiteX1" fmla="*/ 635 w 191848"/>
                <a:gd name="connsiteY1" fmla="*/ 10538 h 67895"/>
                <a:gd name="connsiteX2" fmla="*/ 187913 w 191848"/>
                <a:gd name="connsiteY2" fmla="*/ 67166 h 67895"/>
                <a:gd name="connsiteX3" fmla="*/ 190071 w 191848"/>
                <a:gd name="connsiteY3" fmla="*/ 67800 h 67895"/>
                <a:gd name="connsiteX4" fmla="*/ 191849 w 191848"/>
                <a:gd name="connsiteY4" fmla="*/ 67800 h 67895"/>
                <a:gd name="connsiteX5" fmla="*/ 186389 w 191848"/>
                <a:gd name="connsiteY5" fmla="*/ 62861 h 67895"/>
                <a:gd name="connsiteX6" fmla="*/ 186389 w 191848"/>
                <a:gd name="connsiteY6" fmla="*/ 62848 h 67895"/>
                <a:gd name="connsiteX7" fmla="*/ 186389 w 191848"/>
                <a:gd name="connsiteY7" fmla="*/ 56119 h 67895"/>
                <a:gd name="connsiteX8" fmla="*/ 1016 w 191848"/>
                <a:gd name="connsiteY8" fmla="*/ 0 h 67895"/>
                <a:gd name="connsiteX9" fmla="*/ 0 w 191848"/>
                <a:gd name="connsiteY9" fmla="*/ 0 h 67895"/>
                <a:gd name="connsiteX10" fmla="*/ 3047 w 191848"/>
                <a:gd name="connsiteY10" fmla="*/ 1524 h 67895"/>
                <a:gd name="connsiteX11" fmla="*/ 3618 w 191848"/>
                <a:gd name="connsiteY11" fmla="*/ 7961 h 67895"/>
                <a:gd name="connsiteX12" fmla="*/ 2920 w 191848"/>
                <a:gd name="connsiteY12" fmla="*/ 8634 h 67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91848" h="67895">
                  <a:moveTo>
                    <a:pt x="2920" y="8634"/>
                  </a:moveTo>
                  <a:lnTo>
                    <a:pt x="635" y="10538"/>
                  </a:lnTo>
                  <a:lnTo>
                    <a:pt x="187913" y="67166"/>
                  </a:lnTo>
                  <a:lnTo>
                    <a:pt x="190071" y="67800"/>
                  </a:lnTo>
                  <a:cubicBezTo>
                    <a:pt x="190655" y="67927"/>
                    <a:pt x="191265" y="67927"/>
                    <a:pt x="191849" y="67800"/>
                  </a:cubicBezTo>
                  <a:cubicBezTo>
                    <a:pt x="188979" y="67940"/>
                    <a:pt x="186529" y="65731"/>
                    <a:pt x="186389" y="62861"/>
                  </a:cubicBezTo>
                  <a:cubicBezTo>
                    <a:pt x="186389" y="62861"/>
                    <a:pt x="186389" y="62848"/>
                    <a:pt x="186389" y="62848"/>
                  </a:cubicBezTo>
                  <a:lnTo>
                    <a:pt x="186389" y="56119"/>
                  </a:lnTo>
                  <a:lnTo>
                    <a:pt x="1016" y="0"/>
                  </a:lnTo>
                  <a:lnTo>
                    <a:pt x="0" y="0"/>
                  </a:lnTo>
                  <a:cubicBezTo>
                    <a:pt x="1155" y="165"/>
                    <a:pt x="2222" y="698"/>
                    <a:pt x="3047" y="1524"/>
                  </a:cubicBezTo>
                  <a:cubicBezTo>
                    <a:pt x="4978" y="3149"/>
                    <a:pt x="5231" y="6031"/>
                    <a:pt x="3618" y="7961"/>
                  </a:cubicBezTo>
                  <a:cubicBezTo>
                    <a:pt x="3403" y="8215"/>
                    <a:pt x="3174" y="8431"/>
                    <a:pt x="2920" y="8634"/>
                  </a:cubicBezTo>
                  <a:close/>
                </a:path>
              </a:pathLst>
            </a:custGeom>
            <a:solidFill>
              <a:srgbClr val="000000"/>
            </a:solidFill>
            <a:ln w="12690" cap="flat">
              <a:noFill/>
              <a:prstDash val="solid"/>
              <a:miter/>
            </a:ln>
          </p:spPr>
          <p:txBody>
            <a:bodyPr rtlCol="0" anchor="ctr"/>
            <a:lstStyle/>
            <a:p>
              <a:endParaRPr lang="en-US" sz="1350"/>
            </a:p>
          </p:txBody>
        </p:sp>
        <p:sp>
          <p:nvSpPr>
            <p:cNvPr id="511" name="Freeform: Shape 510">
              <a:extLst>
                <a:ext uri="{FF2B5EF4-FFF2-40B4-BE49-F238E27FC236}">
                  <a16:creationId xmlns:a16="http://schemas.microsoft.com/office/drawing/2014/main" id="{EEA9919D-47AF-4795-8E10-3C1DA5DCCC32}"/>
                </a:ext>
              </a:extLst>
            </p:cNvPr>
            <p:cNvSpPr/>
            <p:nvPr/>
          </p:nvSpPr>
          <p:spPr>
            <a:xfrm>
              <a:off x="8671496" y="1803174"/>
              <a:ext cx="56" cy="761"/>
            </a:xfrm>
            <a:custGeom>
              <a:avLst/>
              <a:gdLst>
                <a:gd name="connsiteX0" fmla="*/ 56 w 56"/>
                <a:gd name="connsiteY0" fmla="*/ 0 h 761"/>
                <a:gd name="connsiteX1" fmla="*/ 56 w 56"/>
                <a:gd name="connsiteY1" fmla="*/ 762 h 761"/>
                <a:gd name="connsiteX2" fmla="*/ 56 w 56"/>
                <a:gd name="connsiteY2" fmla="*/ 762 h 761"/>
                <a:gd name="connsiteX3" fmla="*/ 56 w 56"/>
                <a:gd name="connsiteY3" fmla="*/ 0 h 761"/>
              </a:gdLst>
              <a:ahLst/>
              <a:cxnLst>
                <a:cxn ang="0">
                  <a:pos x="connsiteX0" y="connsiteY0"/>
                </a:cxn>
                <a:cxn ang="0">
                  <a:pos x="connsiteX1" y="connsiteY1"/>
                </a:cxn>
                <a:cxn ang="0">
                  <a:pos x="connsiteX2" y="connsiteY2"/>
                </a:cxn>
                <a:cxn ang="0">
                  <a:pos x="connsiteX3" y="connsiteY3"/>
                </a:cxn>
              </a:cxnLst>
              <a:rect l="l" t="t" r="r" b="b"/>
              <a:pathLst>
                <a:path w="56" h="761">
                  <a:moveTo>
                    <a:pt x="56" y="0"/>
                  </a:moveTo>
                  <a:lnTo>
                    <a:pt x="56" y="762"/>
                  </a:lnTo>
                  <a:lnTo>
                    <a:pt x="56" y="762"/>
                  </a:lnTo>
                  <a:cubicBezTo>
                    <a:pt x="56" y="762"/>
                    <a:pt x="-71" y="254"/>
                    <a:pt x="56" y="0"/>
                  </a:cubicBezTo>
                  <a:close/>
                </a:path>
              </a:pathLst>
            </a:custGeom>
            <a:solidFill>
              <a:srgbClr val="000000"/>
            </a:solidFill>
            <a:ln w="12690" cap="flat">
              <a:noFill/>
              <a:prstDash val="solid"/>
              <a:miter/>
            </a:ln>
          </p:spPr>
          <p:txBody>
            <a:bodyPr rtlCol="0" anchor="ctr"/>
            <a:lstStyle/>
            <a:p>
              <a:endParaRPr lang="en-US" sz="1350"/>
            </a:p>
          </p:txBody>
        </p:sp>
        <p:sp>
          <p:nvSpPr>
            <p:cNvPr id="512" name="Freeform: Shape 511">
              <a:extLst>
                <a:ext uri="{FF2B5EF4-FFF2-40B4-BE49-F238E27FC236}">
                  <a16:creationId xmlns:a16="http://schemas.microsoft.com/office/drawing/2014/main" id="{AC090B7C-2FD2-4A43-A7A5-F2CB1049570D}"/>
                </a:ext>
              </a:extLst>
            </p:cNvPr>
            <p:cNvSpPr/>
            <p:nvPr/>
          </p:nvSpPr>
          <p:spPr>
            <a:xfrm>
              <a:off x="8253395" y="1738040"/>
              <a:ext cx="224884" cy="184356"/>
            </a:xfrm>
            <a:custGeom>
              <a:avLst/>
              <a:gdLst>
                <a:gd name="connsiteX0" fmla="*/ 814 w 224884"/>
                <a:gd name="connsiteY0" fmla="*/ 181944 h 184356"/>
                <a:gd name="connsiteX1" fmla="*/ 814 w 224884"/>
                <a:gd name="connsiteY1" fmla="*/ 182705 h 184356"/>
                <a:gd name="connsiteX2" fmla="*/ 1448 w 224884"/>
                <a:gd name="connsiteY2" fmla="*/ 183594 h 184356"/>
                <a:gd name="connsiteX3" fmla="*/ 1448 w 224884"/>
                <a:gd name="connsiteY3" fmla="*/ 183594 h 184356"/>
                <a:gd name="connsiteX4" fmla="*/ 1448 w 224884"/>
                <a:gd name="connsiteY4" fmla="*/ 183594 h 184356"/>
                <a:gd name="connsiteX5" fmla="*/ 2590 w 224884"/>
                <a:gd name="connsiteY5" fmla="*/ 184356 h 184356"/>
                <a:gd name="connsiteX6" fmla="*/ 3352 w 224884"/>
                <a:gd name="connsiteY6" fmla="*/ 184356 h 184356"/>
                <a:gd name="connsiteX7" fmla="*/ 5257 w 224884"/>
                <a:gd name="connsiteY7" fmla="*/ 184356 h 184356"/>
                <a:gd name="connsiteX8" fmla="*/ 8813 w 224884"/>
                <a:gd name="connsiteY8" fmla="*/ 183213 h 184356"/>
                <a:gd name="connsiteX9" fmla="*/ 16176 w 224884"/>
                <a:gd name="connsiteY9" fmla="*/ 177119 h 184356"/>
                <a:gd name="connsiteX10" fmla="*/ 220976 w 224884"/>
                <a:gd name="connsiteY10" fmla="*/ 10411 h 184356"/>
                <a:gd name="connsiteX11" fmla="*/ 223261 w 224884"/>
                <a:gd name="connsiteY11" fmla="*/ 8507 h 184356"/>
                <a:gd name="connsiteX12" fmla="*/ 223808 w 224884"/>
                <a:gd name="connsiteY12" fmla="*/ 2069 h 184356"/>
                <a:gd name="connsiteX13" fmla="*/ 223261 w 224884"/>
                <a:gd name="connsiteY13" fmla="*/ 1524 h 184356"/>
                <a:gd name="connsiteX14" fmla="*/ 220214 w 224884"/>
                <a:gd name="connsiteY14" fmla="*/ 0 h 184356"/>
                <a:gd name="connsiteX15" fmla="*/ 217294 w 224884"/>
                <a:gd name="connsiteY15" fmla="*/ 0 h 184356"/>
                <a:gd name="connsiteX16" fmla="*/ 216151 w 224884"/>
                <a:gd name="connsiteY16" fmla="*/ 635 h 184356"/>
                <a:gd name="connsiteX17" fmla="*/ 216151 w 224884"/>
                <a:gd name="connsiteY17" fmla="*/ 635 h 184356"/>
                <a:gd name="connsiteX18" fmla="*/ 1702 w 224884"/>
                <a:gd name="connsiteY18" fmla="*/ 175341 h 184356"/>
                <a:gd name="connsiteX19" fmla="*/ 1702 w 224884"/>
                <a:gd name="connsiteY19" fmla="*/ 175341 h 184356"/>
                <a:gd name="connsiteX20" fmla="*/ 940 w 224884"/>
                <a:gd name="connsiteY20" fmla="*/ 176230 h 184356"/>
                <a:gd name="connsiteX21" fmla="*/ 940 w 224884"/>
                <a:gd name="connsiteY21" fmla="*/ 176230 h 184356"/>
                <a:gd name="connsiteX22" fmla="*/ 940 w 224884"/>
                <a:gd name="connsiteY22" fmla="*/ 176230 h 184356"/>
                <a:gd name="connsiteX23" fmla="*/ 940 w 224884"/>
                <a:gd name="connsiteY23" fmla="*/ 177246 h 184356"/>
                <a:gd name="connsiteX24" fmla="*/ 940 w 224884"/>
                <a:gd name="connsiteY24" fmla="*/ 177881 h 184356"/>
                <a:gd name="connsiteX25" fmla="*/ 940 w 224884"/>
                <a:gd name="connsiteY25" fmla="*/ 177881 h 184356"/>
                <a:gd name="connsiteX26" fmla="*/ 699 w 224884"/>
                <a:gd name="connsiteY26" fmla="*/ 181829 h 184356"/>
                <a:gd name="connsiteX27" fmla="*/ 814 w 224884"/>
                <a:gd name="connsiteY27" fmla="*/ 181944 h 184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224884" h="184356">
                  <a:moveTo>
                    <a:pt x="814" y="181944"/>
                  </a:moveTo>
                  <a:cubicBezTo>
                    <a:pt x="762" y="182198"/>
                    <a:pt x="762" y="182452"/>
                    <a:pt x="814" y="182705"/>
                  </a:cubicBezTo>
                  <a:cubicBezTo>
                    <a:pt x="953" y="183048"/>
                    <a:pt x="1168" y="183353"/>
                    <a:pt x="1448" y="183594"/>
                  </a:cubicBezTo>
                  <a:lnTo>
                    <a:pt x="1448" y="183594"/>
                  </a:lnTo>
                  <a:lnTo>
                    <a:pt x="1448" y="183594"/>
                  </a:lnTo>
                  <a:lnTo>
                    <a:pt x="2590" y="184356"/>
                  </a:lnTo>
                  <a:lnTo>
                    <a:pt x="3352" y="184356"/>
                  </a:lnTo>
                  <a:lnTo>
                    <a:pt x="5257" y="184356"/>
                  </a:lnTo>
                  <a:cubicBezTo>
                    <a:pt x="6540" y="184369"/>
                    <a:pt x="7783" y="183962"/>
                    <a:pt x="8813" y="183213"/>
                  </a:cubicBezTo>
                  <a:lnTo>
                    <a:pt x="16176" y="177119"/>
                  </a:lnTo>
                  <a:lnTo>
                    <a:pt x="220976" y="10411"/>
                  </a:lnTo>
                  <a:lnTo>
                    <a:pt x="223261" y="8507"/>
                  </a:lnTo>
                  <a:cubicBezTo>
                    <a:pt x="225192" y="6882"/>
                    <a:pt x="225433" y="3999"/>
                    <a:pt x="223808" y="2069"/>
                  </a:cubicBezTo>
                  <a:cubicBezTo>
                    <a:pt x="223643" y="1866"/>
                    <a:pt x="223452" y="1689"/>
                    <a:pt x="223261" y="1524"/>
                  </a:cubicBezTo>
                  <a:cubicBezTo>
                    <a:pt x="222436" y="698"/>
                    <a:pt x="221370" y="165"/>
                    <a:pt x="220214" y="0"/>
                  </a:cubicBezTo>
                  <a:lnTo>
                    <a:pt x="217294" y="0"/>
                  </a:lnTo>
                  <a:lnTo>
                    <a:pt x="216151" y="635"/>
                  </a:lnTo>
                  <a:lnTo>
                    <a:pt x="216151" y="635"/>
                  </a:lnTo>
                  <a:lnTo>
                    <a:pt x="1702" y="175341"/>
                  </a:lnTo>
                  <a:lnTo>
                    <a:pt x="1702" y="175341"/>
                  </a:lnTo>
                  <a:lnTo>
                    <a:pt x="940" y="176230"/>
                  </a:lnTo>
                  <a:cubicBezTo>
                    <a:pt x="940" y="176230"/>
                    <a:pt x="940" y="176230"/>
                    <a:pt x="940" y="176230"/>
                  </a:cubicBezTo>
                  <a:cubicBezTo>
                    <a:pt x="940" y="176230"/>
                    <a:pt x="940" y="176230"/>
                    <a:pt x="940" y="176230"/>
                  </a:cubicBezTo>
                  <a:cubicBezTo>
                    <a:pt x="940" y="176230"/>
                    <a:pt x="940" y="176865"/>
                    <a:pt x="940" y="177246"/>
                  </a:cubicBezTo>
                  <a:cubicBezTo>
                    <a:pt x="927" y="177462"/>
                    <a:pt x="927" y="177665"/>
                    <a:pt x="940" y="177881"/>
                  </a:cubicBezTo>
                  <a:lnTo>
                    <a:pt x="940" y="177881"/>
                  </a:lnTo>
                  <a:cubicBezTo>
                    <a:pt x="-216" y="178909"/>
                    <a:pt x="-317" y="180674"/>
                    <a:pt x="699" y="181829"/>
                  </a:cubicBezTo>
                  <a:cubicBezTo>
                    <a:pt x="737" y="181868"/>
                    <a:pt x="775" y="181906"/>
                    <a:pt x="814" y="181944"/>
                  </a:cubicBezTo>
                  <a:close/>
                </a:path>
              </a:pathLst>
            </a:custGeom>
            <a:solidFill>
              <a:srgbClr val="000000"/>
            </a:solidFill>
            <a:ln w="12690" cap="flat">
              <a:noFill/>
              <a:prstDash val="solid"/>
              <a:miter/>
            </a:ln>
          </p:spPr>
          <p:txBody>
            <a:bodyPr rtlCol="0" anchor="ctr"/>
            <a:lstStyle/>
            <a:p>
              <a:endParaRPr lang="en-US" sz="1350"/>
            </a:p>
          </p:txBody>
        </p:sp>
        <p:sp>
          <p:nvSpPr>
            <p:cNvPr id="513" name="Freeform: Shape 512">
              <a:extLst>
                <a:ext uri="{FF2B5EF4-FFF2-40B4-BE49-F238E27FC236}">
                  <a16:creationId xmlns:a16="http://schemas.microsoft.com/office/drawing/2014/main" id="{69AD6B8A-AF28-4C12-961F-0C6EC561D582}"/>
                </a:ext>
              </a:extLst>
            </p:cNvPr>
            <p:cNvSpPr/>
            <p:nvPr/>
          </p:nvSpPr>
          <p:spPr>
            <a:xfrm>
              <a:off x="4279213" y="33761"/>
              <a:ext cx="28" cy="761"/>
            </a:xfrm>
            <a:custGeom>
              <a:avLst/>
              <a:gdLst>
                <a:gd name="connsiteX0" fmla="*/ 0 w 28"/>
                <a:gd name="connsiteY0" fmla="*/ 0 h 761"/>
                <a:gd name="connsiteX1" fmla="*/ 0 w 28"/>
                <a:gd name="connsiteY1" fmla="*/ 762 h 761"/>
                <a:gd name="connsiteX2" fmla="*/ 0 w 28"/>
                <a:gd name="connsiteY2" fmla="*/ 127 h 761"/>
              </a:gdLst>
              <a:ahLst/>
              <a:cxnLst>
                <a:cxn ang="0">
                  <a:pos x="connsiteX0" y="connsiteY0"/>
                </a:cxn>
                <a:cxn ang="0">
                  <a:pos x="connsiteX1" y="connsiteY1"/>
                </a:cxn>
                <a:cxn ang="0">
                  <a:pos x="connsiteX2" y="connsiteY2"/>
                </a:cxn>
              </a:cxnLst>
              <a:rect l="l" t="t" r="r" b="b"/>
              <a:pathLst>
                <a:path w="28" h="761">
                  <a:moveTo>
                    <a:pt x="0" y="0"/>
                  </a:moveTo>
                  <a:cubicBezTo>
                    <a:pt x="38" y="254"/>
                    <a:pt x="38" y="508"/>
                    <a:pt x="0" y="762"/>
                  </a:cubicBezTo>
                  <a:cubicBezTo>
                    <a:pt x="38" y="546"/>
                    <a:pt x="38" y="343"/>
                    <a:pt x="0" y="127"/>
                  </a:cubicBezTo>
                  <a:close/>
                </a:path>
              </a:pathLst>
            </a:custGeom>
            <a:solidFill>
              <a:srgbClr val="000000"/>
            </a:solidFill>
            <a:ln w="12690" cap="flat">
              <a:noFill/>
              <a:prstDash val="solid"/>
              <a:miter/>
            </a:ln>
          </p:spPr>
          <p:txBody>
            <a:bodyPr rtlCol="0" anchor="ctr"/>
            <a:lstStyle/>
            <a:p>
              <a:endParaRPr lang="en-US" sz="1350"/>
            </a:p>
          </p:txBody>
        </p:sp>
        <p:sp>
          <p:nvSpPr>
            <p:cNvPr id="515" name="Freeform: Shape 514">
              <a:extLst>
                <a:ext uri="{FF2B5EF4-FFF2-40B4-BE49-F238E27FC236}">
                  <a16:creationId xmlns:a16="http://schemas.microsoft.com/office/drawing/2014/main" id="{E0CB2059-0114-4616-B2EB-2D1571ADD958}"/>
                </a:ext>
              </a:extLst>
            </p:cNvPr>
            <p:cNvSpPr/>
            <p:nvPr/>
          </p:nvSpPr>
          <p:spPr>
            <a:xfrm>
              <a:off x="4277435" y="32619"/>
              <a:ext cx="888" cy="12696"/>
            </a:xfrm>
            <a:custGeom>
              <a:avLst/>
              <a:gdLst>
                <a:gd name="connsiteX0" fmla="*/ 0 w 888"/>
                <a:gd name="connsiteY0" fmla="*/ 0 h 12696"/>
                <a:gd name="connsiteX1" fmla="*/ 889 w 888"/>
                <a:gd name="connsiteY1" fmla="*/ 0 h 12696"/>
                <a:gd name="connsiteX2" fmla="*/ 889 w 888"/>
                <a:gd name="connsiteY2" fmla="*/ 0 h 12696"/>
              </a:gdLst>
              <a:ahLst/>
              <a:cxnLst>
                <a:cxn ang="0">
                  <a:pos x="connsiteX0" y="connsiteY0"/>
                </a:cxn>
                <a:cxn ang="0">
                  <a:pos x="connsiteX1" y="connsiteY1"/>
                </a:cxn>
                <a:cxn ang="0">
                  <a:pos x="connsiteX2" y="connsiteY2"/>
                </a:cxn>
              </a:cxnLst>
              <a:rect l="l" t="t" r="r" b="b"/>
              <a:pathLst>
                <a:path w="888" h="12696">
                  <a:moveTo>
                    <a:pt x="0" y="0"/>
                  </a:moveTo>
                  <a:lnTo>
                    <a:pt x="889" y="0"/>
                  </a:lnTo>
                  <a:lnTo>
                    <a:pt x="889" y="0"/>
                  </a:lnTo>
                  <a:close/>
                </a:path>
              </a:pathLst>
            </a:custGeom>
            <a:solidFill>
              <a:srgbClr val="000000"/>
            </a:solidFill>
            <a:ln w="12690" cap="flat">
              <a:noFill/>
              <a:prstDash val="solid"/>
              <a:miter/>
            </a:ln>
          </p:spPr>
          <p:txBody>
            <a:bodyPr rtlCol="0" anchor="ctr"/>
            <a:lstStyle/>
            <a:p>
              <a:endParaRPr lang="en-US" sz="1350"/>
            </a:p>
          </p:txBody>
        </p:sp>
        <p:sp>
          <p:nvSpPr>
            <p:cNvPr id="526" name="Freeform: Shape 525">
              <a:extLst>
                <a:ext uri="{FF2B5EF4-FFF2-40B4-BE49-F238E27FC236}">
                  <a16:creationId xmlns:a16="http://schemas.microsoft.com/office/drawing/2014/main" id="{22593155-227D-4388-BBDF-8E6D85546973}"/>
                </a:ext>
              </a:extLst>
            </p:cNvPr>
            <p:cNvSpPr/>
            <p:nvPr/>
          </p:nvSpPr>
          <p:spPr>
            <a:xfrm>
              <a:off x="6079496" y="915675"/>
              <a:ext cx="42153" cy="28186"/>
            </a:xfrm>
            <a:custGeom>
              <a:avLst/>
              <a:gdLst>
                <a:gd name="connsiteX0" fmla="*/ 42154 w 42153"/>
                <a:gd name="connsiteY0" fmla="*/ 5713 h 28186"/>
                <a:gd name="connsiteX1" fmla="*/ 38471 w 42153"/>
                <a:gd name="connsiteY1" fmla="*/ 6983 h 28186"/>
                <a:gd name="connsiteX2" fmla="*/ 33012 w 42153"/>
                <a:gd name="connsiteY2" fmla="*/ 2158 h 28186"/>
                <a:gd name="connsiteX3" fmla="*/ 33012 w 42153"/>
                <a:gd name="connsiteY3" fmla="*/ 0 h 28186"/>
                <a:gd name="connsiteX4" fmla="*/ 0 w 42153"/>
                <a:gd name="connsiteY4" fmla="*/ 26917 h 28186"/>
                <a:gd name="connsiteX5" fmla="*/ 2412 w 42153"/>
                <a:gd name="connsiteY5" fmla="*/ 26917 h 28186"/>
                <a:gd name="connsiteX6" fmla="*/ 14347 w 42153"/>
                <a:gd name="connsiteY6" fmla="*/ 28187 h 28186"/>
                <a:gd name="connsiteX7" fmla="*/ 42026 w 42153"/>
                <a:gd name="connsiteY7" fmla="*/ 5459 h 2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153" h="28186">
                  <a:moveTo>
                    <a:pt x="42154" y="5713"/>
                  </a:moveTo>
                  <a:cubicBezTo>
                    <a:pt x="41100" y="6526"/>
                    <a:pt x="39805" y="6970"/>
                    <a:pt x="38471" y="6983"/>
                  </a:cubicBezTo>
                  <a:cubicBezTo>
                    <a:pt x="35640" y="7123"/>
                    <a:pt x="33215" y="4990"/>
                    <a:pt x="33012" y="2158"/>
                  </a:cubicBezTo>
                  <a:lnTo>
                    <a:pt x="33012" y="0"/>
                  </a:lnTo>
                  <a:lnTo>
                    <a:pt x="0" y="26917"/>
                  </a:lnTo>
                  <a:lnTo>
                    <a:pt x="2412" y="26917"/>
                  </a:lnTo>
                  <a:lnTo>
                    <a:pt x="14347" y="28187"/>
                  </a:lnTo>
                  <a:lnTo>
                    <a:pt x="42026" y="5459"/>
                  </a:lnTo>
                  <a:close/>
                </a:path>
              </a:pathLst>
            </a:custGeom>
            <a:solidFill>
              <a:srgbClr val="000000"/>
            </a:solidFill>
            <a:ln w="12690" cap="flat">
              <a:noFill/>
              <a:prstDash val="solid"/>
              <a:miter/>
            </a:ln>
          </p:spPr>
          <p:txBody>
            <a:bodyPr rtlCol="0" anchor="ctr"/>
            <a:lstStyle/>
            <a:p>
              <a:endParaRPr lang="en-US" sz="1350"/>
            </a:p>
          </p:txBody>
        </p:sp>
        <p:sp>
          <p:nvSpPr>
            <p:cNvPr id="527" name="Freeform: Shape 526">
              <a:extLst>
                <a:ext uri="{FF2B5EF4-FFF2-40B4-BE49-F238E27FC236}">
                  <a16:creationId xmlns:a16="http://schemas.microsoft.com/office/drawing/2014/main" id="{AC787DD7-AB0D-4206-85FF-1EE86EBF8A11}"/>
                </a:ext>
              </a:extLst>
            </p:cNvPr>
            <p:cNvSpPr/>
            <p:nvPr/>
          </p:nvSpPr>
          <p:spPr>
            <a:xfrm>
              <a:off x="4273372" y="640029"/>
              <a:ext cx="1555107" cy="478284"/>
            </a:xfrm>
            <a:custGeom>
              <a:avLst/>
              <a:gdLst>
                <a:gd name="connsiteX0" fmla="*/ 1555107 w 1555107"/>
                <a:gd name="connsiteY0" fmla="*/ 468001 h 478284"/>
                <a:gd name="connsiteX1" fmla="*/ 7364 w 1555107"/>
                <a:gd name="connsiteY1" fmla="*/ 0 h 478284"/>
                <a:gd name="connsiteX2" fmla="*/ 7364 w 1555107"/>
                <a:gd name="connsiteY2" fmla="*/ 3555 h 478284"/>
                <a:gd name="connsiteX3" fmla="*/ 1917 w 1555107"/>
                <a:gd name="connsiteY3" fmla="*/ 8507 h 478284"/>
                <a:gd name="connsiteX4" fmla="*/ 1904 w 1555107"/>
                <a:gd name="connsiteY4" fmla="*/ 8507 h 478284"/>
                <a:gd name="connsiteX5" fmla="*/ 0 w 1555107"/>
                <a:gd name="connsiteY5" fmla="*/ 8507 h 478284"/>
                <a:gd name="connsiteX6" fmla="*/ 0 w 1555107"/>
                <a:gd name="connsiteY6" fmla="*/ 8507 h 478284"/>
                <a:gd name="connsiteX7" fmla="*/ 1554853 w 1555107"/>
                <a:gd name="connsiteY7" fmla="*/ 478285 h 478284"/>
                <a:gd name="connsiteX8" fmla="*/ 1554853 w 1555107"/>
                <a:gd name="connsiteY8" fmla="*/ 468001 h 478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5107" h="478284">
                  <a:moveTo>
                    <a:pt x="1555107" y="468001"/>
                  </a:moveTo>
                  <a:lnTo>
                    <a:pt x="7364" y="0"/>
                  </a:lnTo>
                  <a:lnTo>
                    <a:pt x="7364" y="3555"/>
                  </a:lnTo>
                  <a:cubicBezTo>
                    <a:pt x="7224" y="6424"/>
                    <a:pt x="4787" y="8646"/>
                    <a:pt x="1917" y="8507"/>
                  </a:cubicBezTo>
                  <a:cubicBezTo>
                    <a:pt x="1917" y="8507"/>
                    <a:pt x="1904" y="8507"/>
                    <a:pt x="1904" y="8507"/>
                  </a:cubicBezTo>
                  <a:cubicBezTo>
                    <a:pt x="1270" y="8621"/>
                    <a:pt x="635" y="8621"/>
                    <a:pt x="0" y="8507"/>
                  </a:cubicBezTo>
                  <a:lnTo>
                    <a:pt x="0" y="8507"/>
                  </a:lnTo>
                  <a:lnTo>
                    <a:pt x="1554853" y="478285"/>
                  </a:lnTo>
                  <a:lnTo>
                    <a:pt x="1554853" y="468001"/>
                  </a:lnTo>
                  <a:close/>
                </a:path>
              </a:pathLst>
            </a:custGeom>
            <a:solidFill>
              <a:srgbClr val="000000"/>
            </a:solidFill>
            <a:ln w="12690" cap="flat">
              <a:noFill/>
              <a:prstDash val="solid"/>
              <a:miter/>
            </a:ln>
          </p:spPr>
          <p:txBody>
            <a:bodyPr rtlCol="0" anchor="ctr"/>
            <a:lstStyle/>
            <a:p>
              <a:endParaRPr lang="en-US" sz="1350"/>
            </a:p>
          </p:txBody>
        </p:sp>
        <p:sp>
          <p:nvSpPr>
            <p:cNvPr id="528" name="Freeform: Shape 527">
              <a:extLst>
                <a:ext uri="{FF2B5EF4-FFF2-40B4-BE49-F238E27FC236}">
                  <a16:creationId xmlns:a16="http://schemas.microsoft.com/office/drawing/2014/main" id="{35C7C518-AA2E-4B2B-9221-CB253E2B3D7A}"/>
                </a:ext>
              </a:extLst>
            </p:cNvPr>
            <p:cNvSpPr/>
            <p:nvPr/>
          </p:nvSpPr>
          <p:spPr>
            <a:xfrm>
              <a:off x="5859333" y="505190"/>
              <a:ext cx="10538" cy="511423"/>
            </a:xfrm>
            <a:custGeom>
              <a:avLst/>
              <a:gdLst>
                <a:gd name="connsiteX0" fmla="*/ 10538 w 10538"/>
                <a:gd name="connsiteY0" fmla="*/ 488569 h 511423"/>
                <a:gd name="connsiteX1" fmla="*/ 10538 w 10538"/>
                <a:gd name="connsiteY1" fmla="*/ 0 h 511423"/>
                <a:gd name="connsiteX2" fmla="*/ 8761 w 10538"/>
                <a:gd name="connsiteY2" fmla="*/ 1397 h 511423"/>
                <a:gd name="connsiteX3" fmla="*/ 8761 w 10538"/>
                <a:gd name="connsiteY3" fmla="*/ 1397 h 511423"/>
                <a:gd name="connsiteX4" fmla="*/ 5460 w 10538"/>
                <a:gd name="connsiteY4" fmla="*/ 2539 h 511423"/>
                <a:gd name="connsiteX5" fmla="*/ 3682 w 10538"/>
                <a:gd name="connsiteY5" fmla="*/ 2539 h 511423"/>
                <a:gd name="connsiteX6" fmla="*/ 0 w 10538"/>
                <a:gd name="connsiteY6" fmla="*/ 1524 h 511423"/>
                <a:gd name="connsiteX7" fmla="*/ 0 w 10538"/>
                <a:gd name="connsiteY7" fmla="*/ 511423 h 511423"/>
                <a:gd name="connsiteX8" fmla="*/ 0 w 10538"/>
                <a:gd name="connsiteY8" fmla="*/ 510534 h 511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538" h="511423">
                  <a:moveTo>
                    <a:pt x="10538" y="488569"/>
                  </a:moveTo>
                  <a:lnTo>
                    <a:pt x="10538" y="0"/>
                  </a:lnTo>
                  <a:lnTo>
                    <a:pt x="8761" y="1397"/>
                  </a:lnTo>
                  <a:lnTo>
                    <a:pt x="8761" y="1397"/>
                  </a:lnTo>
                  <a:cubicBezTo>
                    <a:pt x="7834" y="2171"/>
                    <a:pt x="6666" y="2577"/>
                    <a:pt x="5460" y="2539"/>
                  </a:cubicBezTo>
                  <a:cubicBezTo>
                    <a:pt x="4876" y="2666"/>
                    <a:pt x="4266" y="2666"/>
                    <a:pt x="3682" y="2539"/>
                  </a:cubicBezTo>
                  <a:lnTo>
                    <a:pt x="0" y="1524"/>
                  </a:lnTo>
                  <a:lnTo>
                    <a:pt x="0" y="511423"/>
                  </a:lnTo>
                  <a:lnTo>
                    <a:pt x="0" y="510534"/>
                  </a:lnTo>
                  <a:close/>
                </a:path>
              </a:pathLst>
            </a:custGeom>
            <a:solidFill>
              <a:srgbClr val="000000"/>
            </a:solidFill>
            <a:ln w="12690" cap="flat">
              <a:noFill/>
              <a:prstDash val="solid"/>
              <a:miter/>
            </a:ln>
          </p:spPr>
          <p:txBody>
            <a:bodyPr rtlCol="0" anchor="ctr"/>
            <a:lstStyle/>
            <a:p>
              <a:endParaRPr lang="en-US" sz="1350"/>
            </a:p>
          </p:txBody>
        </p:sp>
        <p:sp>
          <p:nvSpPr>
            <p:cNvPr id="529" name="Freeform: Shape 528">
              <a:extLst>
                <a:ext uri="{FF2B5EF4-FFF2-40B4-BE49-F238E27FC236}">
                  <a16:creationId xmlns:a16="http://schemas.microsoft.com/office/drawing/2014/main" id="{794E8630-6A9A-44CE-BD05-7209E42308CF}"/>
                </a:ext>
              </a:extLst>
            </p:cNvPr>
            <p:cNvSpPr/>
            <p:nvPr/>
          </p:nvSpPr>
          <p:spPr>
            <a:xfrm>
              <a:off x="5864538" y="506714"/>
              <a:ext cx="3301" cy="1145"/>
            </a:xfrm>
            <a:custGeom>
              <a:avLst/>
              <a:gdLst>
                <a:gd name="connsiteX0" fmla="*/ 3301 w 3301"/>
                <a:gd name="connsiteY0" fmla="*/ 0 h 1145"/>
                <a:gd name="connsiteX1" fmla="*/ 0 w 3301"/>
                <a:gd name="connsiteY1" fmla="*/ 1143 h 1145"/>
                <a:gd name="connsiteX2" fmla="*/ 3301 w 3301"/>
                <a:gd name="connsiteY2" fmla="*/ 0 h 1145"/>
              </a:gdLst>
              <a:ahLst/>
              <a:cxnLst>
                <a:cxn ang="0">
                  <a:pos x="connsiteX0" y="connsiteY0"/>
                </a:cxn>
                <a:cxn ang="0">
                  <a:pos x="connsiteX1" y="connsiteY1"/>
                </a:cxn>
                <a:cxn ang="0">
                  <a:pos x="connsiteX2" y="connsiteY2"/>
                </a:cxn>
              </a:cxnLst>
              <a:rect l="l" t="t" r="r" b="b"/>
              <a:pathLst>
                <a:path w="3301" h="1145">
                  <a:moveTo>
                    <a:pt x="3301" y="0"/>
                  </a:moveTo>
                  <a:cubicBezTo>
                    <a:pt x="2362" y="736"/>
                    <a:pt x="1193" y="1130"/>
                    <a:pt x="0" y="1143"/>
                  </a:cubicBezTo>
                  <a:cubicBezTo>
                    <a:pt x="1206" y="1181"/>
                    <a:pt x="2374" y="775"/>
                    <a:pt x="3301" y="0"/>
                  </a:cubicBezTo>
                  <a:close/>
                </a:path>
              </a:pathLst>
            </a:custGeom>
            <a:solidFill>
              <a:srgbClr val="000000"/>
            </a:solidFill>
            <a:ln w="12690" cap="flat">
              <a:noFill/>
              <a:prstDash val="solid"/>
              <a:miter/>
            </a:ln>
          </p:spPr>
          <p:txBody>
            <a:bodyPr rtlCol="0" anchor="ctr"/>
            <a:lstStyle/>
            <a:p>
              <a:endParaRPr lang="en-US" sz="1350"/>
            </a:p>
          </p:txBody>
        </p:sp>
        <p:sp>
          <p:nvSpPr>
            <p:cNvPr id="530" name="Freeform: Shape 529">
              <a:extLst>
                <a:ext uri="{FF2B5EF4-FFF2-40B4-BE49-F238E27FC236}">
                  <a16:creationId xmlns:a16="http://schemas.microsoft.com/office/drawing/2014/main" id="{AEE64439-8EE6-432B-80C0-926FD0C3CB09}"/>
                </a:ext>
              </a:extLst>
            </p:cNvPr>
            <p:cNvSpPr/>
            <p:nvPr/>
          </p:nvSpPr>
          <p:spPr>
            <a:xfrm>
              <a:off x="4269524" y="17651"/>
              <a:ext cx="1595014" cy="490224"/>
            </a:xfrm>
            <a:custGeom>
              <a:avLst/>
              <a:gdLst>
                <a:gd name="connsiteX0" fmla="*/ 1595015 w 1595014"/>
                <a:gd name="connsiteY0" fmla="*/ 490205 h 490224"/>
                <a:gd name="connsiteX1" fmla="*/ 1590952 w 1595014"/>
                <a:gd name="connsiteY1" fmla="*/ 488681 h 490224"/>
                <a:gd name="connsiteX2" fmla="*/ 1590609 w 1595014"/>
                <a:gd name="connsiteY2" fmla="*/ 482041 h 490224"/>
                <a:gd name="connsiteX3" fmla="*/ 1590952 w 1595014"/>
                <a:gd name="connsiteY3" fmla="*/ 481698 h 490224"/>
                <a:gd name="connsiteX4" fmla="*/ 1593364 w 1595014"/>
                <a:gd name="connsiteY4" fmla="*/ 479794 h 490224"/>
                <a:gd name="connsiteX5" fmla="*/ 10070 w 1595014"/>
                <a:gd name="connsiteY5" fmla="*/ 1128 h 490224"/>
                <a:gd name="connsiteX6" fmla="*/ 7150 w 1595014"/>
                <a:gd name="connsiteY6" fmla="*/ 239 h 490224"/>
                <a:gd name="connsiteX7" fmla="*/ 293 w 1595014"/>
                <a:gd name="connsiteY7" fmla="*/ 3413 h 490224"/>
                <a:gd name="connsiteX8" fmla="*/ 3074 w 1595014"/>
                <a:gd name="connsiteY8" fmla="*/ 9444 h 490224"/>
                <a:gd name="connsiteX9" fmla="*/ 3721 w 1595014"/>
                <a:gd name="connsiteY9" fmla="*/ 9635 h 490224"/>
                <a:gd name="connsiteX10" fmla="*/ 10705 w 1595014"/>
                <a:gd name="connsiteY10" fmla="*/ 11666 h 490224"/>
                <a:gd name="connsiteX11" fmla="*/ 1030768 w 1595014"/>
                <a:gd name="connsiteY11" fmla="*/ 319688 h 490224"/>
                <a:gd name="connsiteX12" fmla="*/ 1589428 w 1595014"/>
                <a:gd name="connsiteY12" fmla="*/ 488935 h 490224"/>
                <a:gd name="connsiteX13" fmla="*/ 1593110 w 1595014"/>
                <a:gd name="connsiteY13" fmla="*/ 489951 h 490224"/>
                <a:gd name="connsiteX14" fmla="*/ 1595015 w 1595014"/>
                <a:gd name="connsiteY14" fmla="*/ 490205 h 4902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95014" h="490224">
                  <a:moveTo>
                    <a:pt x="1595015" y="490205"/>
                  </a:moveTo>
                  <a:cubicBezTo>
                    <a:pt x="1593516" y="490231"/>
                    <a:pt x="1592069" y="489685"/>
                    <a:pt x="1590952" y="488681"/>
                  </a:cubicBezTo>
                  <a:cubicBezTo>
                    <a:pt x="1589022" y="486942"/>
                    <a:pt x="1588869" y="483971"/>
                    <a:pt x="1590609" y="482041"/>
                  </a:cubicBezTo>
                  <a:cubicBezTo>
                    <a:pt x="1590711" y="481927"/>
                    <a:pt x="1590825" y="481813"/>
                    <a:pt x="1590952" y="481698"/>
                  </a:cubicBezTo>
                  <a:lnTo>
                    <a:pt x="1593364" y="479794"/>
                  </a:lnTo>
                  <a:lnTo>
                    <a:pt x="10070" y="1128"/>
                  </a:lnTo>
                  <a:lnTo>
                    <a:pt x="7150" y="239"/>
                  </a:lnTo>
                  <a:cubicBezTo>
                    <a:pt x="4395" y="-586"/>
                    <a:pt x="1449" y="785"/>
                    <a:pt x="293" y="3413"/>
                  </a:cubicBezTo>
                  <a:cubicBezTo>
                    <a:pt x="-608" y="5851"/>
                    <a:pt x="636" y="8543"/>
                    <a:pt x="3074" y="9444"/>
                  </a:cubicBezTo>
                  <a:cubicBezTo>
                    <a:pt x="3290" y="9521"/>
                    <a:pt x="3506" y="9584"/>
                    <a:pt x="3721" y="9635"/>
                  </a:cubicBezTo>
                  <a:lnTo>
                    <a:pt x="10705" y="11666"/>
                  </a:lnTo>
                  <a:lnTo>
                    <a:pt x="1030768" y="319688"/>
                  </a:lnTo>
                  <a:lnTo>
                    <a:pt x="1589428" y="488935"/>
                  </a:lnTo>
                  <a:lnTo>
                    <a:pt x="1593110" y="489951"/>
                  </a:lnTo>
                  <a:cubicBezTo>
                    <a:pt x="1593720" y="490180"/>
                    <a:pt x="1594367" y="490269"/>
                    <a:pt x="1595015" y="490205"/>
                  </a:cubicBezTo>
                  <a:close/>
                </a:path>
              </a:pathLst>
            </a:custGeom>
            <a:solidFill>
              <a:srgbClr val="000000"/>
            </a:solidFill>
            <a:ln w="12690" cap="flat">
              <a:noFill/>
              <a:prstDash val="solid"/>
              <a:miter/>
            </a:ln>
          </p:spPr>
          <p:txBody>
            <a:bodyPr rtlCol="0" anchor="ctr"/>
            <a:lstStyle/>
            <a:p>
              <a:endParaRPr lang="en-US" sz="1350"/>
            </a:p>
          </p:txBody>
        </p:sp>
        <p:sp>
          <p:nvSpPr>
            <p:cNvPr id="532" name="Freeform: Shape 531">
              <a:extLst>
                <a:ext uri="{FF2B5EF4-FFF2-40B4-BE49-F238E27FC236}">
                  <a16:creationId xmlns:a16="http://schemas.microsoft.com/office/drawing/2014/main" id="{94DC7205-73D8-41F2-8707-75C22064304F}"/>
                </a:ext>
              </a:extLst>
            </p:cNvPr>
            <p:cNvSpPr/>
            <p:nvPr/>
          </p:nvSpPr>
          <p:spPr>
            <a:xfrm>
              <a:off x="6122792" y="293917"/>
              <a:ext cx="28" cy="761"/>
            </a:xfrm>
            <a:custGeom>
              <a:avLst/>
              <a:gdLst>
                <a:gd name="connsiteX0" fmla="*/ 0 w 28"/>
                <a:gd name="connsiteY0" fmla="*/ 762 h 761"/>
                <a:gd name="connsiteX1" fmla="*/ 0 w 28"/>
                <a:gd name="connsiteY1" fmla="*/ 0 h 761"/>
                <a:gd name="connsiteX2" fmla="*/ 0 w 28"/>
                <a:gd name="connsiteY2" fmla="*/ 0 h 761"/>
              </a:gdLst>
              <a:ahLst/>
              <a:cxnLst>
                <a:cxn ang="0">
                  <a:pos x="connsiteX0" y="connsiteY0"/>
                </a:cxn>
                <a:cxn ang="0">
                  <a:pos x="connsiteX1" y="connsiteY1"/>
                </a:cxn>
                <a:cxn ang="0">
                  <a:pos x="connsiteX2" y="connsiteY2"/>
                </a:cxn>
              </a:cxnLst>
              <a:rect l="l" t="t" r="r" b="b"/>
              <a:pathLst>
                <a:path w="28" h="761">
                  <a:moveTo>
                    <a:pt x="0" y="762"/>
                  </a:moveTo>
                  <a:cubicBezTo>
                    <a:pt x="38" y="508"/>
                    <a:pt x="38" y="254"/>
                    <a:pt x="0" y="0"/>
                  </a:cubicBezTo>
                  <a:lnTo>
                    <a:pt x="0" y="0"/>
                  </a:lnTo>
                  <a:close/>
                </a:path>
              </a:pathLst>
            </a:custGeom>
            <a:solidFill>
              <a:srgbClr val="000000"/>
            </a:solidFill>
            <a:ln w="12690" cap="flat">
              <a:noFill/>
              <a:prstDash val="solid"/>
              <a:miter/>
            </a:ln>
          </p:spPr>
          <p:txBody>
            <a:bodyPr rtlCol="0" anchor="ctr"/>
            <a:lstStyle/>
            <a:p>
              <a:endParaRPr lang="en-US" sz="1350"/>
            </a:p>
          </p:txBody>
        </p:sp>
        <p:sp>
          <p:nvSpPr>
            <p:cNvPr id="533" name="Freeform: Shape 532">
              <a:extLst>
                <a:ext uri="{FF2B5EF4-FFF2-40B4-BE49-F238E27FC236}">
                  <a16:creationId xmlns:a16="http://schemas.microsoft.com/office/drawing/2014/main" id="{17D58846-AB51-4324-AA25-7188492B38B9}"/>
                </a:ext>
              </a:extLst>
            </p:cNvPr>
            <p:cNvSpPr/>
            <p:nvPr/>
          </p:nvSpPr>
          <p:spPr>
            <a:xfrm>
              <a:off x="6123300" y="295694"/>
              <a:ext cx="12696" cy="888"/>
            </a:xfrm>
            <a:custGeom>
              <a:avLst/>
              <a:gdLst>
                <a:gd name="connsiteX0" fmla="*/ 0 w 12696"/>
                <a:gd name="connsiteY0" fmla="*/ 889 h 888"/>
                <a:gd name="connsiteX1" fmla="*/ 0 w 12696"/>
                <a:gd name="connsiteY1" fmla="*/ 0 h 888"/>
                <a:gd name="connsiteX2" fmla="*/ 0 w 12696"/>
                <a:gd name="connsiteY2" fmla="*/ 0 h 888"/>
                <a:gd name="connsiteX3" fmla="*/ 0 w 12696"/>
                <a:gd name="connsiteY3" fmla="*/ 889 h 888"/>
              </a:gdLst>
              <a:ahLst/>
              <a:cxnLst>
                <a:cxn ang="0">
                  <a:pos x="connsiteX0" y="connsiteY0"/>
                </a:cxn>
                <a:cxn ang="0">
                  <a:pos x="connsiteX1" y="connsiteY1"/>
                </a:cxn>
                <a:cxn ang="0">
                  <a:pos x="connsiteX2" y="connsiteY2"/>
                </a:cxn>
                <a:cxn ang="0">
                  <a:pos x="connsiteX3" y="connsiteY3"/>
                </a:cxn>
              </a:cxnLst>
              <a:rect l="l" t="t" r="r" b="b"/>
              <a:pathLst>
                <a:path w="12696" h="888">
                  <a:moveTo>
                    <a:pt x="0" y="889"/>
                  </a:moveTo>
                  <a:cubicBezTo>
                    <a:pt x="0" y="889"/>
                    <a:pt x="0" y="889"/>
                    <a:pt x="0" y="0"/>
                  </a:cubicBezTo>
                  <a:lnTo>
                    <a:pt x="0" y="0"/>
                  </a:lnTo>
                  <a:cubicBezTo>
                    <a:pt x="0" y="0"/>
                    <a:pt x="0" y="635"/>
                    <a:pt x="0" y="889"/>
                  </a:cubicBezTo>
                  <a:close/>
                </a:path>
              </a:pathLst>
            </a:custGeom>
            <a:solidFill>
              <a:srgbClr val="000000"/>
            </a:solidFill>
            <a:ln w="12690" cap="flat">
              <a:noFill/>
              <a:prstDash val="solid"/>
              <a:miter/>
            </a:ln>
          </p:spPr>
          <p:txBody>
            <a:bodyPr rtlCol="0" anchor="ctr"/>
            <a:lstStyle/>
            <a:p>
              <a:endParaRPr lang="en-US" sz="1350"/>
            </a:p>
          </p:txBody>
        </p:sp>
        <p:sp>
          <p:nvSpPr>
            <p:cNvPr id="534" name="Freeform: Shape 533">
              <a:extLst>
                <a:ext uri="{FF2B5EF4-FFF2-40B4-BE49-F238E27FC236}">
                  <a16:creationId xmlns:a16="http://schemas.microsoft.com/office/drawing/2014/main" id="{880E0F3D-9E93-42D7-BCB4-37514957C5FF}"/>
                </a:ext>
              </a:extLst>
            </p:cNvPr>
            <p:cNvSpPr/>
            <p:nvPr/>
          </p:nvSpPr>
          <p:spPr>
            <a:xfrm>
              <a:off x="6120760" y="293155"/>
              <a:ext cx="888" cy="12696"/>
            </a:xfrm>
            <a:custGeom>
              <a:avLst/>
              <a:gdLst>
                <a:gd name="connsiteX0" fmla="*/ 889 w 888"/>
                <a:gd name="connsiteY0" fmla="*/ 0 h 12696"/>
                <a:gd name="connsiteX1" fmla="*/ 0 w 888"/>
                <a:gd name="connsiteY1" fmla="*/ 0 h 12696"/>
                <a:gd name="connsiteX2" fmla="*/ 0 w 888"/>
                <a:gd name="connsiteY2" fmla="*/ 0 h 12696"/>
              </a:gdLst>
              <a:ahLst/>
              <a:cxnLst>
                <a:cxn ang="0">
                  <a:pos x="connsiteX0" y="connsiteY0"/>
                </a:cxn>
                <a:cxn ang="0">
                  <a:pos x="connsiteX1" y="connsiteY1"/>
                </a:cxn>
                <a:cxn ang="0">
                  <a:pos x="connsiteX2" y="connsiteY2"/>
                </a:cxn>
              </a:cxnLst>
              <a:rect l="l" t="t" r="r" b="b"/>
              <a:pathLst>
                <a:path w="888" h="12696">
                  <a:moveTo>
                    <a:pt x="889"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535" name="Freeform: Shape 534">
              <a:extLst>
                <a:ext uri="{FF2B5EF4-FFF2-40B4-BE49-F238E27FC236}">
                  <a16:creationId xmlns:a16="http://schemas.microsoft.com/office/drawing/2014/main" id="{03D6C66E-DC5F-4672-96B4-9C990ABF1456}"/>
                </a:ext>
              </a:extLst>
            </p:cNvPr>
            <p:cNvSpPr/>
            <p:nvPr/>
          </p:nvSpPr>
          <p:spPr>
            <a:xfrm>
              <a:off x="6119237" y="292012"/>
              <a:ext cx="888" cy="12696"/>
            </a:xfrm>
            <a:custGeom>
              <a:avLst/>
              <a:gdLst>
                <a:gd name="connsiteX0" fmla="*/ 0 w 888"/>
                <a:gd name="connsiteY0" fmla="*/ 0 h 12696"/>
                <a:gd name="connsiteX1" fmla="*/ 889 w 888"/>
                <a:gd name="connsiteY1" fmla="*/ 0 h 12696"/>
                <a:gd name="connsiteX2" fmla="*/ 0 w 888"/>
                <a:gd name="connsiteY2" fmla="*/ 0 h 12696"/>
              </a:gdLst>
              <a:ahLst/>
              <a:cxnLst>
                <a:cxn ang="0">
                  <a:pos x="connsiteX0" y="connsiteY0"/>
                </a:cxn>
                <a:cxn ang="0">
                  <a:pos x="connsiteX1" y="connsiteY1"/>
                </a:cxn>
                <a:cxn ang="0">
                  <a:pos x="connsiteX2" y="connsiteY2"/>
                </a:cxn>
              </a:cxnLst>
              <a:rect l="l" t="t" r="r" b="b"/>
              <a:pathLst>
                <a:path w="888" h="12696">
                  <a:moveTo>
                    <a:pt x="0" y="0"/>
                  </a:moveTo>
                  <a:lnTo>
                    <a:pt x="889" y="0"/>
                  </a:lnTo>
                  <a:lnTo>
                    <a:pt x="0" y="0"/>
                  </a:lnTo>
                  <a:close/>
                </a:path>
              </a:pathLst>
            </a:custGeom>
            <a:solidFill>
              <a:srgbClr val="000000"/>
            </a:solidFill>
            <a:ln w="12690" cap="flat">
              <a:noFill/>
              <a:prstDash val="solid"/>
              <a:miter/>
            </a:ln>
          </p:spPr>
          <p:txBody>
            <a:bodyPr rtlCol="0" anchor="ctr"/>
            <a:lstStyle/>
            <a:p>
              <a:endParaRPr lang="en-US" sz="1350"/>
            </a:p>
          </p:txBody>
        </p:sp>
        <p:sp>
          <p:nvSpPr>
            <p:cNvPr id="536" name="Freeform: Shape 535">
              <a:extLst>
                <a:ext uri="{FF2B5EF4-FFF2-40B4-BE49-F238E27FC236}">
                  <a16:creationId xmlns:a16="http://schemas.microsoft.com/office/drawing/2014/main" id="{965E7175-3120-42A1-BD91-91165FD9440A}"/>
                </a:ext>
              </a:extLst>
            </p:cNvPr>
            <p:cNvSpPr/>
            <p:nvPr/>
          </p:nvSpPr>
          <p:spPr>
            <a:xfrm>
              <a:off x="6121141" y="293409"/>
              <a:ext cx="761" cy="12696"/>
            </a:xfrm>
            <a:custGeom>
              <a:avLst/>
              <a:gdLst>
                <a:gd name="connsiteX0" fmla="*/ 762 w 761"/>
                <a:gd name="connsiteY0" fmla="*/ 0 h 12696"/>
                <a:gd name="connsiteX1" fmla="*/ 762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762" y="0"/>
                  </a:lnTo>
                  <a:lnTo>
                    <a:pt x="0" y="0"/>
                  </a:lnTo>
                  <a:close/>
                </a:path>
              </a:pathLst>
            </a:custGeom>
            <a:solidFill>
              <a:srgbClr val="000000"/>
            </a:solidFill>
            <a:ln w="12690" cap="flat">
              <a:noFill/>
              <a:prstDash val="solid"/>
              <a:miter/>
            </a:ln>
          </p:spPr>
          <p:txBody>
            <a:bodyPr rtlCol="0" anchor="ctr"/>
            <a:lstStyle/>
            <a:p>
              <a:endParaRPr lang="en-US" sz="1350"/>
            </a:p>
          </p:txBody>
        </p:sp>
        <p:sp>
          <p:nvSpPr>
            <p:cNvPr id="537" name="Freeform: Shape 536">
              <a:extLst>
                <a:ext uri="{FF2B5EF4-FFF2-40B4-BE49-F238E27FC236}">
                  <a16:creationId xmlns:a16="http://schemas.microsoft.com/office/drawing/2014/main" id="{362A6FF1-2A61-4074-AA53-7A03532C6760}"/>
                </a:ext>
              </a:extLst>
            </p:cNvPr>
            <p:cNvSpPr/>
            <p:nvPr/>
          </p:nvSpPr>
          <p:spPr>
            <a:xfrm>
              <a:off x="6117205" y="291885"/>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538" name="Freeform: Shape 537">
              <a:extLst>
                <a:ext uri="{FF2B5EF4-FFF2-40B4-BE49-F238E27FC236}">
                  <a16:creationId xmlns:a16="http://schemas.microsoft.com/office/drawing/2014/main" id="{0E53A99C-D931-4B97-B8B8-F37DEFFCA969}"/>
                </a:ext>
              </a:extLst>
            </p:cNvPr>
            <p:cNvSpPr/>
            <p:nvPr/>
          </p:nvSpPr>
          <p:spPr>
            <a:xfrm>
              <a:off x="6122919" y="294933"/>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539" name="Freeform: Shape 538">
              <a:extLst>
                <a:ext uri="{FF2B5EF4-FFF2-40B4-BE49-F238E27FC236}">
                  <a16:creationId xmlns:a16="http://schemas.microsoft.com/office/drawing/2014/main" id="{6CFCB3CB-8196-4B1E-A729-739027447423}"/>
                </a:ext>
              </a:extLst>
            </p:cNvPr>
            <p:cNvSpPr/>
            <p:nvPr/>
          </p:nvSpPr>
          <p:spPr>
            <a:xfrm>
              <a:off x="6112507" y="296710"/>
              <a:ext cx="10468" cy="625319"/>
            </a:xfrm>
            <a:custGeom>
              <a:avLst/>
              <a:gdLst>
                <a:gd name="connsiteX0" fmla="*/ 9015 w 10468"/>
                <a:gd name="connsiteY0" fmla="*/ 3682 h 625319"/>
                <a:gd name="connsiteX1" fmla="*/ 0 w 10468"/>
                <a:gd name="connsiteY1" fmla="*/ 11046 h 625319"/>
                <a:gd name="connsiteX2" fmla="*/ 0 w 10468"/>
                <a:gd name="connsiteY2" fmla="*/ 620488 h 625319"/>
                <a:gd name="connsiteX3" fmla="*/ 5460 w 10468"/>
                <a:gd name="connsiteY3" fmla="*/ 625313 h 625319"/>
                <a:gd name="connsiteX4" fmla="*/ 9142 w 10468"/>
                <a:gd name="connsiteY4" fmla="*/ 624043 h 625319"/>
                <a:gd name="connsiteX5" fmla="*/ 9776 w 10468"/>
                <a:gd name="connsiteY5" fmla="*/ 623154 h 625319"/>
                <a:gd name="connsiteX6" fmla="*/ 10411 w 10468"/>
                <a:gd name="connsiteY6" fmla="*/ 622393 h 625319"/>
                <a:gd name="connsiteX7" fmla="*/ 10411 w 10468"/>
                <a:gd name="connsiteY7" fmla="*/ 621631 h 625319"/>
                <a:gd name="connsiteX8" fmla="*/ 10411 w 10468"/>
                <a:gd name="connsiteY8" fmla="*/ 620615 h 625319"/>
                <a:gd name="connsiteX9" fmla="*/ 10411 w 10468"/>
                <a:gd name="connsiteY9" fmla="*/ 620615 h 625319"/>
                <a:gd name="connsiteX10" fmla="*/ 10411 w 10468"/>
                <a:gd name="connsiteY10" fmla="*/ 0 h 625319"/>
                <a:gd name="connsiteX11" fmla="*/ 10411 w 10468"/>
                <a:gd name="connsiteY11" fmla="*/ 0 h 625319"/>
                <a:gd name="connsiteX12" fmla="*/ 10411 w 10468"/>
                <a:gd name="connsiteY12" fmla="*/ 0 h 625319"/>
                <a:gd name="connsiteX13" fmla="*/ 9015 w 10468"/>
                <a:gd name="connsiteY13" fmla="*/ 3682 h 6253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468" h="625319">
                  <a:moveTo>
                    <a:pt x="9015" y="3682"/>
                  </a:moveTo>
                  <a:lnTo>
                    <a:pt x="0" y="11046"/>
                  </a:lnTo>
                  <a:lnTo>
                    <a:pt x="0" y="620488"/>
                  </a:lnTo>
                  <a:cubicBezTo>
                    <a:pt x="203" y="623319"/>
                    <a:pt x="2628" y="625452"/>
                    <a:pt x="5460" y="625313"/>
                  </a:cubicBezTo>
                  <a:cubicBezTo>
                    <a:pt x="6793" y="625300"/>
                    <a:pt x="8088" y="624856"/>
                    <a:pt x="9142" y="624043"/>
                  </a:cubicBezTo>
                  <a:lnTo>
                    <a:pt x="9776" y="623154"/>
                  </a:lnTo>
                  <a:lnTo>
                    <a:pt x="10411" y="622393"/>
                  </a:lnTo>
                  <a:cubicBezTo>
                    <a:pt x="10411" y="622393"/>
                    <a:pt x="10411" y="622393"/>
                    <a:pt x="10411" y="621631"/>
                  </a:cubicBezTo>
                  <a:cubicBezTo>
                    <a:pt x="10487" y="621300"/>
                    <a:pt x="10487" y="620945"/>
                    <a:pt x="10411" y="620615"/>
                  </a:cubicBezTo>
                  <a:lnTo>
                    <a:pt x="10411" y="620615"/>
                  </a:lnTo>
                  <a:lnTo>
                    <a:pt x="10411" y="0"/>
                  </a:lnTo>
                  <a:lnTo>
                    <a:pt x="10411" y="0"/>
                  </a:lnTo>
                  <a:cubicBezTo>
                    <a:pt x="10411" y="0"/>
                    <a:pt x="10411" y="0"/>
                    <a:pt x="10411" y="0"/>
                  </a:cubicBezTo>
                  <a:cubicBezTo>
                    <a:pt x="10526" y="1371"/>
                    <a:pt x="10018" y="2730"/>
                    <a:pt x="9015" y="3682"/>
                  </a:cubicBezTo>
                  <a:close/>
                </a:path>
              </a:pathLst>
            </a:custGeom>
            <a:solidFill>
              <a:srgbClr val="000000"/>
            </a:solidFill>
            <a:ln w="12690" cap="flat">
              <a:noFill/>
              <a:prstDash val="solid"/>
              <a:miter/>
            </a:ln>
          </p:spPr>
          <p:txBody>
            <a:bodyPr rtlCol="0" anchor="ctr"/>
            <a:lstStyle/>
            <a:p>
              <a:endParaRPr lang="en-US" sz="1350"/>
            </a:p>
          </p:txBody>
        </p:sp>
        <p:sp>
          <p:nvSpPr>
            <p:cNvPr id="540" name="Freeform: Shape 539">
              <a:extLst>
                <a:ext uri="{FF2B5EF4-FFF2-40B4-BE49-F238E27FC236}">
                  <a16:creationId xmlns:a16="http://schemas.microsoft.com/office/drawing/2014/main" id="{B4AED7C0-0D1B-4A17-A324-38B5FDFBC3BD}"/>
                </a:ext>
              </a:extLst>
            </p:cNvPr>
            <p:cNvSpPr/>
            <p:nvPr/>
          </p:nvSpPr>
          <p:spPr>
            <a:xfrm>
              <a:off x="5861334" y="293663"/>
              <a:ext cx="261899" cy="214829"/>
            </a:xfrm>
            <a:custGeom>
              <a:avLst/>
              <a:gdLst>
                <a:gd name="connsiteX0" fmla="*/ 260188 w 261899"/>
                <a:gd name="connsiteY0" fmla="*/ 6729 h 214829"/>
                <a:gd name="connsiteX1" fmla="*/ 261839 w 261899"/>
                <a:gd name="connsiteY1" fmla="*/ 2412 h 214829"/>
                <a:gd name="connsiteX2" fmla="*/ 261839 w 261899"/>
                <a:gd name="connsiteY2" fmla="*/ 2412 h 214829"/>
                <a:gd name="connsiteX3" fmla="*/ 261839 w 261899"/>
                <a:gd name="connsiteY3" fmla="*/ 1651 h 214829"/>
                <a:gd name="connsiteX4" fmla="*/ 261839 w 261899"/>
                <a:gd name="connsiteY4" fmla="*/ 762 h 214829"/>
                <a:gd name="connsiteX5" fmla="*/ 261839 w 261899"/>
                <a:gd name="connsiteY5" fmla="*/ 762 h 214829"/>
                <a:gd name="connsiteX6" fmla="*/ 261839 w 261899"/>
                <a:gd name="connsiteY6" fmla="*/ 762 h 214829"/>
                <a:gd name="connsiteX7" fmla="*/ 261839 w 261899"/>
                <a:gd name="connsiteY7" fmla="*/ 762 h 214829"/>
                <a:gd name="connsiteX8" fmla="*/ 260823 w 261899"/>
                <a:gd name="connsiteY8" fmla="*/ 0 h 214829"/>
                <a:gd name="connsiteX9" fmla="*/ 260823 w 261899"/>
                <a:gd name="connsiteY9" fmla="*/ 0 h 214829"/>
                <a:gd name="connsiteX10" fmla="*/ 260823 w 261899"/>
                <a:gd name="connsiteY10" fmla="*/ 0 h 214829"/>
                <a:gd name="connsiteX11" fmla="*/ 260823 w 261899"/>
                <a:gd name="connsiteY11" fmla="*/ 0 h 214829"/>
                <a:gd name="connsiteX12" fmla="*/ 259934 w 261899"/>
                <a:gd name="connsiteY12" fmla="*/ 0 h 214829"/>
                <a:gd name="connsiteX13" fmla="*/ 257903 w 261899"/>
                <a:gd name="connsiteY13" fmla="*/ 0 h 214829"/>
                <a:gd name="connsiteX14" fmla="*/ 256760 w 261899"/>
                <a:gd name="connsiteY14" fmla="*/ 0 h 214829"/>
                <a:gd name="connsiteX15" fmla="*/ 255744 w 261899"/>
                <a:gd name="connsiteY15" fmla="*/ 0 h 214829"/>
                <a:gd name="connsiteX16" fmla="*/ 254982 w 261899"/>
                <a:gd name="connsiteY16" fmla="*/ 0 h 214829"/>
                <a:gd name="connsiteX17" fmla="*/ 248126 w 261899"/>
                <a:gd name="connsiteY17" fmla="*/ 5713 h 214829"/>
                <a:gd name="connsiteX18" fmla="*/ 3966 w 261899"/>
                <a:gd name="connsiteY18" fmla="*/ 204417 h 214829"/>
                <a:gd name="connsiteX19" fmla="*/ 1554 w 261899"/>
                <a:gd name="connsiteY19" fmla="*/ 206321 h 214829"/>
                <a:gd name="connsiteX20" fmla="*/ 1211 w 261899"/>
                <a:gd name="connsiteY20" fmla="*/ 212962 h 214829"/>
                <a:gd name="connsiteX21" fmla="*/ 1554 w 261899"/>
                <a:gd name="connsiteY21" fmla="*/ 213305 h 214829"/>
                <a:gd name="connsiteX22" fmla="*/ 5617 w 261899"/>
                <a:gd name="connsiteY22" fmla="*/ 214828 h 214829"/>
                <a:gd name="connsiteX23" fmla="*/ 8918 w 261899"/>
                <a:gd name="connsiteY23" fmla="*/ 213686 h 214829"/>
                <a:gd name="connsiteX24" fmla="*/ 8918 w 261899"/>
                <a:gd name="connsiteY24" fmla="*/ 213686 h 214829"/>
                <a:gd name="connsiteX25" fmla="*/ 10695 w 261899"/>
                <a:gd name="connsiteY25" fmla="*/ 212289 h 214829"/>
                <a:gd name="connsiteX26" fmla="*/ 251554 w 261899"/>
                <a:gd name="connsiteY26" fmla="*/ 14093 h 214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261899" h="214829">
                  <a:moveTo>
                    <a:pt x="260188" y="6729"/>
                  </a:moveTo>
                  <a:cubicBezTo>
                    <a:pt x="261483" y="5701"/>
                    <a:pt x="262105" y="4050"/>
                    <a:pt x="261839" y="2412"/>
                  </a:cubicBezTo>
                  <a:lnTo>
                    <a:pt x="261839" y="2412"/>
                  </a:lnTo>
                  <a:lnTo>
                    <a:pt x="261839" y="1651"/>
                  </a:lnTo>
                  <a:lnTo>
                    <a:pt x="261839" y="762"/>
                  </a:lnTo>
                  <a:lnTo>
                    <a:pt x="261839" y="762"/>
                  </a:lnTo>
                  <a:cubicBezTo>
                    <a:pt x="261839" y="762"/>
                    <a:pt x="261839" y="762"/>
                    <a:pt x="261839" y="762"/>
                  </a:cubicBezTo>
                  <a:lnTo>
                    <a:pt x="261839" y="762"/>
                  </a:lnTo>
                  <a:lnTo>
                    <a:pt x="260823" y="0"/>
                  </a:lnTo>
                  <a:lnTo>
                    <a:pt x="260823" y="0"/>
                  </a:lnTo>
                  <a:lnTo>
                    <a:pt x="260823" y="0"/>
                  </a:lnTo>
                  <a:lnTo>
                    <a:pt x="260823" y="0"/>
                  </a:lnTo>
                  <a:lnTo>
                    <a:pt x="259934" y="0"/>
                  </a:lnTo>
                  <a:lnTo>
                    <a:pt x="257903" y="0"/>
                  </a:lnTo>
                  <a:lnTo>
                    <a:pt x="256760" y="0"/>
                  </a:lnTo>
                  <a:lnTo>
                    <a:pt x="255744" y="0"/>
                  </a:lnTo>
                  <a:lnTo>
                    <a:pt x="254982" y="0"/>
                  </a:lnTo>
                  <a:lnTo>
                    <a:pt x="248126" y="5713"/>
                  </a:lnTo>
                  <a:lnTo>
                    <a:pt x="3966" y="204417"/>
                  </a:lnTo>
                  <a:lnTo>
                    <a:pt x="1554" y="206321"/>
                  </a:lnTo>
                  <a:cubicBezTo>
                    <a:pt x="-376" y="208061"/>
                    <a:pt x="-529" y="211032"/>
                    <a:pt x="1211" y="212962"/>
                  </a:cubicBezTo>
                  <a:cubicBezTo>
                    <a:pt x="1312" y="213076"/>
                    <a:pt x="1427" y="213190"/>
                    <a:pt x="1554" y="213305"/>
                  </a:cubicBezTo>
                  <a:cubicBezTo>
                    <a:pt x="2671" y="214308"/>
                    <a:pt x="4118" y="214854"/>
                    <a:pt x="5617" y="214828"/>
                  </a:cubicBezTo>
                  <a:cubicBezTo>
                    <a:pt x="6810" y="214816"/>
                    <a:pt x="7978" y="214422"/>
                    <a:pt x="8918" y="213686"/>
                  </a:cubicBezTo>
                  <a:lnTo>
                    <a:pt x="8918" y="213686"/>
                  </a:lnTo>
                  <a:lnTo>
                    <a:pt x="10695" y="212289"/>
                  </a:lnTo>
                  <a:lnTo>
                    <a:pt x="251554" y="14093"/>
                  </a:lnTo>
                  <a:close/>
                </a:path>
              </a:pathLst>
            </a:custGeom>
            <a:solidFill>
              <a:srgbClr val="000000"/>
            </a:solidFill>
            <a:ln w="12690" cap="flat">
              <a:noFill/>
              <a:prstDash val="solid"/>
              <a:miter/>
            </a:ln>
          </p:spPr>
          <p:txBody>
            <a:bodyPr rtlCol="0" anchor="ctr"/>
            <a:lstStyle/>
            <a:p>
              <a:endParaRPr lang="en-US" sz="1350"/>
            </a:p>
          </p:txBody>
        </p:sp>
        <p:sp>
          <p:nvSpPr>
            <p:cNvPr id="541" name="Freeform: Shape 540">
              <a:extLst>
                <a:ext uri="{FF2B5EF4-FFF2-40B4-BE49-F238E27FC236}">
                  <a16:creationId xmlns:a16="http://schemas.microsoft.com/office/drawing/2014/main" id="{F23CEAAA-7FBB-48C5-8E19-A5BA0A01E37F}"/>
                </a:ext>
              </a:extLst>
            </p:cNvPr>
            <p:cNvSpPr/>
            <p:nvPr/>
          </p:nvSpPr>
          <p:spPr>
            <a:xfrm>
              <a:off x="3883199" y="337340"/>
              <a:ext cx="253936" cy="212162"/>
            </a:xfrm>
            <a:custGeom>
              <a:avLst/>
              <a:gdLst>
                <a:gd name="connsiteX0" fmla="*/ 244160 w 253936"/>
                <a:gd name="connsiteY0" fmla="*/ 2158 h 212162"/>
                <a:gd name="connsiteX1" fmla="*/ 244160 w 253936"/>
                <a:gd name="connsiteY1" fmla="*/ 0 h 212162"/>
                <a:gd name="connsiteX2" fmla="*/ 1524 w 253936"/>
                <a:gd name="connsiteY2" fmla="*/ 197561 h 212162"/>
                <a:gd name="connsiteX3" fmla="*/ 1524 w 253936"/>
                <a:gd name="connsiteY3" fmla="*/ 208480 h 212162"/>
                <a:gd name="connsiteX4" fmla="*/ 1524 w 253936"/>
                <a:gd name="connsiteY4" fmla="*/ 209242 h 212162"/>
                <a:gd name="connsiteX5" fmla="*/ 1524 w 253936"/>
                <a:gd name="connsiteY5" fmla="*/ 210003 h 212162"/>
                <a:gd name="connsiteX6" fmla="*/ 1524 w 253936"/>
                <a:gd name="connsiteY6" fmla="*/ 210003 h 212162"/>
                <a:gd name="connsiteX7" fmla="*/ 0 w 253936"/>
                <a:gd name="connsiteY7" fmla="*/ 212162 h 212162"/>
                <a:gd name="connsiteX8" fmla="*/ 0 w 253936"/>
                <a:gd name="connsiteY8" fmla="*/ 212162 h 212162"/>
                <a:gd name="connsiteX9" fmla="*/ 253937 w 253936"/>
                <a:gd name="connsiteY9" fmla="*/ 5841 h 212162"/>
                <a:gd name="connsiteX10" fmla="*/ 253937 w 253936"/>
                <a:gd name="connsiteY10" fmla="*/ 5841 h 212162"/>
                <a:gd name="connsiteX11" fmla="*/ 250254 w 253936"/>
                <a:gd name="connsiteY11" fmla="*/ 7237 h 212162"/>
                <a:gd name="connsiteX12" fmla="*/ 244236 w 253936"/>
                <a:gd name="connsiteY12" fmla="*/ 2996 h 212162"/>
                <a:gd name="connsiteX13" fmla="*/ 244160 w 253936"/>
                <a:gd name="connsiteY13" fmla="*/ 2158 h 2121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53936" h="212162">
                  <a:moveTo>
                    <a:pt x="244160" y="2158"/>
                  </a:moveTo>
                  <a:lnTo>
                    <a:pt x="244160" y="0"/>
                  </a:lnTo>
                  <a:lnTo>
                    <a:pt x="1524" y="197561"/>
                  </a:lnTo>
                  <a:lnTo>
                    <a:pt x="1524" y="208480"/>
                  </a:lnTo>
                  <a:cubicBezTo>
                    <a:pt x="1524" y="208480"/>
                    <a:pt x="1524" y="208480"/>
                    <a:pt x="1524" y="209242"/>
                  </a:cubicBezTo>
                  <a:cubicBezTo>
                    <a:pt x="1587" y="209496"/>
                    <a:pt x="1587" y="209750"/>
                    <a:pt x="1524" y="210003"/>
                  </a:cubicBezTo>
                  <a:lnTo>
                    <a:pt x="1524" y="210003"/>
                  </a:lnTo>
                  <a:cubicBezTo>
                    <a:pt x="1206" y="210842"/>
                    <a:pt x="685" y="211591"/>
                    <a:pt x="0" y="212162"/>
                  </a:cubicBezTo>
                  <a:lnTo>
                    <a:pt x="0" y="212162"/>
                  </a:lnTo>
                  <a:lnTo>
                    <a:pt x="253937" y="5841"/>
                  </a:lnTo>
                  <a:lnTo>
                    <a:pt x="253937" y="5841"/>
                  </a:lnTo>
                  <a:cubicBezTo>
                    <a:pt x="252921" y="6742"/>
                    <a:pt x="251613" y="7237"/>
                    <a:pt x="250254" y="7237"/>
                  </a:cubicBezTo>
                  <a:cubicBezTo>
                    <a:pt x="247423" y="7732"/>
                    <a:pt x="244731" y="5828"/>
                    <a:pt x="244236" y="2996"/>
                  </a:cubicBezTo>
                  <a:cubicBezTo>
                    <a:pt x="244185" y="2717"/>
                    <a:pt x="244160" y="2438"/>
                    <a:pt x="244160" y="2158"/>
                  </a:cubicBezTo>
                  <a:close/>
                </a:path>
              </a:pathLst>
            </a:custGeom>
            <a:solidFill>
              <a:srgbClr val="000000"/>
            </a:solidFill>
            <a:ln w="12690" cap="flat">
              <a:noFill/>
              <a:prstDash val="solid"/>
              <a:miter/>
            </a:ln>
          </p:spPr>
          <p:txBody>
            <a:bodyPr rtlCol="0" anchor="ctr"/>
            <a:lstStyle/>
            <a:p>
              <a:endParaRPr lang="en-US" sz="1350"/>
            </a:p>
          </p:txBody>
        </p:sp>
        <p:sp>
          <p:nvSpPr>
            <p:cNvPr id="542" name="Freeform: Shape 541">
              <a:extLst>
                <a:ext uri="{FF2B5EF4-FFF2-40B4-BE49-F238E27FC236}">
                  <a16:creationId xmlns:a16="http://schemas.microsoft.com/office/drawing/2014/main" id="{04B7A516-29C3-4C37-AFF2-C297459F8832}"/>
                </a:ext>
              </a:extLst>
            </p:cNvPr>
            <p:cNvSpPr/>
            <p:nvPr/>
          </p:nvSpPr>
          <p:spPr>
            <a:xfrm>
              <a:off x="3884468" y="546581"/>
              <a:ext cx="57" cy="888"/>
            </a:xfrm>
            <a:custGeom>
              <a:avLst/>
              <a:gdLst>
                <a:gd name="connsiteX0" fmla="*/ 0 w 57"/>
                <a:gd name="connsiteY0" fmla="*/ 762 h 888"/>
                <a:gd name="connsiteX1" fmla="*/ 0 w 57"/>
                <a:gd name="connsiteY1" fmla="*/ 0 h 888"/>
                <a:gd name="connsiteX2" fmla="*/ 0 w 57"/>
                <a:gd name="connsiteY2" fmla="*/ 889 h 888"/>
              </a:gdLst>
              <a:ahLst/>
              <a:cxnLst>
                <a:cxn ang="0">
                  <a:pos x="connsiteX0" y="connsiteY0"/>
                </a:cxn>
                <a:cxn ang="0">
                  <a:pos x="connsiteX1" y="connsiteY1"/>
                </a:cxn>
                <a:cxn ang="0">
                  <a:pos x="connsiteX2" y="connsiteY2"/>
                </a:cxn>
              </a:cxnLst>
              <a:rect l="l" t="t" r="r" b="b"/>
              <a:pathLst>
                <a:path w="57" h="888">
                  <a:moveTo>
                    <a:pt x="0" y="762"/>
                  </a:moveTo>
                  <a:cubicBezTo>
                    <a:pt x="64" y="508"/>
                    <a:pt x="64" y="254"/>
                    <a:pt x="0" y="0"/>
                  </a:cubicBezTo>
                  <a:cubicBezTo>
                    <a:pt x="76" y="292"/>
                    <a:pt x="76" y="597"/>
                    <a:pt x="0" y="889"/>
                  </a:cubicBezTo>
                  <a:close/>
                </a:path>
              </a:pathLst>
            </a:custGeom>
            <a:solidFill>
              <a:srgbClr val="000000"/>
            </a:solidFill>
            <a:ln w="12690" cap="flat">
              <a:noFill/>
              <a:prstDash val="solid"/>
              <a:miter/>
            </a:ln>
          </p:spPr>
          <p:txBody>
            <a:bodyPr rtlCol="0" anchor="ctr"/>
            <a:lstStyle/>
            <a:p>
              <a:endParaRPr lang="en-US" sz="1350"/>
            </a:p>
          </p:txBody>
        </p:sp>
        <p:sp>
          <p:nvSpPr>
            <p:cNvPr id="807" name="Freeform 806">
              <a:extLst>
                <a:ext uri="{FF2B5EF4-FFF2-40B4-BE49-F238E27FC236}">
                  <a16:creationId xmlns:a16="http://schemas.microsoft.com/office/drawing/2014/main" id="{2B053F69-4645-CC09-81FA-FEE8DA57DD97}"/>
                </a:ext>
              </a:extLst>
            </p:cNvPr>
            <p:cNvSpPr/>
            <p:nvPr/>
          </p:nvSpPr>
          <p:spPr>
            <a:xfrm>
              <a:off x="2014803" y="-12696"/>
              <a:ext cx="1865222" cy="563292"/>
            </a:xfrm>
            <a:custGeom>
              <a:avLst/>
              <a:gdLst>
                <a:gd name="connsiteX0" fmla="*/ 0 w 1865222"/>
                <a:gd name="connsiteY0" fmla="*/ 0 h 563292"/>
                <a:gd name="connsiteX1" fmla="*/ 34554 w 1865222"/>
                <a:gd name="connsiteY1" fmla="*/ 0 h 563292"/>
                <a:gd name="connsiteX2" fmla="*/ 1859128 w 1865222"/>
                <a:gd name="connsiteY2" fmla="*/ 551786 h 563292"/>
                <a:gd name="connsiteX3" fmla="*/ 1859128 w 1865222"/>
                <a:gd name="connsiteY3" fmla="*/ 558515 h 563292"/>
                <a:gd name="connsiteX4" fmla="*/ 1859191 w 1865222"/>
                <a:gd name="connsiteY4" fmla="*/ 558998 h 563292"/>
                <a:gd name="connsiteX5" fmla="*/ 1865222 w 1865222"/>
                <a:gd name="connsiteY5" fmla="*/ 563213 h 563292"/>
                <a:gd name="connsiteX6" fmla="*/ 1863444 w 1865222"/>
                <a:gd name="connsiteY6" fmla="*/ 563213 h 5632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65222" h="563292">
                  <a:moveTo>
                    <a:pt x="0" y="0"/>
                  </a:moveTo>
                  <a:lnTo>
                    <a:pt x="34554" y="0"/>
                  </a:lnTo>
                  <a:lnTo>
                    <a:pt x="1859128" y="551786"/>
                  </a:lnTo>
                  <a:lnTo>
                    <a:pt x="1859128" y="558515"/>
                  </a:lnTo>
                  <a:cubicBezTo>
                    <a:pt x="1859140" y="558680"/>
                    <a:pt x="1859166" y="558833"/>
                    <a:pt x="1859191" y="558998"/>
                  </a:cubicBezTo>
                  <a:cubicBezTo>
                    <a:pt x="1859686" y="561829"/>
                    <a:pt x="1862390" y="563708"/>
                    <a:pt x="1865222" y="563213"/>
                  </a:cubicBezTo>
                  <a:lnTo>
                    <a:pt x="1863444" y="563213"/>
                  </a:lnTo>
                  <a:close/>
                </a:path>
              </a:pathLst>
            </a:custGeom>
            <a:solidFill>
              <a:srgbClr val="000000"/>
            </a:solidFill>
            <a:ln w="12690" cap="flat">
              <a:noFill/>
              <a:prstDash val="solid"/>
              <a:miter/>
            </a:ln>
          </p:spPr>
          <p:txBody>
            <a:bodyPr wrap="square" rtlCol="0" anchor="ctr">
              <a:noAutofit/>
            </a:bodyPr>
            <a:lstStyle/>
            <a:p>
              <a:endParaRPr lang="en-US" sz="1350"/>
            </a:p>
          </p:txBody>
        </p:sp>
        <p:sp>
          <p:nvSpPr>
            <p:cNvPr id="805" name="Freeform 804">
              <a:extLst>
                <a:ext uri="{FF2B5EF4-FFF2-40B4-BE49-F238E27FC236}">
                  <a16:creationId xmlns:a16="http://schemas.microsoft.com/office/drawing/2014/main" id="{6A455F2E-C95D-C0C6-4699-32D861181A07}"/>
                </a:ext>
              </a:extLst>
            </p:cNvPr>
            <p:cNvSpPr/>
            <p:nvPr/>
          </p:nvSpPr>
          <p:spPr>
            <a:xfrm>
              <a:off x="3874057" y="-12696"/>
              <a:ext cx="10538" cy="563600"/>
            </a:xfrm>
            <a:custGeom>
              <a:avLst/>
              <a:gdLst>
                <a:gd name="connsiteX0" fmla="*/ 0 w 10538"/>
                <a:gd name="connsiteY0" fmla="*/ 0 h 563600"/>
                <a:gd name="connsiteX1" fmla="*/ 10538 w 10538"/>
                <a:gd name="connsiteY1" fmla="*/ 0 h 563600"/>
                <a:gd name="connsiteX2" fmla="*/ 10538 w 10538"/>
                <a:gd name="connsiteY2" fmla="*/ 558515 h 563600"/>
                <a:gd name="connsiteX3" fmla="*/ 10538 w 10538"/>
                <a:gd name="connsiteY3" fmla="*/ 559277 h 563600"/>
                <a:gd name="connsiteX4" fmla="*/ 9776 w 10538"/>
                <a:gd name="connsiteY4" fmla="*/ 560547 h 563600"/>
                <a:gd name="connsiteX5" fmla="*/ 8253 w 10538"/>
                <a:gd name="connsiteY5" fmla="*/ 562705 h 563600"/>
                <a:gd name="connsiteX6" fmla="*/ 5460 w 10538"/>
                <a:gd name="connsiteY6" fmla="*/ 563594 h 563600"/>
                <a:gd name="connsiteX7" fmla="*/ 5447 w 10538"/>
                <a:gd name="connsiteY7" fmla="*/ 563594 h 563600"/>
                <a:gd name="connsiteX8" fmla="*/ 0 w 10538"/>
                <a:gd name="connsiteY8" fmla="*/ 558642 h 563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538" h="563600">
                  <a:moveTo>
                    <a:pt x="0" y="0"/>
                  </a:moveTo>
                  <a:lnTo>
                    <a:pt x="10538" y="0"/>
                  </a:lnTo>
                  <a:lnTo>
                    <a:pt x="10538" y="558515"/>
                  </a:lnTo>
                  <a:cubicBezTo>
                    <a:pt x="10538" y="559277"/>
                    <a:pt x="10538" y="559277"/>
                    <a:pt x="10538" y="559277"/>
                  </a:cubicBezTo>
                  <a:cubicBezTo>
                    <a:pt x="10475" y="559785"/>
                    <a:pt x="10208" y="560255"/>
                    <a:pt x="9776" y="560547"/>
                  </a:cubicBezTo>
                  <a:cubicBezTo>
                    <a:pt x="9459" y="561385"/>
                    <a:pt x="8938" y="562134"/>
                    <a:pt x="8253" y="562705"/>
                  </a:cubicBezTo>
                  <a:cubicBezTo>
                    <a:pt x="7415" y="563239"/>
                    <a:pt x="6450" y="563556"/>
                    <a:pt x="5460" y="563594"/>
                  </a:cubicBezTo>
                  <a:cubicBezTo>
                    <a:pt x="5460" y="563594"/>
                    <a:pt x="5447" y="563594"/>
                    <a:pt x="5447" y="563594"/>
                  </a:cubicBezTo>
                  <a:cubicBezTo>
                    <a:pt x="2577" y="563734"/>
                    <a:pt x="139" y="561512"/>
                    <a:pt x="0" y="558642"/>
                  </a:cubicBezTo>
                  <a:close/>
                </a:path>
              </a:pathLst>
            </a:custGeom>
            <a:solidFill>
              <a:srgbClr val="000000"/>
            </a:solidFill>
            <a:ln w="12690" cap="flat">
              <a:noFill/>
              <a:prstDash val="solid"/>
              <a:miter/>
            </a:ln>
          </p:spPr>
          <p:txBody>
            <a:bodyPr wrap="square" rtlCol="0" anchor="ctr">
              <a:noAutofit/>
            </a:bodyPr>
            <a:lstStyle/>
            <a:p>
              <a:endParaRPr lang="en-US" sz="1350"/>
            </a:p>
          </p:txBody>
        </p:sp>
        <p:sp>
          <p:nvSpPr>
            <p:cNvPr id="557" name="Freeform: Shape 556">
              <a:extLst>
                <a:ext uri="{FF2B5EF4-FFF2-40B4-BE49-F238E27FC236}">
                  <a16:creationId xmlns:a16="http://schemas.microsoft.com/office/drawing/2014/main" id="{26CF45D7-1225-478A-9D53-FD476387FC7B}"/>
                </a:ext>
              </a:extLst>
            </p:cNvPr>
            <p:cNvSpPr/>
            <p:nvPr/>
          </p:nvSpPr>
          <p:spPr>
            <a:xfrm>
              <a:off x="7759412" y="1077164"/>
              <a:ext cx="54898" cy="40007"/>
            </a:xfrm>
            <a:custGeom>
              <a:avLst/>
              <a:gdLst>
                <a:gd name="connsiteX0" fmla="*/ 54850 w 54898"/>
                <a:gd name="connsiteY0" fmla="*/ 7631 h 40007"/>
                <a:gd name="connsiteX1" fmla="*/ 54850 w 54898"/>
                <a:gd name="connsiteY1" fmla="*/ 7631 h 40007"/>
                <a:gd name="connsiteX2" fmla="*/ 54850 w 54898"/>
                <a:gd name="connsiteY2" fmla="*/ 6742 h 40007"/>
                <a:gd name="connsiteX3" fmla="*/ 54850 w 54898"/>
                <a:gd name="connsiteY3" fmla="*/ 6742 h 40007"/>
                <a:gd name="connsiteX4" fmla="*/ 54850 w 54898"/>
                <a:gd name="connsiteY4" fmla="*/ 5980 h 40007"/>
                <a:gd name="connsiteX5" fmla="*/ 54850 w 54898"/>
                <a:gd name="connsiteY5" fmla="*/ 4837 h 40007"/>
                <a:gd name="connsiteX6" fmla="*/ 53454 w 54898"/>
                <a:gd name="connsiteY6" fmla="*/ 1409 h 40007"/>
                <a:gd name="connsiteX7" fmla="*/ 45835 w 54898"/>
                <a:gd name="connsiteY7" fmla="*/ 1409 h 40007"/>
                <a:gd name="connsiteX8" fmla="*/ 44058 w 54898"/>
                <a:gd name="connsiteY8" fmla="*/ 2933 h 40007"/>
                <a:gd name="connsiteX9" fmla="*/ 0 w 54898"/>
                <a:gd name="connsiteY9" fmla="*/ 38738 h 40007"/>
                <a:gd name="connsiteX10" fmla="*/ 4063 w 54898"/>
                <a:gd name="connsiteY10" fmla="*/ 38738 h 40007"/>
                <a:gd name="connsiteX11" fmla="*/ 15998 w 54898"/>
                <a:gd name="connsiteY11" fmla="*/ 40007 h 40007"/>
                <a:gd name="connsiteX12" fmla="*/ 54723 w 54898"/>
                <a:gd name="connsiteY12" fmla="*/ 8646 h 400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4898" h="40007">
                  <a:moveTo>
                    <a:pt x="54850" y="7631"/>
                  </a:moveTo>
                  <a:lnTo>
                    <a:pt x="54850" y="7631"/>
                  </a:lnTo>
                  <a:lnTo>
                    <a:pt x="54850" y="6742"/>
                  </a:lnTo>
                  <a:lnTo>
                    <a:pt x="54850" y="6742"/>
                  </a:lnTo>
                  <a:cubicBezTo>
                    <a:pt x="54850" y="6742"/>
                    <a:pt x="54850" y="6742"/>
                    <a:pt x="54850" y="5980"/>
                  </a:cubicBezTo>
                  <a:cubicBezTo>
                    <a:pt x="54914" y="5599"/>
                    <a:pt x="54914" y="5218"/>
                    <a:pt x="54850" y="4837"/>
                  </a:cubicBezTo>
                  <a:cubicBezTo>
                    <a:pt x="54863" y="3555"/>
                    <a:pt x="54355" y="2323"/>
                    <a:pt x="53454" y="1409"/>
                  </a:cubicBezTo>
                  <a:cubicBezTo>
                    <a:pt x="51270" y="-470"/>
                    <a:pt x="48019" y="-470"/>
                    <a:pt x="45835" y="1409"/>
                  </a:cubicBezTo>
                  <a:lnTo>
                    <a:pt x="44058" y="2933"/>
                  </a:lnTo>
                  <a:lnTo>
                    <a:pt x="0" y="38738"/>
                  </a:lnTo>
                  <a:lnTo>
                    <a:pt x="4063" y="38738"/>
                  </a:lnTo>
                  <a:lnTo>
                    <a:pt x="15998" y="40007"/>
                  </a:lnTo>
                  <a:lnTo>
                    <a:pt x="54723" y="8646"/>
                  </a:lnTo>
                  <a:close/>
                </a:path>
              </a:pathLst>
            </a:custGeom>
            <a:solidFill>
              <a:srgbClr val="000000"/>
            </a:solidFill>
            <a:ln w="12690" cap="flat">
              <a:noFill/>
              <a:prstDash val="solid"/>
              <a:miter/>
            </a:ln>
          </p:spPr>
          <p:txBody>
            <a:bodyPr rtlCol="0" anchor="ctr"/>
            <a:lstStyle/>
            <a:p>
              <a:endParaRPr lang="en-US" sz="1350"/>
            </a:p>
          </p:txBody>
        </p:sp>
        <p:sp>
          <p:nvSpPr>
            <p:cNvPr id="558" name="Freeform: Shape 557">
              <a:extLst>
                <a:ext uri="{FF2B5EF4-FFF2-40B4-BE49-F238E27FC236}">
                  <a16:creationId xmlns:a16="http://schemas.microsoft.com/office/drawing/2014/main" id="{55CD4A31-97D6-4203-833B-B83BD8969BEF}"/>
                </a:ext>
              </a:extLst>
            </p:cNvPr>
            <p:cNvSpPr/>
            <p:nvPr/>
          </p:nvSpPr>
          <p:spPr>
            <a:xfrm>
              <a:off x="7050022" y="925959"/>
              <a:ext cx="19" cy="888"/>
            </a:xfrm>
            <a:custGeom>
              <a:avLst/>
              <a:gdLst>
                <a:gd name="connsiteX0" fmla="*/ 19 w 19"/>
                <a:gd name="connsiteY0" fmla="*/ 0 h 888"/>
                <a:gd name="connsiteX1" fmla="*/ 19 w 19"/>
                <a:gd name="connsiteY1" fmla="*/ 889 h 888"/>
                <a:gd name="connsiteX2" fmla="*/ 19 w 19"/>
                <a:gd name="connsiteY2" fmla="*/ 254 h 888"/>
              </a:gdLst>
              <a:ahLst/>
              <a:cxnLst>
                <a:cxn ang="0">
                  <a:pos x="connsiteX0" y="connsiteY0"/>
                </a:cxn>
                <a:cxn ang="0">
                  <a:pos x="connsiteX1" y="connsiteY1"/>
                </a:cxn>
                <a:cxn ang="0">
                  <a:pos x="connsiteX2" y="connsiteY2"/>
                </a:cxn>
              </a:cxnLst>
              <a:rect l="l" t="t" r="r" b="b"/>
              <a:pathLst>
                <a:path w="19" h="888">
                  <a:moveTo>
                    <a:pt x="19" y="0"/>
                  </a:moveTo>
                  <a:cubicBezTo>
                    <a:pt x="-6" y="292"/>
                    <a:pt x="-6" y="597"/>
                    <a:pt x="19" y="889"/>
                  </a:cubicBezTo>
                  <a:lnTo>
                    <a:pt x="19" y="254"/>
                  </a:lnTo>
                  <a:close/>
                </a:path>
              </a:pathLst>
            </a:custGeom>
            <a:solidFill>
              <a:srgbClr val="000000"/>
            </a:solidFill>
            <a:ln w="12690" cap="flat">
              <a:noFill/>
              <a:prstDash val="solid"/>
              <a:miter/>
            </a:ln>
          </p:spPr>
          <p:txBody>
            <a:bodyPr rtlCol="0" anchor="ctr"/>
            <a:lstStyle/>
            <a:p>
              <a:endParaRPr lang="en-US" sz="1350"/>
            </a:p>
          </p:txBody>
        </p:sp>
        <p:sp>
          <p:nvSpPr>
            <p:cNvPr id="559" name="Freeform: Shape 558">
              <a:extLst>
                <a:ext uri="{FF2B5EF4-FFF2-40B4-BE49-F238E27FC236}">
                  <a16:creationId xmlns:a16="http://schemas.microsoft.com/office/drawing/2014/main" id="{30A07E9A-D7BF-4BE3-91AB-8756980A0F3D}"/>
                </a:ext>
              </a:extLst>
            </p:cNvPr>
            <p:cNvSpPr/>
            <p:nvPr/>
          </p:nvSpPr>
          <p:spPr>
            <a:xfrm>
              <a:off x="7050120" y="928371"/>
              <a:ext cx="10966" cy="114143"/>
            </a:xfrm>
            <a:custGeom>
              <a:avLst/>
              <a:gdLst>
                <a:gd name="connsiteX0" fmla="*/ 2968 w 10966"/>
                <a:gd name="connsiteY0" fmla="*/ 4825 h 114143"/>
                <a:gd name="connsiteX1" fmla="*/ 937 w 10966"/>
                <a:gd name="connsiteY1" fmla="*/ 3809 h 114143"/>
                <a:gd name="connsiteX2" fmla="*/ 937 w 10966"/>
                <a:gd name="connsiteY2" fmla="*/ 3809 h 114143"/>
                <a:gd name="connsiteX3" fmla="*/ 937 w 10966"/>
                <a:gd name="connsiteY3" fmla="*/ 3809 h 114143"/>
                <a:gd name="connsiteX4" fmla="*/ 48 w 10966"/>
                <a:gd name="connsiteY4" fmla="*/ 2920 h 114143"/>
                <a:gd name="connsiteX5" fmla="*/ 48 w 10966"/>
                <a:gd name="connsiteY5" fmla="*/ 2032 h 114143"/>
                <a:gd name="connsiteX6" fmla="*/ 48 w 10966"/>
                <a:gd name="connsiteY6" fmla="*/ 1143 h 114143"/>
                <a:gd name="connsiteX7" fmla="*/ 48 w 10966"/>
                <a:gd name="connsiteY7" fmla="*/ 0 h 114143"/>
                <a:gd name="connsiteX8" fmla="*/ 48 w 10966"/>
                <a:gd name="connsiteY8" fmla="*/ 0 h 114143"/>
                <a:gd name="connsiteX9" fmla="*/ 48 w 10966"/>
                <a:gd name="connsiteY9" fmla="*/ 635 h 114143"/>
                <a:gd name="connsiteX10" fmla="*/ 48 w 10966"/>
                <a:gd name="connsiteY10" fmla="*/ 114143 h 114143"/>
                <a:gd name="connsiteX11" fmla="*/ 6142 w 10966"/>
                <a:gd name="connsiteY11" fmla="*/ 114143 h 114143"/>
                <a:gd name="connsiteX12" fmla="*/ 10967 w 10966"/>
                <a:gd name="connsiteY12" fmla="*/ 114143 h 114143"/>
                <a:gd name="connsiteX13" fmla="*/ 10967 w 10966"/>
                <a:gd name="connsiteY13" fmla="*/ 6094 h 1141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966" h="114143">
                  <a:moveTo>
                    <a:pt x="2968" y="4825"/>
                  </a:moveTo>
                  <a:cubicBezTo>
                    <a:pt x="2219" y="4672"/>
                    <a:pt x="1508" y="4317"/>
                    <a:pt x="937" y="3809"/>
                  </a:cubicBezTo>
                  <a:lnTo>
                    <a:pt x="937" y="3809"/>
                  </a:lnTo>
                  <a:cubicBezTo>
                    <a:pt x="937" y="3809"/>
                    <a:pt x="937" y="3809"/>
                    <a:pt x="937" y="3809"/>
                  </a:cubicBezTo>
                  <a:lnTo>
                    <a:pt x="48" y="2920"/>
                  </a:lnTo>
                  <a:cubicBezTo>
                    <a:pt x="60" y="2628"/>
                    <a:pt x="60" y="2323"/>
                    <a:pt x="48" y="2032"/>
                  </a:cubicBezTo>
                  <a:cubicBezTo>
                    <a:pt x="10" y="1739"/>
                    <a:pt x="10" y="1435"/>
                    <a:pt x="48" y="1143"/>
                  </a:cubicBezTo>
                  <a:cubicBezTo>
                    <a:pt x="-16" y="762"/>
                    <a:pt x="-16" y="381"/>
                    <a:pt x="48" y="0"/>
                  </a:cubicBezTo>
                  <a:lnTo>
                    <a:pt x="48" y="0"/>
                  </a:lnTo>
                  <a:cubicBezTo>
                    <a:pt x="-16" y="203"/>
                    <a:pt x="-16" y="432"/>
                    <a:pt x="48" y="635"/>
                  </a:cubicBezTo>
                  <a:lnTo>
                    <a:pt x="48" y="114143"/>
                  </a:lnTo>
                  <a:lnTo>
                    <a:pt x="6142" y="114143"/>
                  </a:lnTo>
                  <a:lnTo>
                    <a:pt x="10967" y="114143"/>
                  </a:lnTo>
                  <a:lnTo>
                    <a:pt x="10967" y="6094"/>
                  </a:lnTo>
                  <a:close/>
                </a:path>
              </a:pathLst>
            </a:custGeom>
            <a:solidFill>
              <a:srgbClr val="000000"/>
            </a:solidFill>
            <a:ln w="12690" cap="flat">
              <a:noFill/>
              <a:prstDash val="solid"/>
              <a:miter/>
            </a:ln>
          </p:spPr>
          <p:txBody>
            <a:bodyPr rtlCol="0" anchor="ctr"/>
            <a:lstStyle/>
            <a:p>
              <a:endParaRPr lang="en-US" sz="1350"/>
            </a:p>
          </p:txBody>
        </p:sp>
        <p:sp>
          <p:nvSpPr>
            <p:cNvPr id="560" name="Freeform: Shape 559">
              <a:extLst>
                <a:ext uri="{FF2B5EF4-FFF2-40B4-BE49-F238E27FC236}">
                  <a16:creationId xmlns:a16="http://schemas.microsoft.com/office/drawing/2014/main" id="{D6B2FCFB-99B8-48D1-984E-D887679D6885}"/>
                </a:ext>
              </a:extLst>
            </p:cNvPr>
            <p:cNvSpPr/>
            <p:nvPr/>
          </p:nvSpPr>
          <p:spPr>
            <a:xfrm>
              <a:off x="7570992" y="1066258"/>
              <a:ext cx="10791" cy="29710"/>
            </a:xfrm>
            <a:custGeom>
              <a:avLst/>
              <a:gdLst>
                <a:gd name="connsiteX0" fmla="*/ 8761 w 10791"/>
                <a:gd name="connsiteY0" fmla="*/ 1904 h 29710"/>
                <a:gd name="connsiteX1" fmla="*/ 8761 w 10791"/>
                <a:gd name="connsiteY1" fmla="*/ 1904 h 29710"/>
                <a:gd name="connsiteX2" fmla="*/ 5332 w 10791"/>
                <a:gd name="connsiteY2" fmla="*/ 3047 h 29710"/>
                <a:gd name="connsiteX3" fmla="*/ 3936 w 10791"/>
                <a:gd name="connsiteY3" fmla="*/ 3047 h 29710"/>
                <a:gd name="connsiteX4" fmla="*/ 0 w 10791"/>
                <a:gd name="connsiteY4" fmla="*/ 2032 h 29710"/>
                <a:gd name="connsiteX5" fmla="*/ 0 w 10791"/>
                <a:gd name="connsiteY5" fmla="*/ 29075 h 29710"/>
                <a:gd name="connsiteX6" fmla="*/ 5967 w 10791"/>
                <a:gd name="connsiteY6" fmla="*/ 29710 h 29710"/>
                <a:gd name="connsiteX7" fmla="*/ 10792 w 10791"/>
                <a:gd name="connsiteY7" fmla="*/ 29710 h 29710"/>
                <a:gd name="connsiteX8" fmla="*/ 10792 w 10791"/>
                <a:gd name="connsiteY8" fmla="*/ 0 h 29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791" h="29710">
                  <a:moveTo>
                    <a:pt x="8761" y="1904"/>
                  </a:moveTo>
                  <a:lnTo>
                    <a:pt x="8761" y="1904"/>
                  </a:lnTo>
                  <a:cubicBezTo>
                    <a:pt x="7745" y="2603"/>
                    <a:pt x="6564" y="2996"/>
                    <a:pt x="5332" y="3047"/>
                  </a:cubicBezTo>
                  <a:lnTo>
                    <a:pt x="3936" y="3047"/>
                  </a:lnTo>
                  <a:lnTo>
                    <a:pt x="0" y="2032"/>
                  </a:lnTo>
                  <a:lnTo>
                    <a:pt x="0" y="29075"/>
                  </a:lnTo>
                  <a:lnTo>
                    <a:pt x="5967" y="29710"/>
                  </a:lnTo>
                  <a:lnTo>
                    <a:pt x="10792" y="29710"/>
                  </a:lnTo>
                  <a:lnTo>
                    <a:pt x="10792" y="0"/>
                  </a:lnTo>
                  <a:close/>
                </a:path>
              </a:pathLst>
            </a:custGeom>
            <a:solidFill>
              <a:srgbClr val="000000"/>
            </a:solidFill>
            <a:ln w="12690" cap="flat">
              <a:noFill/>
              <a:prstDash val="solid"/>
              <a:miter/>
            </a:ln>
          </p:spPr>
          <p:txBody>
            <a:bodyPr rtlCol="0" anchor="ctr"/>
            <a:lstStyle/>
            <a:p>
              <a:endParaRPr lang="en-US" sz="1350"/>
            </a:p>
          </p:txBody>
        </p:sp>
        <p:sp>
          <p:nvSpPr>
            <p:cNvPr id="561" name="Freeform: Shape 560">
              <a:extLst>
                <a:ext uri="{FF2B5EF4-FFF2-40B4-BE49-F238E27FC236}">
                  <a16:creationId xmlns:a16="http://schemas.microsoft.com/office/drawing/2014/main" id="{F3B873D0-E326-4AD9-8BDB-C0124BBCCB2D}"/>
                </a:ext>
              </a:extLst>
            </p:cNvPr>
            <p:cNvSpPr/>
            <p:nvPr/>
          </p:nvSpPr>
          <p:spPr>
            <a:xfrm>
              <a:off x="7049406" y="927102"/>
              <a:ext cx="12696" cy="761"/>
            </a:xfrm>
            <a:custGeom>
              <a:avLst/>
              <a:gdLst>
                <a:gd name="connsiteX0" fmla="*/ 0 w 12696"/>
                <a:gd name="connsiteY0" fmla="*/ 0 h 761"/>
                <a:gd name="connsiteX1" fmla="*/ 0 w 12696"/>
                <a:gd name="connsiteY1" fmla="*/ 0 h 761"/>
                <a:gd name="connsiteX2" fmla="*/ 0 w 12696"/>
                <a:gd name="connsiteY2" fmla="*/ 762 h 761"/>
                <a:gd name="connsiteX3" fmla="*/ 0 w 12696"/>
                <a:gd name="connsiteY3" fmla="*/ 762 h 761"/>
              </a:gdLst>
              <a:ahLst/>
              <a:cxnLst>
                <a:cxn ang="0">
                  <a:pos x="connsiteX0" y="connsiteY0"/>
                </a:cxn>
                <a:cxn ang="0">
                  <a:pos x="connsiteX1" y="connsiteY1"/>
                </a:cxn>
                <a:cxn ang="0">
                  <a:pos x="connsiteX2" y="connsiteY2"/>
                </a:cxn>
                <a:cxn ang="0">
                  <a:pos x="connsiteX3" y="connsiteY3"/>
                </a:cxn>
              </a:cxnLst>
              <a:rect l="l" t="t" r="r" b="b"/>
              <a:pathLst>
                <a:path w="12696" h="761">
                  <a:moveTo>
                    <a:pt x="0" y="0"/>
                  </a:moveTo>
                  <a:lnTo>
                    <a:pt x="0" y="0"/>
                  </a:lnTo>
                  <a:lnTo>
                    <a:pt x="0" y="762"/>
                  </a:lnTo>
                  <a:lnTo>
                    <a:pt x="0" y="762"/>
                  </a:lnTo>
                  <a:close/>
                </a:path>
              </a:pathLst>
            </a:custGeom>
            <a:solidFill>
              <a:srgbClr val="000000"/>
            </a:solidFill>
            <a:ln w="12690" cap="flat">
              <a:noFill/>
              <a:prstDash val="solid"/>
              <a:miter/>
            </a:ln>
          </p:spPr>
          <p:txBody>
            <a:bodyPr rtlCol="0" anchor="ctr"/>
            <a:lstStyle/>
            <a:p>
              <a:endParaRPr lang="en-US" sz="1350"/>
            </a:p>
          </p:txBody>
        </p:sp>
        <p:sp>
          <p:nvSpPr>
            <p:cNvPr id="562" name="Freeform: Shape 561">
              <a:extLst>
                <a:ext uri="{FF2B5EF4-FFF2-40B4-BE49-F238E27FC236}">
                  <a16:creationId xmlns:a16="http://schemas.microsoft.com/office/drawing/2014/main" id="{3329C669-5158-4B59-8F3D-C70309B79591}"/>
                </a:ext>
              </a:extLst>
            </p:cNvPr>
            <p:cNvSpPr/>
            <p:nvPr/>
          </p:nvSpPr>
          <p:spPr>
            <a:xfrm>
              <a:off x="7050549" y="925324"/>
              <a:ext cx="12696" cy="634"/>
            </a:xfrm>
            <a:custGeom>
              <a:avLst/>
              <a:gdLst>
                <a:gd name="connsiteX0" fmla="*/ 0 w 12696"/>
                <a:gd name="connsiteY0" fmla="*/ 0 h 634"/>
                <a:gd name="connsiteX1" fmla="*/ 0 w 12696"/>
                <a:gd name="connsiteY1" fmla="*/ 635 h 634"/>
                <a:gd name="connsiteX2" fmla="*/ 0 w 12696"/>
                <a:gd name="connsiteY2" fmla="*/ 635 h 634"/>
              </a:gdLst>
              <a:ahLst/>
              <a:cxnLst>
                <a:cxn ang="0">
                  <a:pos x="connsiteX0" y="connsiteY0"/>
                </a:cxn>
                <a:cxn ang="0">
                  <a:pos x="connsiteX1" y="connsiteY1"/>
                </a:cxn>
                <a:cxn ang="0">
                  <a:pos x="connsiteX2" y="connsiteY2"/>
                </a:cxn>
              </a:cxnLst>
              <a:rect l="l" t="t" r="r" b="b"/>
              <a:pathLst>
                <a:path w="12696" h="634">
                  <a:moveTo>
                    <a:pt x="0" y="0"/>
                  </a:moveTo>
                  <a:lnTo>
                    <a:pt x="0" y="635"/>
                  </a:lnTo>
                  <a:lnTo>
                    <a:pt x="0" y="635"/>
                  </a:lnTo>
                  <a:close/>
                </a:path>
              </a:pathLst>
            </a:custGeom>
            <a:solidFill>
              <a:srgbClr val="000000"/>
            </a:solidFill>
            <a:ln w="12690" cap="flat">
              <a:noFill/>
              <a:prstDash val="solid"/>
              <a:miter/>
            </a:ln>
          </p:spPr>
          <p:txBody>
            <a:bodyPr rtlCol="0" anchor="ctr"/>
            <a:lstStyle/>
            <a:p>
              <a:endParaRPr lang="en-US" sz="1350"/>
            </a:p>
          </p:txBody>
        </p:sp>
        <p:sp>
          <p:nvSpPr>
            <p:cNvPr id="563" name="Freeform: Shape 562">
              <a:extLst>
                <a:ext uri="{FF2B5EF4-FFF2-40B4-BE49-F238E27FC236}">
                  <a16:creationId xmlns:a16="http://schemas.microsoft.com/office/drawing/2014/main" id="{C0180C1A-B8A0-465D-8409-9805C17AEF7D}"/>
                </a:ext>
              </a:extLst>
            </p:cNvPr>
            <p:cNvSpPr/>
            <p:nvPr/>
          </p:nvSpPr>
          <p:spPr>
            <a:xfrm>
              <a:off x="7576070" y="1068289"/>
              <a:ext cx="3428" cy="1142"/>
            </a:xfrm>
            <a:custGeom>
              <a:avLst/>
              <a:gdLst>
                <a:gd name="connsiteX0" fmla="*/ 3428 w 3428"/>
                <a:gd name="connsiteY0" fmla="*/ 0 h 1142"/>
                <a:gd name="connsiteX1" fmla="*/ 0 w 3428"/>
                <a:gd name="connsiteY1" fmla="*/ 1143 h 1142"/>
                <a:gd name="connsiteX2" fmla="*/ 3428 w 3428"/>
                <a:gd name="connsiteY2" fmla="*/ 0 h 1142"/>
              </a:gdLst>
              <a:ahLst/>
              <a:cxnLst>
                <a:cxn ang="0">
                  <a:pos x="connsiteX0" y="connsiteY0"/>
                </a:cxn>
                <a:cxn ang="0">
                  <a:pos x="connsiteX1" y="connsiteY1"/>
                </a:cxn>
                <a:cxn ang="0">
                  <a:pos x="connsiteX2" y="connsiteY2"/>
                </a:cxn>
              </a:cxnLst>
              <a:rect l="l" t="t" r="r" b="b"/>
              <a:pathLst>
                <a:path w="3428" h="1142">
                  <a:moveTo>
                    <a:pt x="3428" y="0"/>
                  </a:moveTo>
                  <a:cubicBezTo>
                    <a:pt x="2412" y="698"/>
                    <a:pt x="1231" y="1092"/>
                    <a:pt x="0" y="1143"/>
                  </a:cubicBezTo>
                  <a:cubicBezTo>
                    <a:pt x="1231" y="1092"/>
                    <a:pt x="2412" y="698"/>
                    <a:pt x="3428" y="0"/>
                  </a:cubicBezTo>
                  <a:close/>
                </a:path>
              </a:pathLst>
            </a:custGeom>
            <a:solidFill>
              <a:srgbClr val="000000"/>
            </a:solidFill>
            <a:ln w="12690" cap="flat">
              <a:noFill/>
              <a:prstDash val="solid"/>
              <a:miter/>
            </a:ln>
          </p:spPr>
          <p:txBody>
            <a:bodyPr rtlCol="0" anchor="ctr"/>
            <a:lstStyle/>
            <a:p>
              <a:endParaRPr lang="en-US" sz="1350"/>
            </a:p>
          </p:txBody>
        </p:sp>
        <p:sp>
          <p:nvSpPr>
            <p:cNvPr id="564" name="Freeform: Shape 563">
              <a:extLst>
                <a:ext uri="{FF2B5EF4-FFF2-40B4-BE49-F238E27FC236}">
                  <a16:creationId xmlns:a16="http://schemas.microsoft.com/office/drawing/2014/main" id="{8AB68D1F-6E7A-4BE6-A5A2-C93C08A132E2}"/>
                </a:ext>
              </a:extLst>
            </p:cNvPr>
            <p:cNvSpPr/>
            <p:nvPr/>
          </p:nvSpPr>
          <p:spPr>
            <a:xfrm>
              <a:off x="7051565" y="926213"/>
              <a:ext cx="525014" cy="143218"/>
            </a:xfrm>
            <a:custGeom>
              <a:avLst/>
              <a:gdLst>
                <a:gd name="connsiteX0" fmla="*/ 521459 w 525014"/>
                <a:gd name="connsiteY0" fmla="*/ 134839 h 143218"/>
                <a:gd name="connsiteX1" fmla="*/ 523617 w 525014"/>
                <a:gd name="connsiteY1" fmla="*/ 133061 h 143218"/>
                <a:gd name="connsiteX2" fmla="*/ 13204 w 525014"/>
                <a:gd name="connsiteY2" fmla="*/ 0 h 143218"/>
                <a:gd name="connsiteX3" fmla="*/ 7619 w 525014"/>
                <a:gd name="connsiteY3" fmla="*/ 5840 h 143218"/>
                <a:gd name="connsiteX4" fmla="*/ 3555 w 525014"/>
                <a:gd name="connsiteY4" fmla="*/ 7491 h 143218"/>
                <a:gd name="connsiteX5" fmla="*/ 0 w 525014"/>
                <a:gd name="connsiteY5" fmla="*/ 6221 h 143218"/>
                <a:gd name="connsiteX6" fmla="*/ 2032 w 525014"/>
                <a:gd name="connsiteY6" fmla="*/ 7237 h 143218"/>
                <a:gd name="connsiteX7" fmla="*/ 9015 w 525014"/>
                <a:gd name="connsiteY7" fmla="*/ 9015 h 143218"/>
                <a:gd name="connsiteX8" fmla="*/ 519681 w 525014"/>
                <a:gd name="connsiteY8" fmla="*/ 142203 h 143218"/>
                <a:gd name="connsiteX9" fmla="*/ 523617 w 525014"/>
                <a:gd name="connsiteY9" fmla="*/ 143219 h 143218"/>
                <a:gd name="connsiteX10" fmla="*/ 525014 w 525014"/>
                <a:gd name="connsiteY10" fmla="*/ 143219 h 143218"/>
                <a:gd name="connsiteX11" fmla="*/ 521077 w 525014"/>
                <a:gd name="connsiteY11" fmla="*/ 141568 h 143218"/>
                <a:gd name="connsiteX12" fmla="*/ 521167 w 525014"/>
                <a:gd name="connsiteY12" fmla="*/ 135106 h 143218"/>
                <a:gd name="connsiteX13" fmla="*/ 521459 w 525014"/>
                <a:gd name="connsiteY13" fmla="*/ 134839 h 1432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5014" h="143218">
                  <a:moveTo>
                    <a:pt x="521459" y="134839"/>
                  </a:moveTo>
                  <a:lnTo>
                    <a:pt x="523617" y="133061"/>
                  </a:lnTo>
                  <a:lnTo>
                    <a:pt x="13204" y="0"/>
                  </a:lnTo>
                  <a:lnTo>
                    <a:pt x="7619" y="5840"/>
                  </a:lnTo>
                  <a:cubicBezTo>
                    <a:pt x="6526" y="6894"/>
                    <a:pt x="5079" y="7491"/>
                    <a:pt x="3555" y="7491"/>
                  </a:cubicBezTo>
                  <a:cubicBezTo>
                    <a:pt x="2260" y="7453"/>
                    <a:pt x="1016" y="7009"/>
                    <a:pt x="0" y="6221"/>
                  </a:cubicBezTo>
                  <a:cubicBezTo>
                    <a:pt x="584" y="6729"/>
                    <a:pt x="1283" y="7085"/>
                    <a:pt x="2032" y="7237"/>
                  </a:cubicBezTo>
                  <a:lnTo>
                    <a:pt x="9015" y="9015"/>
                  </a:lnTo>
                  <a:lnTo>
                    <a:pt x="519681" y="142203"/>
                  </a:lnTo>
                  <a:lnTo>
                    <a:pt x="523617" y="143219"/>
                  </a:lnTo>
                  <a:lnTo>
                    <a:pt x="525014" y="143219"/>
                  </a:lnTo>
                  <a:cubicBezTo>
                    <a:pt x="523541" y="143181"/>
                    <a:pt x="522131" y="142597"/>
                    <a:pt x="521077" y="141568"/>
                  </a:cubicBezTo>
                  <a:cubicBezTo>
                    <a:pt x="519313" y="139765"/>
                    <a:pt x="519351" y="136870"/>
                    <a:pt x="521167" y="135106"/>
                  </a:cubicBezTo>
                  <a:cubicBezTo>
                    <a:pt x="521256" y="135017"/>
                    <a:pt x="521357" y="134928"/>
                    <a:pt x="521459" y="134839"/>
                  </a:cubicBezTo>
                  <a:close/>
                </a:path>
              </a:pathLst>
            </a:custGeom>
            <a:solidFill>
              <a:srgbClr val="000000"/>
            </a:solidFill>
            <a:ln w="12690" cap="flat">
              <a:noFill/>
              <a:prstDash val="solid"/>
              <a:miter/>
            </a:ln>
          </p:spPr>
          <p:txBody>
            <a:bodyPr rtlCol="0" anchor="ctr"/>
            <a:lstStyle/>
            <a:p>
              <a:endParaRPr lang="en-US" sz="1350"/>
            </a:p>
          </p:txBody>
        </p:sp>
        <p:sp>
          <p:nvSpPr>
            <p:cNvPr id="565" name="Freeform: Shape 564">
              <a:extLst>
                <a:ext uri="{FF2B5EF4-FFF2-40B4-BE49-F238E27FC236}">
                  <a16:creationId xmlns:a16="http://schemas.microsoft.com/office/drawing/2014/main" id="{04097F6A-BBCD-42A8-9B12-FDA539928EFC}"/>
                </a:ext>
              </a:extLst>
            </p:cNvPr>
            <p:cNvSpPr/>
            <p:nvPr/>
          </p:nvSpPr>
          <p:spPr>
            <a:xfrm>
              <a:off x="7049251" y="705163"/>
              <a:ext cx="222820" cy="227778"/>
            </a:xfrm>
            <a:custGeom>
              <a:avLst/>
              <a:gdLst>
                <a:gd name="connsiteX0" fmla="*/ 28 w 222820"/>
                <a:gd name="connsiteY0" fmla="*/ 223843 h 227778"/>
                <a:gd name="connsiteX1" fmla="*/ 28 w 222820"/>
                <a:gd name="connsiteY1" fmla="*/ 224732 h 227778"/>
                <a:gd name="connsiteX2" fmla="*/ 28 w 222820"/>
                <a:gd name="connsiteY2" fmla="*/ 225621 h 227778"/>
                <a:gd name="connsiteX3" fmla="*/ 917 w 222820"/>
                <a:gd name="connsiteY3" fmla="*/ 226509 h 227778"/>
                <a:gd name="connsiteX4" fmla="*/ 917 w 222820"/>
                <a:gd name="connsiteY4" fmla="*/ 226509 h 227778"/>
                <a:gd name="connsiteX5" fmla="*/ 917 w 222820"/>
                <a:gd name="connsiteY5" fmla="*/ 226509 h 227778"/>
                <a:gd name="connsiteX6" fmla="*/ 4472 w 222820"/>
                <a:gd name="connsiteY6" fmla="*/ 227779 h 227778"/>
                <a:gd name="connsiteX7" fmla="*/ 8535 w 222820"/>
                <a:gd name="connsiteY7" fmla="*/ 226128 h 227778"/>
                <a:gd name="connsiteX8" fmla="*/ 14122 w 222820"/>
                <a:gd name="connsiteY8" fmla="*/ 220288 h 227778"/>
                <a:gd name="connsiteX9" fmla="*/ 219049 w 222820"/>
                <a:gd name="connsiteY9" fmla="*/ 10284 h 227778"/>
                <a:gd name="connsiteX10" fmla="*/ 219049 w 222820"/>
                <a:gd name="connsiteY10" fmla="*/ 10284 h 227778"/>
                <a:gd name="connsiteX11" fmla="*/ 221207 w 222820"/>
                <a:gd name="connsiteY11" fmla="*/ 7999 h 227778"/>
                <a:gd name="connsiteX12" fmla="*/ 221804 w 222820"/>
                <a:gd name="connsiteY12" fmla="*/ 1739 h 227778"/>
                <a:gd name="connsiteX13" fmla="*/ 221207 w 222820"/>
                <a:gd name="connsiteY13" fmla="*/ 1143 h 227778"/>
                <a:gd name="connsiteX14" fmla="*/ 218160 w 222820"/>
                <a:gd name="connsiteY14" fmla="*/ 0 h 227778"/>
                <a:gd name="connsiteX15" fmla="*/ 217144 w 222820"/>
                <a:gd name="connsiteY15" fmla="*/ 0 h 227778"/>
                <a:gd name="connsiteX16" fmla="*/ 216002 w 222820"/>
                <a:gd name="connsiteY16" fmla="*/ 0 h 227778"/>
                <a:gd name="connsiteX17" fmla="*/ 215113 w 222820"/>
                <a:gd name="connsiteY17" fmla="*/ 0 h 227778"/>
                <a:gd name="connsiteX18" fmla="*/ 214097 w 222820"/>
                <a:gd name="connsiteY18" fmla="*/ 762 h 227778"/>
                <a:gd name="connsiteX19" fmla="*/ 214097 w 222820"/>
                <a:gd name="connsiteY19" fmla="*/ 762 h 227778"/>
                <a:gd name="connsiteX20" fmla="*/ 1933 w 222820"/>
                <a:gd name="connsiteY20" fmla="*/ 219526 h 227778"/>
                <a:gd name="connsiteX21" fmla="*/ 1933 w 222820"/>
                <a:gd name="connsiteY21" fmla="*/ 219526 h 227778"/>
                <a:gd name="connsiteX22" fmla="*/ 1298 w 222820"/>
                <a:gd name="connsiteY22" fmla="*/ 220415 h 227778"/>
                <a:gd name="connsiteX23" fmla="*/ 1298 w 222820"/>
                <a:gd name="connsiteY23" fmla="*/ 221050 h 227778"/>
                <a:gd name="connsiteX24" fmla="*/ 1298 w 222820"/>
                <a:gd name="connsiteY24" fmla="*/ 222065 h 227778"/>
                <a:gd name="connsiteX25" fmla="*/ 28 w 222820"/>
                <a:gd name="connsiteY25" fmla="*/ 223843 h 2277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22820" h="227778">
                  <a:moveTo>
                    <a:pt x="28" y="223843"/>
                  </a:moveTo>
                  <a:cubicBezTo>
                    <a:pt x="-9" y="224135"/>
                    <a:pt x="-9" y="224440"/>
                    <a:pt x="28" y="224732"/>
                  </a:cubicBezTo>
                  <a:cubicBezTo>
                    <a:pt x="41" y="225024"/>
                    <a:pt x="41" y="225328"/>
                    <a:pt x="28" y="225621"/>
                  </a:cubicBezTo>
                  <a:lnTo>
                    <a:pt x="917" y="226509"/>
                  </a:lnTo>
                  <a:cubicBezTo>
                    <a:pt x="917" y="226509"/>
                    <a:pt x="917" y="226509"/>
                    <a:pt x="917" y="226509"/>
                  </a:cubicBezTo>
                  <a:lnTo>
                    <a:pt x="917" y="226509"/>
                  </a:lnTo>
                  <a:cubicBezTo>
                    <a:pt x="1933" y="227296"/>
                    <a:pt x="3177" y="227741"/>
                    <a:pt x="4472" y="227779"/>
                  </a:cubicBezTo>
                  <a:cubicBezTo>
                    <a:pt x="5996" y="227779"/>
                    <a:pt x="7443" y="227182"/>
                    <a:pt x="8535" y="226128"/>
                  </a:cubicBezTo>
                  <a:lnTo>
                    <a:pt x="14122" y="220288"/>
                  </a:lnTo>
                  <a:lnTo>
                    <a:pt x="219049" y="10284"/>
                  </a:lnTo>
                  <a:lnTo>
                    <a:pt x="219049" y="10284"/>
                  </a:lnTo>
                  <a:lnTo>
                    <a:pt x="221207" y="7999"/>
                  </a:lnTo>
                  <a:cubicBezTo>
                    <a:pt x="223099" y="6437"/>
                    <a:pt x="223366" y="3631"/>
                    <a:pt x="221804" y="1739"/>
                  </a:cubicBezTo>
                  <a:cubicBezTo>
                    <a:pt x="221626" y="1524"/>
                    <a:pt x="221423" y="1321"/>
                    <a:pt x="221207" y="1143"/>
                  </a:cubicBezTo>
                  <a:cubicBezTo>
                    <a:pt x="220331" y="457"/>
                    <a:pt x="219265" y="51"/>
                    <a:pt x="218160" y="0"/>
                  </a:cubicBezTo>
                  <a:lnTo>
                    <a:pt x="217144" y="0"/>
                  </a:lnTo>
                  <a:lnTo>
                    <a:pt x="216002" y="0"/>
                  </a:lnTo>
                  <a:lnTo>
                    <a:pt x="215113" y="0"/>
                  </a:lnTo>
                  <a:cubicBezTo>
                    <a:pt x="214719" y="165"/>
                    <a:pt x="214363" y="432"/>
                    <a:pt x="214097" y="762"/>
                  </a:cubicBezTo>
                  <a:lnTo>
                    <a:pt x="214097" y="762"/>
                  </a:lnTo>
                  <a:lnTo>
                    <a:pt x="1933" y="219526"/>
                  </a:lnTo>
                  <a:lnTo>
                    <a:pt x="1933" y="219526"/>
                  </a:lnTo>
                  <a:lnTo>
                    <a:pt x="1298" y="220415"/>
                  </a:lnTo>
                  <a:lnTo>
                    <a:pt x="1298" y="221050"/>
                  </a:lnTo>
                  <a:lnTo>
                    <a:pt x="1298" y="222065"/>
                  </a:lnTo>
                  <a:cubicBezTo>
                    <a:pt x="701" y="222510"/>
                    <a:pt x="257" y="223132"/>
                    <a:pt x="28" y="223843"/>
                  </a:cubicBezTo>
                  <a:close/>
                </a:path>
              </a:pathLst>
            </a:custGeom>
            <a:solidFill>
              <a:srgbClr val="000000"/>
            </a:solidFill>
            <a:ln w="12690" cap="flat">
              <a:noFill/>
              <a:prstDash val="solid"/>
              <a:miter/>
            </a:ln>
          </p:spPr>
          <p:txBody>
            <a:bodyPr rtlCol="0" anchor="ctr"/>
            <a:lstStyle/>
            <a:p>
              <a:endParaRPr lang="en-US" sz="1350"/>
            </a:p>
          </p:txBody>
        </p:sp>
        <p:sp>
          <p:nvSpPr>
            <p:cNvPr id="566" name="Freeform: Shape 565">
              <a:extLst>
                <a:ext uri="{FF2B5EF4-FFF2-40B4-BE49-F238E27FC236}">
                  <a16:creationId xmlns:a16="http://schemas.microsoft.com/office/drawing/2014/main" id="{3B68B931-EE14-47B2-A600-D760E722CC5C}"/>
                </a:ext>
              </a:extLst>
            </p:cNvPr>
            <p:cNvSpPr/>
            <p:nvPr/>
          </p:nvSpPr>
          <p:spPr>
            <a:xfrm>
              <a:off x="7571401" y="869319"/>
              <a:ext cx="244415" cy="200366"/>
            </a:xfrm>
            <a:custGeom>
              <a:avLst/>
              <a:gdLst>
                <a:gd name="connsiteX0" fmla="*/ 242862 w 244415"/>
                <a:gd name="connsiteY0" fmla="*/ 8393 h 200366"/>
                <a:gd name="connsiteX1" fmla="*/ 243205 w 244415"/>
                <a:gd name="connsiteY1" fmla="*/ 1752 h 200366"/>
                <a:gd name="connsiteX2" fmla="*/ 242862 w 244415"/>
                <a:gd name="connsiteY2" fmla="*/ 1409 h 200366"/>
                <a:gd name="connsiteX3" fmla="*/ 235244 w 244415"/>
                <a:gd name="connsiteY3" fmla="*/ 1409 h 200366"/>
                <a:gd name="connsiteX4" fmla="*/ 235244 w 244415"/>
                <a:gd name="connsiteY4" fmla="*/ 1409 h 200366"/>
                <a:gd name="connsiteX5" fmla="*/ 228261 w 244415"/>
                <a:gd name="connsiteY5" fmla="*/ 6996 h 200366"/>
                <a:gd name="connsiteX6" fmla="*/ 3273 w 244415"/>
                <a:gd name="connsiteY6" fmla="*/ 190082 h 200366"/>
                <a:gd name="connsiteX7" fmla="*/ 1623 w 244415"/>
                <a:gd name="connsiteY7" fmla="*/ 191733 h 200366"/>
                <a:gd name="connsiteX8" fmla="*/ 1076 w 244415"/>
                <a:gd name="connsiteY8" fmla="*/ 198170 h 200366"/>
                <a:gd name="connsiteX9" fmla="*/ 1623 w 244415"/>
                <a:gd name="connsiteY9" fmla="*/ 198716 h 200366"/>
                <a:gd name="connsiteX10" fmla="*/ 5559 w 244415"/>
                <a:gd name="connsiteY10" fmla="*/ 200367 h 200366"/>
                <a:gd name="connsiteX11" fmla="*/ 8987 w 244415"/>
                <a:gd name="connsiteY11" fmla="*/ 199224 h 200366"/>
                <a:gd name="connsiteX12" fmla="*/ 8987 w 244415"/>
                <a:gd name="connsiteY12" fmla="*/ 199224 h 200366"/>
                <a:gd name="connsiteX13" fmla="*/ 10764 w 244415"/>
                <a:gd name="connsiteY13" fmla="*/ 197700 h 200366"/>
                <a:gd name="connsiteX14" fmla="*/ 234101 w 244415"/>
                <a:gd name="connsiteY14" fmla="*/ 16011 h 200366"/>
                <a:gd name="connsiteX15" fmla="*/ 243116 w 244415"/>
                <a:gd name="connsiteY15" fmla="*/ 8773 h 2003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44415" h="200366">
                  <a:moveTo>
                    <a:pt x="242862" y="8393"/>
                  </a:moveTo>
                  <a:cubicBezTo>
                    <a:pt x="244792" y="6653"/>
                    <a:pt x="244945" y="3682"/>
                    <a:pt x="243205" y="1752"/>
                  </a:cubicBezTo>
                  <a:cubicBezTo>
                    <a:pt x="243103" y="1638"/>
                    <a:pt x="242989" y="1524"/>
                    <a:pt x="242862" y="1409"/>
                  </a:cubicBezTo>
                  <a:cubicBezTo>
                    <a:pt x="240678" y="-470"/>
                    <a:pt x="237428" y="-470"/>
                    <a:pt x="235244" y="1409"/>
                  </a:cubicBezTo>
                  <a:lnTo>
                    <a:pt x="235244" y="1409"/>
                  </a:lnTo>
                  <a:lnTo>
                    <a:pt x="228261" y="6996"/>
                  </a:lnTo>
                  <a:lnTo>
                    <a:pt x="3273" y="190082"/>
                  </a:lnTo>
                  <a:lnTo>
                    <a:pt x="1623" y="191733"/>
                  </a:lnTo>
                  <a:cubicBezTo>
                    <a:pt x="-307" y="193358"/>
                    <a:pt x="-549" y="196240"/>
                    <a:pt x="1076" y="198170"/>
                  </a:cubicBezTo>
                  <a:cubicBezTo>
                    <a:pt x="1241" y="198373"/>
                    <a:pt x="1432" y="198551"/>
                    <a:pt x="1623" y="198716"/>
                  </a:cubicBezTo>
                  <a:cubicBezTo>
                    <a:pt x="2676" y="199745"/>
                    <a:pt x="4085" y="200329"/>
                    <a:pt x="5559" y="200367"/>
                  </a:cubicBezTo>
                  <a:cubicBezTo>
                    <a:pt x="6790" y="200316"/>
                    <a:pt x="7971" y="199922"/>
                    <a:pt x="8987" y="199224"/>
                  </a:cubicBezTo>
                  <a:lnTo>
                    <a:pt x="8987" y="199224"/>
                  </a:lnTo>
                  <a:lnTo>
                    <a:pt x="10764" y="197700"/>
                  </a:lnTo>
                  <a:lnTo>
                    <a:pt x="234101" y="16011"/>
                  </a:lnTo>
                  <a:lnTo>
                    <a:pt x="243116" y="8773"/>
                  </a:lnTo>
                  <a:close/>
                </a:path>
              </a:pathLst>
            </a:custGeom>
            <a:solidFill>
              <a:srgbClr val="000000"/>
            </a:solidFill>
            <a:ln w="12690" cap="flat">
              <a:noFill/>
              <a:prstDash val="solid"/>
              <a:miter/>
            </a:ln>
          </p:spPr>
          <p:txBody>
            <a:bodyPr rtlCol="0" anchor="ctr"/>
            <a:lstStyle/>
            <a:p>
              <a:endParaRPr lang="en-US" sz="1350"/>
            </a:p>
          </p:txBody>
        </p:sp>
        <p:sp>
          <p:nvSpPr>
            <p:cNvPr id="567" name="Freeform: Shape 566">
              <a:extLst>
                <a:ext uri="{FF2B5EF4-FFF2-40B4-BE49-F238E27FC236}">
                  <a16:creationId xmlns:a16="http://schemas.microsoft.com/office/drawing/2014/main" id="{92B17FA7-823C-402E-B484-CF6E90BE926B}"/>
                </a:ext>
              </a:extLst>
            </p:cNvPr>
            <p:cNvSpPr/>
            <p:nvPr/>
          </p:nvSpPr>
          <p:spPr>
            <a:xfrm>
              <a:off x="8759415" y="1993117"/>
              <a:ext cx="1077579" cy="336335"/>
            </a:xfrm>
            <a:custGeom>
              <a:avLst/>
              <a:gdLst>
                <a:gd name="connsiteX0" fmla="*/ 1075294 w 1077579"/>
                <a:gd name="connsiteY0" fmla="*/ 336082 h 336335"/>
                <a:gd name="connsiteX1" fmla="*/ 1074532 w 1077579"/>
                <a:gd name="connsiteY1" fmla="*/ 336082 h 336335"/>
                <a:gd name="connsiteX2" fmla="*/ 1073898 w 1077579"/>
                <a:gd name="connsiteY2" fmla="*/ 335320 h 336335"/>
                <a:gd name="connsiteX3" fmla="*/ 1073898 w 1077579"/>
                <a:gd name="connsiteY3" fmla="*/ 335320 h 336335"/>
                <a:gd name="connsiteX4" fmla="*/ 1073898 w 1077579"/>
                <a:gd name="connsiteY4" fmla="*/ 334431 h 336335"/>
                <a:gd name="connsiteX5" fmla="*/ 1073898 w 1077579"/>
                <a:gd name="connsiteY5" fmla="*/ 333416 h 336335"/>
                <a:gd name="connsiteX6" fmla="*/ 1073898 w 1077579"/>
                <a:gd name="connsiteY6" fmla="*/ 324909 h 336335"/>
                <a:gd name="connsiteX7" fmla="*/ 0 w 1077579"/>
                <a:gd name="connsiteY7" fmla="*/ 0 h 336335"/>
                <a:gd name="connsiteX8" fmla="*/ 0 w 1077579"/>
                <a:gd name="connsiteY8" fmla="*/ 10284 h 336335"/>
                <a:gd name="connsiteX9" fmla="*/ 1077580 w 1077579"/>
                <a:gd name="connsiteY9" fmla="*/ 336336 h 336335"/>
                <a:gd name="connsiteX10" fmla="*/ 1077580 w 1077579"/>
                <a:gd name="connsiteY10" fmla="*/ 336336 h 336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579" h="336335">
                  <a:moveTo>
                    <a:pt x="1075294" y="336082"/>
                  </a:moveTo>
                  <a:lnTo>
                    <a:pt x="1074532" y="336082"/>
                  </a:lnTo>
                  <a:cubicBezTo>
                    <a:pt x="1074228" y="335930"/>
                    <a:pt x="1073999" y="335650"/>
                    <a:pt x="1073898" y="335320"/>
                  </a:cubicBezTo>
                  <a:lnTo>
                    <a:pt x="1073898" y="335320"/>
                  </a:lnTo>
                  <a:cubicBezTo>
                    <a:pt x="1073910" y="335028"/>
                    <a:pt x="1073910" y="334723"/>
                    <a:pt x="1073898" y="334431"/>
                  </a:cubicBezTo>
                  <a:cubicBezTo>
                    <a:pt x="1073898" y="334431"/>
                    <a:pt x="1073898" y="333796"/>
                    <a:pt x="1073898" y="333416"/>
                  </a:cubicBezTo>
                  <a:lnTo>
                    <a:pt x="1073898" y="324909"/>
                  </a:lnTo>
                  <a:lnTo>
                    <a:pt x="0" y="0"/>
                  </a:lnTo>
                  <a:lnTo>
                    <a:pt x="0" y="10284"/>
                  </a:lnTo>
                  <a:lnTo>
                    <a:pt x="1077580" y="336336"/>
                  </a:lnTo>
                  <a:lnTo>
                    <a:pt x="1077580" y="336336"/>
                  </a:lnTo>
                  <a:close/>
                </a:path>
              </a:pathLst>
            </a:custGeom>
            <a:solidFill>
              <a:srgbClr val="000000"/>
            </a:solidFill>
            <a:ln w="12690" cap="flat">
              <a:noFill/>
              <a:prstDash val="solid"/>
              <a:miter/>
            </a:ln>
          </p:spPr>
          <p:txBody>
            <a:bodyPr rtlCol="0" anchor="ctr"/>
            <a:lstStyle/>
            <a:p>
              <a:endParaRPr lang="en-US" sz="1350"/>
            </a:p>
          </p:txBody>
        </p:sp>
        <p:sp>
          <p:nvSpPr>
            <p:cNvPr id="568" name="Freeform: Shape 567">
              <a:extLst>
                <a:ext uri="{FF2B5EF4-FFF2-40B4-BE49-F238E27FC236}">
                  <a16:creationId xmlns:a16="http://schemas.microsoft.com/office/drawing/2014/main" id="{325EAD3D-658D-49FD-87E2-79BB7520E290}"/>
                </a:ext>
              </a:extLst>
            </p:cNvPr>
            <p:cNvSpPr/>
            <p:nvPr/>
          </p:nvSpPr>
          <p:spPr>
            <a:xfrm>
              <a:off x="5832288" y="1284895"/>
              <a:ext cx="2872148" cy="449844"/>
            </a:xfrm>
            <a:custGeom>
              <a:avLst/>
              <a:gdLst>
                <a:gd name="connsiteX0" fmla="*/ 2872149 w 2872148"/>
                <a:gd name="connsiteY0" fmla="*/ 441464 h 449844"/>
                <a:gd name="connsiteX1" fmla="*/ 6983 w 2872148"/>
                <a:gd name="connsiteY1" fmla="*/ 0 h 449844"/>
                <a:gd name="connsiteX2" fmla="*/ 6983 w 2872148"/>
                <a:gd name="connsiteY2" fmla="*/ 4698 h 449844"/>
                <a:gd name="connsiteX3" fmla="*/ 1536 w 2872148"/>
                <a:gd name="connsiteY3" fmla="*/ 9650 h 449844"/>
                <a:gd name="connsiteX4" fmla="*/ 1524 w 2872148"/>
                <a:gd name="connsiteY4" fmla="*/ 9650 h 449844"/>
                <a:gd name="connsiteX5" fmla="*/ 0 w 2872148"/>
                <a:gd name="connsiteY5" fmla="*/ 9650 h 449844"/>
                <a:gd name="connsiteX6" fmla="*/ 1270 w 2872148"/>
                <a:gd name="connsiteY6" fmla="*/ 9650 h 449844"/>
                <a:gd name="connsiteX7" fmla="*/ 2861864 w 2872148"/>
                <a:gd name="connsiteY7" fmla="*/ 449844 h 449844"/>
                <a:gd name="connsiteX8" fmla="*/ 2870245 w 2872148"/>
                <a:gd name="connsiteY8" fmla="*/ 443115 h 449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872148" h="449844">
                  <a:moveTo>
                    <a:pt x="2872149" y="441464"/>
                  </a:moveTo>
                  <a:lnTo>
                    <a:pt x="6983" y="0"/>
                  </a:lnTo>
                  <a:lnTo>
                    <a:pt x="6983" y="4698"/>
                  </a:lnTo>
                  <a:cubicBezTo>
                    <a:pt x="6844" y="7567"/>
                    <a:pt x="4406" y="9789"/>
                    <a:pt x="1536" y="9650"/>
                  </a:cubicBezTo>
                  <a:cubicBezTo>
                    <a:pt x="1536" y="9650"/>
                    <a:pt x="1524" y="9650"/>
                    <a:pt x="1524" y="9650"/>
                  </a:cubicBezTo>
                  <a:lnTo>
                    <a:pt x="0" y="9650"/>
                  </a:lnTo>
                  <a:lnTo>
                    <a:pt x="1270" y="9650"/>
                  </a:lnTo>
                  <a:lnTo>
                    <a:pt x="2861864" y="449844"/>
                  </a:lnTo>
                  <a:lnTo>
                    <a:pt x="2870245" y="443115"/>
                  </a:lnTo>
                  <a:close/>
                </a:path>
              </a:pathLst>
            </a:custGeom>
            <a:solidFill>
              <a:srgbClr val="000000"/>
            </a:solidFill>
            <a:ln w="12690" cap="flat">
              <a:noFill/>
              <a:prstDash val="solid"/>
              <a:miter/>
            </a:ln>
          </p:spPr>
          <p:txBody>
            <a:bodyPr rtlCol="0" anchor="ctr"/>
            <a:lstStyle/>
            <a:p>
              <a:endParaRPr lang="en-US" sz="1350"/>
            </a:p>
          </p:txBody>
        </p:sp>
        <p:sp>
          <p:nvSpPr>
            <p:cNvPr id="569" name="Freeform: Shape 568">
              <a:extLst>
                <a:ext uri="{FF2B5EF4-FFF2-40B4-BE49-F238E27FC236}">
                  <a16:creationId xmlns:a16="http://schemas.microsoft.com/office/drawing/2014/main" id="{CE2E845E-6E70-49AB-94B8-94F3C01425F0}"/>
                </a:ext>
              </a:extLst>
            </p:cNvPr>
            <p:cNvSpPr/>
            <p:nvPr/>
          </p:nvSpPr>
          <p:spPr>
            <a:xfrm>
              <a:off x="9832201" y="2121608"/>
              <a:ext cx="10633" cy="203781"/>
            </a:xfrm>
            <a:custGeom>
              <a:avLst/>
              <a:gdLst>
                <a:gd name="connsiteX0" fmla="*/ 3777 w 10633"/>
                <a:gd name="connsiteY0" fmla="*/ 1143 h 203781"/>
                <a:gd name="connsiteX1" fmla="*/ 3777 w 10633"/>
                <a:gd name="connsiteY1" fmla="*/ 1143 h 203781"/>
                <a:gd name="connsiteX2" fmla="*/ 95 w 10633"/>
                <a:gd name="connsiteY2" fmla="*/ 0 h 203781"/>
                <a:gd name="connsiteX3" fmla="*/ 95 w 10633"/>
                <a:gd name="connsiteY3" fmla="*/ 203782 h 203781"/>
                <a:gd name="connsiteX4" fmla="*/ 95 w 10633"/>
                <a:gd name="connsiteY4" fmla="*/ 202132 h 203781"/>
                <a:gd name="connsiteX5" fmla="*/ 6824 w 10633"/>
                <a:gd name="connsiteY5" fmla="*/ 198830 h 203781"/>
                <a:gd name="connsiteX6" fmla="*/ 10634 w 10633"/>
                <a:gd name="connsiteY6" fmla="*/ 199973 h 203781"/>
                <a:gd name="connsiteX7" fmla="*/ 10634 w 10633"/>
                <a:gd name="connsiteY7" fmla="*/ 3174 h 203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633" h="203781">
                  <a:moveTo>
                    <a:pt x="3777" y="1143"/>
                  </a:moveTo>
                  <a:lnTo>
                    <a:pt x="3777" y="1143"/>
                  </a:lnTo>
                  <a:lnTo>
                    <a:pt x="95" y="0"/>
                  </a:lnTo>
                  <a:lnTo>
                    <a:pt x="95" y="203782"/>
                  </a:lnTo>
                  <a:cubicBezTo>
                    <a:pt x="-32" y="203236"/>
                    <a:pt x="-32" y="202678"/>
                    <a:pt x="95" y="202132"/>
                  </a:cubicBezTo>
                  <a:cubicBezTo>
                    <a:pt x="1111" y="199427"/>
                    <a:pt x="4057" y="197980"/>
                    <a:pt x="6824" y="198830"/>
                  </a:cubicBezTo>
                  <a:lnTo>
                    <a:pt x="10634" y="199973"/>
                  </a:lnTo>
                  <a:lnTo>
                    <a:pt x="10634" y="3174"/>
                  </a:lnTo>
                  <a:close/>
                </a:path>
              </a:pathLst>
            </a:custGeom>
            <a:solidFill>
              <a:srgbClr val="000000"/>
            </a:solidFill>
            <a:ln w="12690" cap="flat">
              <a:noFill/>
              <a:prstDash val="solid"/>
              <a:miter/>
            </a:ln>
          </p:spPr>
          <p:txBody>
            <a:bodyPr rtlCol="0" anchor="ctr"/>
            <a:lstStyle/>
            <a:p>
              <a:endParaRPr lang="en-US" sz="1350"/>
            </a:p>
          </p:txBody>
        </p:sp>
        <p:sp>
          <p:nvSpPr>
            <p:cNvPr id="570" name="Freeform: Shape 569">
              <a:extLst>
                <a:ext uri="{FF2B5EF4-FFF2-40B4-BE49-F238E27FC236}">
                  <a16:creationId xmlns:a16="http://schemas.microsoft.com/office/drawing/2014/main" id="{CE09F9A6-13EB-49E1-9849-771472751E85}"/>
                </a:ext>
              </a:extLst>
            </p:cNvPr>
            <p:cNvSpPr/>
            <p:nvPr/>
          </p:nvSpPr>
          <p:spPr>
            <a:xfrm>
              <a:off x="8661202" y="1762418"/>
              <a:ext cx="114" cy="635"/>
            </a:xfrm>
            <a:custGeom>
              <a:avLst/>
              <a:gdLst>
                <a:gd name="connsiteX0" fmla="*/ 67 w 114"/>
                <a:gd name="connsiteY0" fmla="*/ 0 h 635"/>
                <a:gd name="connsiteX1" fmla="*/ 67 w 114"/>
                <a:gd name="connsiteY1" fmla="*/ 0 h 635"/>
                <a:gd name="connsiteX2" fmla="*/ 67 w 114"/>
                <a:gd name="connsiteY2" fmla="*/ 635 h 635"/>
                <a:gd name="connsiteX3" fmla="*/ 67 w 114"/>
                <a:gd name="connsiteY3" fmla="*/ 635 h 635"/>
                <a:gd name="connsiteX4" fmla="*/ 67 w 114"/>
                <a:gd name="connsiteY4" fmla="*/ 0 h 6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 h="635">
                  <a:moveTo>
                    <a:pt x="67" y="0"/>
                  </a:moveTo>
                  <a:lnTo>
                    <a:pt x="67" y="0"/>
                  </a:lnTo>
                  <a:cubicBezTo>
                    <a:pt x="130" y="203"/>
                    <a:pt x="130" y="432"/>
                    <a:pt x="67" y="635"/>
                  </a:cubicBezTo>
                  <a:lnTo>
                    <a:pt x="67" y="635"/>
                  </a:lnTo>
                  <a:cubicBezTo>
                    <a:pt x="-22" y="432"/>
                    <a:pt x="-22" y="203"/>
                    <a:pt x="67" y="0"/>
                  </a:cubicBezTo>
                  <a:close/>
                </a:path>
              </a:pathLst>
            </a:custGeom>
            <a:solidFill>
              <a:srgbClr val="000000"/>
            </a:solidFill>
            <a:ln w="12690" cap="flat">
              <a:noFill/>
              <a:prstDash val="solid"/>
              <a:miter/>
            </a:ln>
          </p:spPr>
          <p:txBody>
            <a:bodyPr rtlCol="0" anchor="ctr"/>
            <a:lstStyle/>
            <a:p>
              <a:endParaRPr lang="en-US" sz="1350"/>
            </a:p>
          </p:txBody>
        </p:sp>
        <p:sp>
          <p:nvSpPr>
            <p:cNvPr id="571" name="Freeform: Shape 570">
              <a:extLst>
                <a:ext uri="{FF2B5EF4-FFF2-40B4-BE49-F238E27FC236}">
                  <a16:creationId xmlns:a16="http://schemas.microsoft.com/office/drawing/2014/main" id="{CF0B6847-19D7-48C0-86BA-A1CDA198E9B9}"/>
                </a:ext>
              </a:extLst>
            </p:cNvPr>
            <p:cNvSpPr/>
            <p:nvPr/>
          </p:nvSpPr>
          <p:spPr>
            <a:xfrm>
              <a:off x="8672442" y="1763815"/>
              <a:ext cx="1164679" cy="359443"/>
            </a:xfrm>
            <a:custGeom>
              <a:avLst/>
              <a:gdLst>
                <a:gd name="connsiteX0" fmla="*/ 1163409 w 1164679"/>
                <a:gd name="connsiteY0" fmla="*/ 358936 h 359443"/>
                <a:gd name="connsiteX1" fmla="*/ 1163409 w 1164679"/>
                <a:gd name="connsiteY1" fmla="*/ 358936 h 359443"/>
                <a:gd name="connsiteX2" fmla="*/ 1162521 w 1164679"/>
                <a:gd name="connsiteY2" fmla="*/ 358936 h 359443"/>
                <a:gd name="connsiteX3" fmla="*/ 1161505 w 1164679"/>
                <a:gd name="connsiteY3" fmla="*/ 358174 h 359443"/>
                <a:gd name="connsiteX4" fmla="*/ 1161505 w 1164679"/>
                <a:gd name="connsiteY4" fmla="*/ 358174 h 359443"/>
                <a:gd name="connsiteX5" fmla="*/ 1161505 w 1164679"/>
                <a:gd name="connsiteY5" fmla="*/ 358174 h 359443"/>
                <a:gd name="connsiteX6" fmla="*/ 1161505 w 1164679"/>
                <a:gd name="connsiteY6" fmla="*/ 357285 h 359443"/>
                <a:gd name="connsiteX7" fmla="*/ 1161505 w 1164679"/>
                <a:gd name="connsiteY7" fmla="*/ 356397 h 359443"/>
                <a:gd name="connsiteX8" fmla="*/ 1161505 w 1164679"/>
                <a:gd name="connsiteY8" fmla="*/ 355508 h 359443"/>
                <a:gd name="connsiteX9" fmla="*/ 1161505 w 1164679"/>
                <a:gd name="connsiteY9" fmla="*/ 354492 h 359443"/>
                <a:gd name="connsiteX10" fmla="*/ 1161505 w 1164679"/>
                <a:gd name="connsiteY10" fmla="*/ 353857 h 359443"/>
                <a:gd name="connsiteX11" fmla="*/ 1161505 w 1164679"/>
                <a:gd name="connsiteY11" fmla="*/ 353857 h 359443"/>
                <a:gd name="connsiteX12" fmla="*/ 1161505 w 1164679"/>
                <a:gd name="connsiteY12" fmla="*/ 353095 h 359443"/>
                <a:gd name="connsiteX13" fmla="*/ 1162267 w 1164679"/>
                <a:gd name="connsiteY13" fmla="*/ 352206 h 359443"/>
                <a:gd name="connsiteX14" fmla="*/ 1162267 w 1164679"/>
                <a:gd name="connsiteY14" fmla="*/ 352206 h 359443"/>
                <a:gd name="connsiteX15" fmla="*/ 1164680 w 1164679"/>
                <a:gd name="connsiteY15" fmla="*/ 350302 h 359443"/>
                <a:gd name="connsiteX16" fmla="*/ 5078 w 1164679"/>
                <a:gd name="connsiteY16" fmla="*/ 0 h 359443"/>
                <a:gd name="connsiteX17" fmla="*/ 0 w 1164679"/>
                <a:gd name="connsiteY17" fmla="*/ 4063 h 359443"/>
                <a:gd name="connsiteX18" fmla="*/ 0 w 1164679"/>
                <a:gd name="connsiteY18" fmla="*/ 8761 h 359443"/>
                <a:gd name="connsiteX19" fmla="*/ 1160489 w 1164679"/>
                <a:gd name="connsiteY19" fmla="*/ 359444 h 3594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164679" h="359443">
                  <a:moveTo>
                    <a:pt x="1163409" y="358936"/>
                  </a:moveTo>
                  <a:lnTo>
                    <a:pt x="1163409" y="358936"/>
                  </a:lnTo>
                  <a:lnTo>
                    <a:pt x="1162521" y="358936"/>
                  </a:lnTo>
                  <a:lnTo>
                    <a:pt x="1161505" y="358174"/>
                  </a:lnTo>
                  <a:lnTo>
                    <a:pt x="1161505" y="358174"/>
                  </a:lnTo>
                  <a:lnTo>
                    <a:pt x="1161505" y="358174"/>
                  </a:lnTo>
                  <a:lnTo>
                    <a:pt x="1161505" y="357285"/>
                  </a:lnTo>
                  <a:cubicBezTo>
                    <a:pt x="1161454" y="356993"/>
                    <a:pt x="1161454" y="356688"/>
                    <a:pt x="1161505" y="356397"/>
                  </a:cubicBezTo>
                  <a:cubicBezTo>
                    <a:pt x="1161442" y="356104"/>
                    <a:pt x="1161442" y="355800"/>
                    <a:pt x="1161505" y="355508"/>
                  </a:cubicBezTo>
                  <a:lnTo>
                    <a:pt x="1161505" y="354492"/>
                  </a:lnTo>
                  <a:cubicBezTo>
                    <a:pt x="1161505" y="354492"/>
                    <a:pt x="1161505" y="354492"/>
                    <a:pt x="1161505" y="353857"/>
                  </a:cubicBezTo>
                  <a:lnTo>
                    <a:pt x="1161505" y="353857"/>
                  </a:lnTo>
                  <a:lnTo>
                    <a:pt x="1161505" y="353095"/>
                  </a:lnTo>
                  <a:lnTo>
                    <a:pt x="1162267" y="352206"/>
                  </a:lnTo>
                  <a:cubicBezTo>
                    <a:pt x="1162267" y="352206"/>
                    <a:pt x="1162267" y="352206"/>
                    <a:pt x="1162267" y="352206"/>
                  </a:cubicBezTo>
                  <a:lnTo>
                    <a:pt x="1164680" y="350302"/>
                  </a:lnTo>
                  <a:lnTo>
                    <a:pt x="5078" y="0"/>
                  </a:lnTo>
                  <a:lnTo>
                    <a:pt x="0" y="4063"/>
                  </a:lnTo>
                  <a:lnTo>
                    <a:pt x="0" y="8761"/>
                  </a:lnTo>
                  <a:lnTo>
                    <a:pt x="1160489" y="359444"/>
                  </a:lnTo>
                  <a:close/>
                </a:path>
              </a:pathLst>
            </a:custGeom>
            <a:solidFill>
              <a:srgbClr val="000000"/>
            </a:solidFill>
            <a:ln w="12690" cap="flat">
              <a:noFill/>
              <a:prstDash val="solid"/>
              <a:miter/>
            </a:ln>
          </p:spPr>
          <p:txBody>
            <a:bodyPr rtlCol="0" anchor="ctr"/>
            <a:lstStyle/>
            <a:p>
              <a:endParaRPr lang="en-US" sz="1350"/>
            </a:p>
          </p:txBody>
        </p:sp>
        <p:sp>
          <p:nvSpPr>
            <p:cNvPr id="572" name="Freeform: Shape 571">
              <a:extLst>
                <a:ext uri="{FF2B5EF4-FFF2-40B4-BE49-F238E27FC236}">
                  <a16:creationId xmlns:a16="http://schemas.microsoft.com/office/drawing/2014/main" id="{7A0D1969-2309-4527-B565-0D382ACAE20A}"/>
                </a:ext>
              </a:extLst>
            </p:cNvPr>
            <p:cNvSpPr/>
            <p:nvPr/>
          </p:nvSpPr>
          <p:spPr>
            <a:xfrm>
              <a:off x="9834455" y="1653607"/>
              <a:ext cx="569960" cy="461779"/>
            </a:xfrm>
            <a:custGeom>
              <a:avLst/>
              <a:gdLst>
                <a:gd name="connsiteX0" fmla="*/ 566914 w 569960"/>
                <a:gd name="connsiteY0" fmla="*/ 8634 h 461779"/>
                <a:gd name="connsiteX1" fmla="*/ 563447 w 569960"/>
                <a:gd name="connsiteY1" fmla="*/ 2552 h 461779"/>
                <a:gd name="connsiteX2" fmla="*/ 563485 w 569960"/>
                <a:gd name="connsiteY2" fmla="*/ 2412 h 461779"/>
                <a:gd name="connsiteX3" fmla="*/ 565517 w 569960"/>
                <a:gd name="connsiteY3" fmla="*/ 0 h 461779"/>
                <a:gd name="connsiteX4" fmla="*/ 565517 w 569960"/>
                <a:gd name="connsiteY4" fmla="*/ 0 h 461779"/>
                <a:gd name="connsiteX5" fmla="*/ 558533 w 569960"/>
                <a:gd name="connsiteY5" fmla="*/ 5586 h 461779"/>
                <a:gd name="connsiteX6" fmla="*/ 2412 w 569960"/>
                <a:gd name="connsiteY6" fmla="*/ 458478 h 461779"/>
                <a:gd name="connsiteX7" fmla="*/ 0 w 569960"/>
                <a:gd name="connsiteY7" fmla="*/ 460382 h 461779"/>
                <a:gd name="connsiteX8" fmla="*/ 0 w 569960"/>
                <a:gd name="connsiteY8" fmla="*/ 460382 h 461779"/>
                <a:gd name="connsiteX9" fmla="*/ 5460 w 569960"/>
                <a:gd name="connsiteY9" fmla="*/ 459113 h 461779"/>
                <a:gd name="connsiteX10" fmla="*/ 14347 w 569960"/>
                <a:gd name="connsiteY10" fmla="*/ 461779 h 461779"/>
                <a:gd name="connsiteX11" fmla="*/ 569961 w 569960"/>
                <a:gd name="connsiteY11" fmla="*/ 9523 h 461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69960" h="461779">
                  <a:moveTo>
                    <a:pt x="566914" y="8634"/>
                  </a:moveTo>
                  <a:cubicBezTo>
                    <a:pt x="564273" y="7910"/>
                    <a:pt x="562723" y="5193"/>
                    <a:pt x="563447" y="2552"/>
                  </a:cubicBezTo>
                  <a:cubicBezTo>
                    <a:pt x="563460" y="2501"/>
                    <a:pt x="563473" y="2463"/>
                    <a:pt x="563485" y="2412"/>
                  </a:cubicBezTo>
                  <a:cubicBezTo>
                    <a:pt x="563904" y="1422"/>
                    <a:pt x="564615" y="584"/>
                    <a:pt x="565517" y="0"/>
                  </a:cubicBezTo>
                  <a:lnTo>
                    <a:pt x="565517" y="0"/>
                  </a:lnTo>
                  <a:lnTo>
                    <a:pt x="558533" y="5586"/>
                  </a:lnTo>
                  <a:lnTo>
                    <a:pt x="2412" y="458478"/>
                  </a:lnTo>
                  <a:lnTo>
                    <a:pt x="0" y="460382"/>
                  </a:lnTo>
                  <a:cubicBezTo>
                    <a:pt x="0" y="460382"/>
                    <a:pt x="0" y="460382"/>
                    <a:pt x="0" y="460382"/>
                  </a:cubicBezTo>
                  <a:cubicBezTo>
                    <a:pt x="1499" y="459075"/>
                    <a:pt x="3542" y="458605"/>
                    <a:pt x="5460" y="459113"/>
                  </a:cubicBezTo>
                  <a:lnTo>
                    <a:pt x="14347" y="461779"/>
                  </a:lnTo>
                  <a:lnTo>
                    <a:pt x="569961" y="9523"/>
                  </a:lnTo>
                  <a:close/>
                </a:path>
              </a:pathLst>
            </a:custGeom>
            <a:solidFill>
              <a:srgbClr val="000000"/>
            </a:solidFill>
            <a:ln w="12690" cap="flat">
              <a:noFill/>
              <a:prstDash val="solid"/>
              <a:miter/>
            </a:ln>
          </p:spPr>
          <p:txBody>
            <a:bodyPr rtlCol="0" anchor="ctr"/>
            <a:lstStyle/>
            <a:p>
              <a:endParaRPr lang="en-US" sz="1350"/>
            </a:p>
          </p:txBody>
        </p:sp>
        <p:sp>
          <p:nvSpPr>
            <p:cNvPr id="573" name="Freeform: Shape 572">
              <a:extLst>
                <a:ext uri="{FF2B5EF4-FFF2-40B4-BE49-F238E27FC236}">
                  <a16:creationId xmlns:a16="http://schemas.microsoft.com/office/drawing/2014/main" id="{0A5D9D3E-7913-4F41-9245-F3F8CFB57DFC}"/>
                </a:ext>
              </a:extLst>
            </p:cNvPr>
            <p:cNvSpPr/>
            <p:nvPr/>
          </p:nvSpPr>
          <p:spPr>
            <a:xfrm>
              <a:off x="9833820" y="212148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574" name="Freeform: Shape 573">
              <a:extLst>
                <a:ext uri="{FF2B5EF4-FFF2-40B4-BE49-F238E27FC236}">
                  <a16:creationId xmlns:a16="http://schemas.microsoft.com/office/drawing/2014/main" id="{6F433BA3-B2E0-456B-A0B6-481438B9997A}"/>
                </a:ext>
              </a:extLst>
            </p:cNvPr>
            <p:cNvSpPr/>
            <p:nvPr/>
          </p:nvSpPr>
          <p:spPr>
            <a:xfrm>
              <a:off x="5828733" y="1080605"/>
              <a:ext cx="12696" cy="12696"/>
            </a:xfrm>
            <a:custGeom>
              <a:avLst/>
              <a:gdLst>
                <a:gd name="connsiteX0" fmla="*/ 0 w 12696"/>
                <a:gd name="connsiteY0" fmla="*/ 0 h 12696"/>
                <a:gd name="connsiteX1" fmla="*/ 0 w 12696"/>
                <a:gd name="connsiteY1" fmla="*/ 0 h 12696"/>
                <a:gd name="connsiteX2" fmla="*/ 0 w 12696"/>
                <a:gd name="connsiteY2" fmla="*/ 0 h 12696"/>
                <a:gd name="connsiteX3" fmla="*/ 0 w 12696"/>
                <a:gd name="connsiteY3" fmla="*/ 0 h 12696"/>
              </a:gdLst>
              <a:ahLst/>
              <a:cxnLst>
                <a:cxn ang="0">
                  <a:pos x="connsiteX0" y="connsiteY0"/>
                </a:cxn>
                <a:cxn ang="0">
                  <a:pos x="connsiteX1" y="connsiteY1"/>
                </a:cxn>
                <a:cxn ang="0">
                  <a:pos x="connsiteX2" y="connsiteY2"/>
                </a:cxn>
                <a:cxn ang="0">
                  <a:pos x="connsiteX3" y="connsiteY3"/>
                </a:cxn>
              </a:cxnLst>
              <a:rect l="l" t="t" r="r" b="b"/>
              <a:pathLst>
                <a:path w="12696" h="12696">
                  <a:moveTo>
                    <a:pt x="0" y="0"/>
                  </a:moveTo>
                  <a:cubicBezTo>
                    <a:pt x="0" y="0"/>
                    <a:pt x="0" y="0"/>
                    <a:pt x="0" y="0"/>
                  </a:cubicBezTo>
                  <a:lnTo>
                    <a:pt x="0" y="0"/>
                  </a:lnTo>
                  <a:cubicBezTo>
                    <a:pt x="0" y="0"/>
                    <a:pt x="0" y="0"/>
                    <a:pt x="0" y="0"/>
                  </a:cubicBezTo>
                  <a:close/>
                </a:path>
              </a:pathLst>
            </a:custGeom>
            <a:solidFill>
              <a:srgbClr val="000000"/>
            </a:solidFill>
            <a:ln w="12690" cap="flat">
              <a:noFill/>
              <a:prstDash val="solid"/>
              <a:miter/>
            </a:ln>
          </p:spPr>
          <p:txBody>
            <a:bodyPr rtlCol="0" anchor="ctr"/>
            <a:lstStyle/>
            <a:p>
              <a:endParaRPr lang="en-US" sz="1350"/>
            </a:p>
          </p:txBody>
        </p:sp>
        <p:sp>
          <p:nvSpPr>
            <p:cNvPr id="575" name="Freeform: Shape 574">
              <a:extLst>
                <a:ext uri="{FF2B5EF4-FFF2-40B4-BE49-F238E27FC236}">
                  <a16:creationId xmlns:a16="http://schemas.microsoft.com/office/drawing/2014/main" id="{6D9E2D1F-52BC-4F16-B043-6F54EF066A6B}"/>
                </a:ext>
              </a:extLst>
            </p:cNvPr>
            <p:cNvSpPr/>
            <p:nvPr/>
          </p:nvSpPr>
          <p:spPr>
            <a:xfrm>
              <a:off x="5839272" y="1078192"/>
              <a:ext cx="3082407" cy="482728"/>
            </a:xfrm>
            <a:custGeom>
              <a:avLst/>
              <a:gdLst>
                <a:gd name="connsiteX0" fmla="*/ 0 w 3082407"/>
                <a:gd name="connsiteY0" fmla="*/ 9649 h 482728"/>
                <a:gd name="connsiteX1" fmla="*/ 3068949 w 3082407"/>
                <a:gd name="connsiteY1" fmla="*/ 482729 h 482728"/>
                <a:gd name="connsiteX2" fmla="*/ 3077330 w 3082407"/>
                <a:gd name="connsiteY2" fmla="*/ 475999 h 482728"/>
                <a:gd name="connsiteX3" fmla="*/ 3082408 w 3082407"/>
                <a:gd name="connsiteY3" fmla="*/ 474984 h 482728"/>
                <a:gd name="connsiteX4" fmla="*/ 3081773 w 3082407"/>
                <a:gd name="connsiteY4" fmla="*/ 474984 h 482728"/>
                <a:gd name="connsiteX5" fmla="*/ 2285 w 3082407"/>
                <a:gd name="connsiteY5" fmla="*/ 0 h 482728"/>
                <a:gd name="connsiteX6" fmla="*/ 0 w 3082407"/>
                <a:gd name="connsiteY6" fmla="*/ 4825 h 4827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82407" h="482728">
                  <a:moveTo>
                    <a:pt x="0" y="9649"/>
                  </a:moveTo>
                  <a:lnTo>
                    <a:pt x="3068949" y="482729"/>
                  </a:lnTo>
                  <a:lnTo>
                    <a:pt x="3077330" y="475999"/>
                  </a:lnTo>
                  <a:cubicBezTo>
                    <a:pt x="3078739" y="474806"/>
                    <a:pt x="3080656" y="474425"/>
                    <a:pt x="3082408" y="474984"/>
                  </a:cubicBezTo>
                  <a:lnTo>
                    <a:pt x="3081773" y="474984"/>
                  </a:lnTo>
                  <a:lnTo>
                    <a:pt x="2285" y="0"/>
                  </a:lnTo>
                  <a:lnTo>
                    <a:pt x="0" y="4825"/>
                  </a:lnTo>
                  <a:close/>
                </a:path>
              </a:pathLst>
            </a:custGeom>
            <a:solidFill>
              <a:srgbClr val="000000"/>
            </a:solidFill>
            <a:ln w="12690" cap="flat">
              <a:noFill/>
              <a:prstDash val="solid"/>
              <a:miter/>
            </a:ln>
          </p:spPr>
          <p:txBody>
            <a:bodyPr rtlCol="0" anchor="ctr"/>
            <a:lstStyle/>
            <a:p>
              <a:endParaRPr lang="en-US" sz="1350"/>
            </a:p>
          </p:txBody>
        </p:sp>
        <p:sp>
          <p:nvSpPr>
            <p:cNvPr id="576" name="Freeform: Shape 575">
              <a:extLst>
                <a:ext uri="{FF2B5EF4-FFF2-40B4-BE49-F238E27FC236}">
                  <a16:creationId xmlns:a16="http://schemas.microsoft.com/office/drawing/2014/main" id="{851A2706-F22E-4245-BA88-DC99D77E414B}"/>
                </a:ext>
              </a:extLst>
            </p:cNvPr>
            <p:cNvSpPr/>
            <p:nvPr/>
          </p:nvSpPr>
          <p:spPr>
            <a:xfrm>
              <a:off x="8925489" y="155863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cubicBezTo>
                    <a:pt x="0" y="0"/>
                    <a:pt x="0" y="0"/>
                    <a:pt x="0" y="0"/>
                  </a:cubicBezTo>
                  <a:close/>
                </a:path>
              </a:pathLst>
            </a:custGeom>
            <a:solidFill>
              <a:srgbClr val="000000"/>
            </a:solidFill>
            <a:ln w="12690" cap="flat">
              <a:noFill/>
              <a:prstDash val="solid"/>
              <a:miter/>
            </a:ln>
          </p:spPr>
          <p:txBody>
            <a:bodyPr rtlCol="0" anchor="ctr"/>
            <a:lstStyle/>
            <a:p>
              <a:endParaRPr lang="en-US" sz="1350"/>
            </a:p>
          </p:txBody>
        </p:sp>
        <p:sp>
          <p:nvSpPr>
            <p:cNvPr id="577" name="Freeform: Shape 576">
              <a:extLst>
                <a:ext uri="{FF2B5EF4-FFF2-40B4-BE49-F238E27FC236}">
                  <a16:creationId xmlns:a16="http://schemas.microsoft.com/office/drawing/2014/main" id="{47E8660C-2934-424D-8975-FA77D4983B30}"/>
                </a:ext>
              </a:extLst>
            </p:cNvPr>
            <p:cNvSpPr/>
            <p:nvPr/>
          </p:nvSpPr>
          <p:spPr>
            <a:xfrm>
              <a:off x="11524783" y="118560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578" name="Freeform: Shape 577">
              <a:extLst>
                <a:ext uri="{FF2B5EF4-FFF2-40B4-BE49-F238E27FC236}">
                  <a16:creationId xmlns:a16="http://schemas.microsoft.com/office/drawing/2014/main" id="{5025475E-C4F9-444D-900C-5530FCC025E8}"/>
                </a:ext>
              </a:extLst>
            </p:cNvPr>
            <p:cNvSpPr/>
            <p:nvPr/>
          </p:nvSpPr>
          <p:spPr>
            <a:xfrm>
              <a:off x="11454950" y="1184845"/>
              <a:ext cx="62849" cy="64245"/>
            </a:xfrm>
            <a:custGeom>
              <a:avLst/>
              <a:gdLst>
                <a:gd name="connsiteX0" fmla="*/ 62849 w 62849"/>
                <a:gd name="connsiteY0" fmla="*/ 0 h 64245"/>
                <a:gd name="connsiteX1" fmla="*/ 62215 w 62849"/>
                <a:gd name="connsiteY1" fmla="*/ 0 h 64245"/>
                <a:gd name="connsiteX2" fmla="*/ 1524 w 62849"/>
                <a:gd name="connsiteY2" fmla="*/ 49644 h 64245"/>
                <a:gd name="connsiteX3" fmla="*/ 1524 w 62849"/>
                <a:gd name="connsiteY3" fmla="*/ 60563 h 64245"/>
                <a:gd name="connsiteX4" fmla="*/ 1524 w 62849"/>
                <a:gd name="connsiteY4" fmla="*/ 61325 h 64245"/>
                <a:gd name="connsiteX5" fmla="*/ 1524 w 62849"/>
                <a:gd name="connsiteY5" fmla="*/ 62214 h 64245"/>
                <a:gd name="connsiteX6" fmla="*/ 1524 w 62849"/>
                <a:gd name="connsiteY6" fmla="*/ 62214 h 64245"/>
                <a:gd name="connsiteX7" fmla="*/ 0 w 62849"/>
                <a:gd name="connsiteY7" fmla="*/ 64245 h 64245"/>
                <a:gd name="connsiteX8" fmla="*/ 0 w 62849"/>
                <a:gd name="connsiteY8" fmla="*/ 64245 h 64245"/>
                <a:gd name="connsiteX9" fmla="*/ 60691 w 62849"/>
                <a:gd name="connsiteY9" fmla="*/ 14601 h 64245"/>
                <a:gd name="connsiteX10" fmla="*/ 60691 w 62849"/>
                <a:gd name="connsiteY10" fmla="*/ 3682 h 64245"/>
                <a:gd name="connsiteX11" fmla="*/ 62849 w 62849"/>
                <a:gd name="connsiteY11" fmla="*/ 0 h 6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2849" h="64245">
                  <a:moveTo>
                    <a:pt x="62849" y="0"/>
                  </a:moveTo>
                  <a:lnTo>
                    <a:pt x="62215" y="0"/>
                  </a:lnTo>
                  <a:lnTo>
                    <a:pt x="1524" y="49644"/>
                  </a:lnTo>
                  <a:lnTo>
                    <a:pt x="1524" y="60563"/>
                  </a:lnTo>
                  <a:cubicBezTo>
                    <a:pt x="1524" y="60563"/>
                    <a:pt x="1524" y="60563"/>
                    <a:pt x="1524" y="61325"/>
                  </a:cubicBezTo>
                  <a:cubicBezTo>
                    <a:pt x="1524" y="62087"/>
                    <a:pt x="1524" y="61960"/>
                    <a:pt x="1524" y="62214"/>
                  </a:cubicBezTo>
                  <a:lnTo>
                    <a:pt x="1524" y="62214"/>
                  </a:lnTo>
                  <a:cubicBezTo>
                    <a:pt x="1181" y="63001"/>
                    <a:pt x="660" y="63687"/>
                    <a:pt x="0" y="64245"/>
                  </a:cubicBezTo>
                  <a:lnTo>
                    <a:pt x="0" y="64245"/>
                  </a:lnTo>
                  <a:lnTo>
                    <a:pt x="60691" y="14601"/>
                  </a:lnTo>
                  <a:lnTo>
                    <a:pt x="60691" y="3682"/>
                  </a:lnTo>
                  <a:cubicBezTo>
                    <a:pt x="60805" y="2184"/>
                    <a:pt x="61592" y="825"/>
                    <a:pt x="62849" y="0"/>
                  </a:cubicBezTo>
                  <a:close/>
                </a:path>
              </a:pathLst>
            </a:custGeom>
            <a:solidFill>
              <a:srgbClr val="000000"/>
            </a:solidFill>
            <a:ln w="12690" cap="flat">
              <a:noFill/>
              <a:prstDash val="solid"/>
              <a:miter/>
            </a:ln>
          </p:spPr>
          <p:txBody>
            <a:bodyPr rtlCol="0" anchor="ctr"/>
            <a:lstStyle/>
            <a:p>
              <a:endParaRPr lang="en-US" sz="1350"/>
            </a:p>
          </p:txBody>
        </p:sp>
        <p:sp>
          <p:nvSpPr>
            <p:cNvPr id="579" name="Freeform: Shape 578">
              <a:extLst>
                <a:ext uri="{FF2B5EF4-FFF2-40B4-BE49-F238E27FC236}">
                  <a16:creationId xmlns:a16="http://schemas.microsoft.com/office/drawing/2014/main" id="{B60D164B-7B29-4FF3-A199-2A7C1E3CF597}"/>
                </a:ext>
              </a:extLst>
            </p:cNvPr>
            <p:cNvSpPr/>
            <p:nvPr/>
          </p:nvSpPr>
          <p:spPr>
            <a:xfrm>
              <a:off x="11456220" y="1246276"/>
              <a:ext cx="12696" cy="1289"/>
            </a:xfrm>
            <a:custGeom>
              <a:avLst/>
              <a:gdLst>
                <a:gd name="connsiteX0" fmla="*/ 0 w 12696"/>
                <a:gd name="connsiteY0" fmla="*/ 1163 h 1289"/>
                <a:gd name="connsiteX1" fmla="*/ 0 w 12696"/>
                <a:gd name="connsiteY1" fmla="*/ 274 h 1289"/>
                <a:gd name="connsiteX2" fmla="*/ 0 w 12696"/>
                <a:gd name="connsiteY2" fmla="*/ 1290 h 1289"/>
              </a:gdLst>
              <a:ahLst/>
              <a:cxnLst>
                <a:cxn ang="0">
                  <a:pos x="connsiteX0" y="connsiteY0"/>
                </a:cxn>
                <a:cxn ang="0">
                  <a:pos x="connsiteX1" y="connsiteY1"/>
                </a:cxn>
                <a:cxn ang="0">
                  <a:pos x="connsiteX2" y="connsiteY2"/>
                </a:cxn>
              </a:cxnLst>
              <a:rect l="l" t="t" r="r" b="b"/>
              <a:pathLst>
                <a:path w="12696" h="1289">
                  <a:moveTo>
                    <a:pt x="0" y="1163"/>
                  </a:moveTo>
                  <a:cubicBezTo>
                    <a:pt x="0" y="1163"/>
                    <a:pt x="0" y="1163"/>
                    <a:pt x="0" y="274"/>
                  </a:cubicBezTo>
                  <a:cubicBezTo>
                    <a:pt x="0" y="-614"/>
                    <a:pt x="0" y="909"/>
                    <a:pt x="0" y="1290"/>
                  </a:cubicBezTo>
                  <a:close/>
                </a:path>
              </a:pathLst>
            </a:custGeom>
            <a:solidFill>
              <a:srgbClr val="000000"/>
            </a:solidFill>
            <a:ln w="12690" cap="flat">
              <a:noFill/>
              <a:prstDash val="solid"/>
              <a:miter/>
            </a:ln>
          </p:spPr>
          <p:txBody>
            <a:bodyPr rtlCol="0" anchor="ctr"/>
            <a:lstStyle/>
            <a:p>
              <a:endParaRPr lang="en-US" sz="1350"/>
            </a:p>
          </p:txBody>
        </p:sp>
        <p:sp>
          <p:nvSpPr>
            <p:cNvPr id="580" name="Freeform: Shape 579">
              <a:extLst>
                <a:ext uri="{FF2B5EF4-FFF2-40B4-BE49-F238E27FC236}">
                  <a16:creationId xmlns:a16="http://schemas.microsoft.com/office/drawing/2014/main" id="{9BA5C683-F0E6-4E49-AF39-5A5CA0168BC9}"/>
                </a:ext>
              </a:extLst>
            </p:cNvPr>
            <p:cNvSpPr/>
            <p:nvPr/>
          </p:nvSpPr>
          <p:spPr>
            <a:xfrm>
              <a:off x="11314269" y="1198811"/>
              <a:ext cx="136745" cy="51431"/>
            </a:xfrm>
            <a:custGeom>
              <a:avLst/>
              <a:gdLst>
                <a:gd name="connsiteX0" fmla="*/ 131286 w 136745"/>
                <a:gd name="connsiteY0" fmla="*/ 46978 h 51431"/>
                <a:gd name="connsiteX1" fmla="*/ 131286 w 136745"/>
                <a:gd name="connsiteY1" fmla="*/ 39995 h 51431"/>
                <a:gd name="connsiteX2" fmla="*/ 0 w 136745"/>
                <a:gd name="connsiteY2" fmla="*/ 0 h 51431"/>
                <a:gd name="connsiteX3" fmla="*/ 0 w 136745"/>
                <a:gd name="connsiteY3" fmla="*/ 10284 h 51431"/>
                <a:gd name="connsiteX4" fmla="*/ 134967 w 136745"/>
                <a:gd name="connsiteY4" fmla="*/ 51422 h 51431"/>
                <a:gd name="connsiteX5" fmla="*/ 136745 w 136745"/>
                <a:gd name="connsiteY5" fmla="*/ 51422 h 51431"/>
                <a:gd name="connsiteX6" fmla="*/ 131286 w 136745"/>
                <a:gd name="connsiteY6" fmla="*/ 46978 h 514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745" h="51431">
                  <a:moveTo>
                    <a:pt x="131286" y="46978"/>
                  </a:moveTo>
                  <a:lnTo>
                    <a:pt x="131286" y="39995"/>
                  </a:lnTo>
                  <a:lnTo>
                    <a:pt x="0" y="0"/>
                  </a:lnTo>
                  <a:lnTo>
                    <a:pt x="0" y="10284"/>
                  </a:lnTo>
                  <a:lnTo>
                    <a:pt x="134967" y="51422"/>
                  </a:lnTo>
                  <a:lnTo>
                    <a:pt x="136745" y="51422"/>
                  </a:lnTo>
                  <a:cubicBezTo>
                    <a:pt x="134054" y="51587"/>
                    <a:pt x="131679" y="49657"/>
                    <a:pt x="131286" y="46978"/>
                  </a:cubicBezTo>
                  <a:close/>
                </a:path>
              </a:pathLst>
            </a:custGeom>
            <a:solidFill>
              <a:srgbClr val="000000"/>
            </a:solidFill>
            <a:ln w="12690" cap="flat">
              <a:noFill/>
              <a:prstDash val="solid"/>
              <a:miter/>
            </a:ln>
          </p:spPr>
          <p:txBody>
            <a:bodyPr rtlCol="0" anchor="ctr"/>
            <a:lstStyle/>
            <a:p>
              <a:endParaRPr lang="en-US" sz="1350"/>
            </a:p>
          </p:txBody>
        </p:sp>
        <p:sp>
          <p:nvSpPr>
            <p:cNvPr id="581" name="Freeform: Shape 580">
              <a:extLst>
                <a:ext uri="{FF2B5EF4-FFF2-40B4-BE49-F238E27FC236}">
                  <a16:creationId xmlns:a16="http://schemas.microsoft.com/office/drawing/2014/main" id="{AB3DE9B2-4448-4FC7-B443-424CBC1AE4FA}"/>
                </a:ext>
              </a:extLst>
            </p:cNvPr>
            <p:cNvSpPr/>
            <p:nvPr/>
          </p:nvSpPr>
          <p:spPr>
            <a:xfrm>
              <a:off x="11445809" y="1144215"/>
              <a:ext cx="10537" cy="106404"/>
            </a:xfrm>
            <a:custGeom>
              <a:avLst/>
              <a:gdLst>
                <a:gd name="connsiteX0" fmla="*/ 10538 w 10537"/>
                <a:gd name="connsiteY0" fmla="*/ 102335 h 106404"/>
                <a:gd name="connsiteX1" fmla="*/ 10538 w 10537"/>
                <a:gd name="connsiteY1" fmla="*/ 101573 h 106404"/>
                <a:gd name="connsiteX2" fmla="*/ 10538 w 10537"/>
                <a:gd name="connsiteY2" fmla="*/ 0 h 106404"/>
                <a:gd name="connsiteX3" fmla="*/ 8761 w 10537"/>
                <a:gd name="connsiteY3" fmla="*/ 1397 h 106404"/>
                <a:gd name="connsiteX4" fmla="*/ 8761 w 10537"/>
                <a:gd name="connsiteY4" fmla="*/ 1397 h 106404"/>
                <a:gd name="connsiteX5" fmla="*/ 5460 w 10537"/>
                <a:gd name="connsiteY5" fmla="*/ 2539 h 106404"/>
                <a:gd name="connsiteX6" fmla="*/ 3682 w 10537"/>
                <a:gd name="connsiteY6" fmla="*/ 2539 h 106404"/>
                <a:gd name="connsiteX7" fmla="*/ 0 w 10537"/>
                <a:gd name="connsiteY7" fmla="*/ 1524 h 106404"/>
                <a:gd name="connsiteX8" fmla="*/ 0 w 10537"/>
                <a:gd name="connsiteY8" fmla="*/ 101447 h 106404"/>
                <a:gd name="connsiteX9" fmla="*/ 5446 w 10537"/>
                <a:gd name="connsiteY9" fmla="*/ 106398 h 106404"/>
                <a:gd name="connsiteX10" fmla="*/ 5460 w 10537"/>
                <a:gd name="connsiteY10" fmla="*/ 106398 h 106404"/>
                <a:gd name="connsiteX11" fmla="*/ 8252 w 10537"/>
                <a:gd name="connsiteY11" fmla="*/ 105636 h 106404"/>
                <a:gd name="connsiteX12" fmla="*/ 8252 w 10537"/>
                <a:gd name="connsiteY12" fmla="*/ 105636 h 106404"/>
                <a:gd name="connsiteX13" fmla="*/ 8252 w 10537"/>
                <a:gd name="connsiteY13" fmla="*/ 105636 h 106404"/>
                <a:gd name="connsiteX14" fmla="*/ 9776 w 10537"/>
                <a:gd name="connsiteY14" fmla="*/ 103605 h 106404"/>
                <a:gd name="connsiteX15" fmla="*/ 10538 w 10537"/>
                <a:gd name="connsiteY15" fmla="*/ 102335 h 106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537" h="106404">
                  <a:moveTo>
                    <a:pt x="10538" y="102335"/>
                  </a:moveTo>
                  <a:cubicBezTo>
                    <a:pt x="10538" y="102335"/>
                    <a:pt x="10538" y="102335"/>
                    <a:pt x="10538" y="101573"/>
                  </a:cubicBezTo>
                  <a:lnTo>
                    <a:pt x="10538" y="0"/>
                  </a:lnTo>
                  <a:lnTo>
                    <a:pt x="8761" y="1397"/>
                  </a:lnTo>
                  <a:lnTo>
                    <a:pt x="8761" y="1397"/>
                  </a:lnTo>
                  <a:cubicBezTo>
                    <a:pt x="7821" y="2133"/>
                    <a:pt x="6653" y="2527"/>
                    <a:pt x="5460" y="2539"/>
                  </a:cubicBezTo>
                  <a:cubicBezTo>
                    <a:pt x="4875" y="2666"/>
                    <a:pt x="4266" y="2666"/>
                    <a:pt x="3682" y="2539"/>
                  </a:cubicBezTo>
                  <a:lnTo>
                    <a:pt x="0" y="1524"/>
                  </a:lnTo>
                  <a:lnTo>
                    <a:pt x="0" y="101447"/>
                  </a:lnTo>
                  <a:cubicBezTo>
                    <a:pt x="139" y="104316"/>
                    <a:pt x="2577" y="106538"/>
                    <a:pt x="5446" y="106398"/>
                  </a:cubicBezTo>
                  <a:cubicBezTo>
                    <a:pt x="5446" y="106398"/>
                    <a:pt x="5460" y="106398"/>
                    <a:pt x="5460" y="106398"/>
                  </a:cubicBezTo>
                  <a:cubicBezTo>
                    <a:pt x="6437" y="106347"/>
                    <a:pt x="7389" y="106081"/>
                    <a:pt x="8252" y="105636"/>
                  </a:cubicBezTo>
                  <a:lnTo>
                    <a:pt x="8252" y="105636"/>
                  </a:lnTo>
                  <a:lnTo>
                    <a:pt x="8252" y="105636"/>
                  </a:lnTo>
                  <a:cubicBezTo>
                    <a:pt x="8900" y="105078"/>
                    <a:pt x="9433" y="104392"/>
                    <a:pt x="9776" y="103605"/>
                  </a:cubicBezTo>
                  <a:cubicBezTo>
                    <a:pt x="9776" y="103605"/>
                    <a:pt x="10411" y="102716"/>
                    <a:pt x="10538" y="102335"/>
                  </a:cubicBezTo>
                  <a:close/>
                </a:path>
              </a:pathLst>
            </a:custGeom>
            <a:solidFill>
              <a:srgbClr val="000000"/>
            </a:solidFill>
            <a:ln w="12690" cap="flat">
              <a:noFill/>
              <a:prstDash val="solid"/>
              <a:miter/>
            </a:ln>
          </p:spPr>
          <p:txBody>
            <a:bodyPr rtlCol="0" anchor="ctr"/>
            <a:lstStyle/>
            <a:p>
              <a:endParaRPr lang="en-US" sz="1350"/>
            </a:p>
          </p:txBody>
        </p:sp>
        <p:sp>
          <p:nvSpPr>
            <p:cNvPr id="582" name="Freeform: Shape 581">
              <a:extLst>
                <a:ext uri="{FF2B5EF4-FFF2-40B4-BE49-F238E27FC236}">
                  <a16:creationId xmlns:a16="http://schemas.microsoft.com/office/drawing/2014/main" id="{FAB2F728-3C32-4318-AC0A-B150D6855D1D}"/>
                </a:ext>
              </a:extLst>
            </p:cNvPr>
            <p:cNvSpPr/>
            <p:nvPr/>
          </p:nvSpPr>
          <p:spPr>
            <a:xfrm>
              <a:off x="11314396" y="1095460"/>
              <a:ext cx="136617" cy="51516"/>
            </a:xfrm>
            <a:custGeom>
              <a:avLst/>
              <a:gdLst>
                <a:gd name="connsiteX0" fmla="*/ 133063 w 136617"/>
                <a:gd name="connsiteY0" fmla="*/ 43169 h 51516"/>
                <a:gd name="connsiteX1" fmla="*/ 135476 w 136617"/>
                <a:gd name="connsiteY1" fmla="*/ 41264 h 51516"/>
                <a:gd name="connsiteX2" fmla="*/ 0 w 136617"/>
                <a:gd name="connsiteY2" fmla="*/ 0 h 51516"/>
                <a:gd name="connsiteX3" fmla="*/ 0 w 136617"/>
                <a:gd name="connsiteY3" fmla="*/ 10411 h 51516"/>
                <a:gd name="connsiteX4" fmla="*/ 131158 w 136617"/>
                <a:gd name="connsiteY4" fmla="*/ 50406 h 51516"/>
                <a:gd name="connsiteX5" fmla="*/ 134840 w 136617"/>
                <a:gd name="connsiteY5" fmla="*/ 51422 h 51516"/>
                <a:gd name="connsiteX6" fmla="*/ 136618 w 136617"/>
                <a:gd name="connsiteY6" fmla="*/ 51422 h 51516"/>
                <a:gd name="connsiteX7" fmla="*/ 132555 w 136617"/>
                <a:gd name="connsiteY7" fmla="*/ 49771 h 51516"/>
                <a:gd name="connsiteX8" fmla="*/ 132885 w 136617"/>
                <a:gd name="connsiteY8" fmla="*/ 43321 h 51516"/>
                <a:gd name="connsiteX9" fmla="*/ 133063 w 136617"/>
                <a:gd name="connsiteY9" fmla="*/ 43169 h 515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6617" h="51516">
                  <a:moveTo>
                    <a:pt x="133063" y="43169"/>
                  </a:moveTo>
                  <a:lnTo>
                    <a:pt x="135476" y="41264"/>
                  </a:lnTo>
                  <a:lnTo>
                    <a:pt x="0" y="0"/>
                  </a:lnTo>
                  <a:lnTo>
                    <a:pt x="0" y="10411"/>
                  </a:lnTo>
                  <a:lnTo>
                    <a:pt x="131158" y="50406"/>
                  </a:lnTo>
                  <a:lnTo>
                    <a:pt x="134840" y="51422"/>
                  </a:lnTo>
                  <a:cubicBezTo>
                    <a:pt x="135425" y="51549"/>
                    <a:pt x="136034" y="51549"/>
                    <a:pt x="136618" y="51422"/>
                  </a:cubicBezTo>
                  <a:cubicBezTo>
                    <a:pt x="135094" y="51485"/>
                    <a:pt x="133609" y="50876"/>
                    <a:pt x="132555" y="49771"/>
                  </a:cubicBezTo>
                  <a:cubicBezTo>
                    <a:pt x="130866" y="47892"/>
                    <a:pt x="131019" y="45010"/>
                    <a:pt x="132885" y="43321"/>
                  </a:cubicBezTo>
                  <a:cubicBezTo>
                    <a:pt x="132949" y="43270"/>
                    <a:pt x="133000" y="43219"/>
                    <a:pt x="133063" y="43169"/>
                  </a:cubicBezTo>
                  <a:close/>
                </a:path>
              </a:pathLst>
            </a:custGeom>
            <a:solidFill>
              <a:srgbClr val="000000"/>
            </a:solidFill>
            <a:ln w="12690" cap="flat">
              <a:noFill/>
              <a:prstDash val="solid"/>
              <a:miter/>
            </a:ln>
          </p:spPr>
          <p:txBody>
            <a:bodyPr rtlCol="0" anchor="ctr"/>
            <a:lstStyle/>
            <a:p>
              <a:endParaRPr lang="en-US" sz="1350"/>
            </a:p>
          </p:txBody>
        </p:sp>
        <p:sp>
          <p:nvSpPr>
            <p:cNvPr id="583" name="Freeform: Shape 582">
              <a:extLst>
                <a:ext uri="{FF2B5EF4-FFF2-40B4-BE49-F238E27FC236}">
                  <a16:creationId xmlns:a16="http://schemas.microsoft.com/office/drawing/2014/main" id="{BDA095EC-B11E-4EB7-BF5B-85AA4DBD80FF}"/>
                </a:ext>
              </a:extLst>
            </p:cNvPr>
            <p:cNvSpPr/>
            <p:nvPr/>
          </p:nvSpPr>
          <p:spPr>
            <a:xfrm>
              <a:off x="11451141" y="1145993"/>
              <a:ext cx="3301" cy="1142"/>
            </a:xfrm>
            <a:custGeom>
              <a:avLst/>
              <a:gdLst>
                <a:gd name="connsiteX0" fmla="*/ 3301 w 3301"/>
                <a:gd name="connsiteY0" fmla="*/ 0 h 1142"/>
                <a:gd name="connsiteX1" fmla="*/ 0 w 3301"/>
                <a:gd name="connsiteY1" fmla="*/ 1143 h 1142"/>
                <a:gd name="connsiteX2" fmla="*/ 3301 w 3301"/>
                <a:gd name="connsiteY2" fmla="*/ 0 h 1142"/>
              </a:gdLst>
              <a:ahLst/>
              <a:cxnLst>
                <a:cxn ang="0">
                  <a:pos x="connsiteX0" y="connsiteY0"/>
                </a:cxn>
                <a:cxn ang="0">
                  <a:pos x="connsiteX1" y="connsiteY1"/>
                </a:cxn>
                <a:cxn ang="0">
                  <a:pos x="connsiteX2" y="connsiteY2"/>
                </a:cxn>
              </a:cxnLst>
              <a:rect l="l" t="t" r="r" b="b"/>
              <a:pathLst>
                <a:path w="3301" h="1142">
                  <a:moveTo>
                    <a:pt x="3301" y="0"/>
                  </a:moveTo>
                  <a:cubicBezTo>
                    <a:pt x="2361" y="736"/>
                    <a:pt x="1193" y="1130"/>
                    <a:pt x="0" y="1143"/>
                  </a:cubicBezTo>
                  <a:cubicBezTo>
                    <a:pt x="1193" y="1130"/>
                    <a:pt x="2361" y="736"/>
                    <a:pt x="3301" y="0"/>
                  </a:cubicBezTo>
                  <a:close/>
                </a:path>
              </a:pathLst>
            </a:custGeom>
            <a:solidFill>
              <a:srgbClr val="000000"/>
            </a:solidFill>
            <a:ln w="12690" cap="flat">
              <a:noFill/>
              <a:prstDash val="solid"/>
              <a:miter/>
            </a:ln>
          </p:spPr>
          <p:txBody>
            <a:bodyPr rtlCol="0" anchor="ctr"/>
            <a:lstStyle/>
            <a:p>
              <a:endParaRPr lang="en-US" sz="1350"/>
            </a:p>
          </p:txBody>
        </p:sp>
        <p:sp>
          <p:nvSpPr>
            <p:cNvPr id="584" name="Freeform: Shape 583">
              <a:extLst>
                <a:ext uri="{FF2B5EF4-FFF2-40B4-BE49-F238E27FC236}">
                  <a16:creationId xmlns:a16="http://schemas.microsoft.com/office/drawing/2014/main" id="{44AC4327-2457-4D5A-A280-A716BD0AA1B4}"/>
                </a:ext>
              </a:extLst>
            </p:cNvPr>
            <p:cNvSpPr/>
            <p:nvPr/>
          </p:nvSpPr>
          <p:spPr>
            <a:xfrm>
              <a:off x="11824682" y="837096"/>
              <a:ext cx="761" cy="112"/>
            </a:xfrm>
            <a:custGeom>
              <a:avLst/>
              <a:gdLst>
                <a:gd name="connsiteX0" fmla="*/ 762 w 761"/>
                <a:gd name="connsiteY0" fmla="*/ 113 h 112"/>
                <a:gd name="connsiteX1" fmla="*/ 0 w 761"/>
                <a:gd name="connsiteY1" fmla="*/ 113 h 112"/>
                <a:gd name="connsiteX2" fmla="*/ 0 w 761"/>
                <a:gd name="connsiteY2" fmla="*/ 113 h 112"/>
                <a:gd name="connsiteX3" fmla="*/ 762 w 761"/>
                <a:gd name="connsiteY3" fmla="*/ 113 h 112"/>
              </a:gdLst>
              <a:ahLst/>
              <a:cxnLst>
                <a:cxn ang="0">
                  <a:pos x="connsiteX0" y="connsiteY0"/>
                </a:cxn>
                <a:cxn ang="0">
                  <a:pos x="connsiteX1" y="connsiteY1"/>
                </a:cxn>
                <a:cxn ang="0">
                  <a:pos x="connsiteX2" y="connsiteY2"/>
                </a:cxn>
                <a:cxn ang="0">
                  <a:pos x="connsiteX3" y="connsiteY3"/>
                </a:cxn>
              </a:cxnLst>
              <a:rect l="l" t="t" r="r" b="b"/>
              <a:pathLst>
                <a:path w="761" h="112">
                  <a:moveTo>
                    <a:pt x="762" y="113"/>
                  </a:moveTo>
                  <a:cubicBezTo>
                    <a:pt x="762" y="113"/>
                    <a:pt x="762" y="113"/>
                    <a:pt x="0" y="113"/>
                  </a:cubicBezTo>
                  <a:lnTo>
                    <a:pt x="0" y="113"/>
                  </a:lnTo>
                  <a:cubicBezTo>
                    <a:pt x="0" y="113"/>
                    <a:pt x="635" y="-141"/>
                    <a:pt x="762" y="113"/>
                  </a:cubicBezTo>
                  <a:close/>
                </a:path>
              </a:pathLst>
            </a:custGeom>
            <a:solidFill>
              <a:srgbClr val="000000"/>
            </a:solidFill>
            <a:ln w="12690" cap="flat">
              <a:noFill/>
              <a:prstDash val="solid"/>
              <a:miter/>
            </a:ln>
          </p:spPr>
          <p:txBody>
            <a:bodyPr rtlCol="0" anchor="ctr"/>
            <a:lstStyle/>
            <a:p>
              <a:endParaRPr lang="en-US" sz="1350"/>
            </a:p>
          </p:txBody>
        </p:sp>
        <p:sp>
          <p:nvSpPr>
            <p:cNvPr id="585" name="Freeform: Shape 584">
              <a:extLst>
                <a:ext uri="{FF2B5EF4-FFF2-40B4-BE49-F238E27FC236}">
                  <a16:creationId xmlns:a16="http://schemas.microsoft.com/office/drawing/2014/main" id="{8BA86C55-201D-4337-AB76-A435B2B64EF3}"/>
                </a:ext>
              </a:extLst>
            </p:cNvPr>
            <p:cNvSpPr/>
            <p:nvPr/>
          </p:nvSpPr>
          <p:spPr>
            <a:xfrm>
              <a:off x="11826460" y="837971"/>
              <a:ext cx="12696" cy="761"/>
            </a:xfrm>
            <a:custGeom>
              <a:avLst/>
              <a:gdLst>
                <a:gd name="connsiteX0" fmla="*/ 0 w 12696"/>
                <a:gd name="connsiteY0" fmla="*/ 762 h 761"/>
                <a:gd name="connsiteX1" fmla="*/ 0 w 12696"/>
                <a:gd name="connsiteY1" fmla="*/ 0 h 761"/>
                <a:gd name="connsiteX2" fmla="*/ 0 w 12696"/>
                <a:gd name="connsiteY2" fmla="*/ 0 h 761"/>
              </a:gdLst>
              <a:ahLst/>
              <a:cxnLst>
                <a:cxn ang="0">
                  <a:pos x="connsiteX0" y="connsiteY0"/>
                </a:cxn>
                <a:cxn ang="0">
                  <a:pos x="connsiteX1" y="connsiteY1"/>
                </a:cxn>
                <a:cxn ang="0">
                  <a:pos x="connsiteX2" y="connsiteY2"/>
                </a:cxn>
              </a:cxnLst>
              <a:rect l="l" t="t" r="r" b="b"/>
              <a:pathLst>
                <a:path w="12696" h="761">
                  <a:moveTo>
                    <a:pt x="0" y="762"/>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586" name="Freeform: Shape 585">
              <a:extLst>
                <a:ext uri="{FF2B5EF4-FFF2-40B4-BE49-F238E27FC236}">
                  <a16:creationId xmlns:a16="http://schemas.microsoft.com/office/drawing/2014/main" id="{245BD389-1219-4FF1-A2C0-026F97288269}"/>
                </a:ext>
              </a:extLst>
            </p:cNvPr>
            <p:cNvSpPr/>
            <p:nvPr/>
          </p:nvSpPr>
          <p:spPr>
            <a:xfrm>
              <a:off x="11827221" y="839748"/>
              <a:ext cx="38" cy="761"/>
            </a:xfrm>
            <a:custGeom>
              <a:avLst/>
              <a:gdLst>
                <a:gd name="connsiteX0" fmla="*/ 0 w 38"/>
                <a:gd name="connsiteY0" fmla="*/ 762 h 761"/>
                <a:gd name="connsiteX1" fmla="*/ 0 w 38"/>
                <a:gd name="connsiteY1" fmla="*/ 0 h 761"/>
                <a:gd name="connsiteX2" fmla="*/ 0 w 38"/>
                <a:gd name="connsiteY2" fmla="*/ 0 h 761"/>
                <a:gd name="connsiteX3" fmla="*/ 0 w 38"/>
                <a:gd name="connsiteY3" fmla="*/ 762 h 761"/>
              </a:gdLst>
              <a:ahLst/>
              <a:cxnLst>
                <a:cxn ang="0">
                  <a:pos x="connsiteX0" y="connsiteY0"/>
                </a:cxn>
                <a:cxn ang="0">
                  <a:pos x="connsiteX1" y="connsiteY1"/>
                </a:cxn>
                <a:cxn ang="0">
                  <a:pos x="connsiteX2" y="connsiteY2"/>
                </a:cxn>
                <a:cxn ang="0">
                  <a:pos x="connsiteX3" y="connsiteY3"/>
                </a:cxn>
              </a:cxnLst>
              <a:rect l="l" t="t" r="r" b="b"/>
              <a:pathLst>
                <a:path w="38" h="761">
                  <a:moveTo>
                    <a:pt x="0" y="762"/>
                  </a:moveTo>
                  <a:cubicBezTo>
                    <a:pt x="51" y="508"/>
                    <a:pt x="51" y="254"/>
                    <a:pt x="0" y="0"/>
                  </a:cubicBezTo>
                  <a:lnTo>
                    <a:pt x="0" y="0"/>
                  </a:lnTo>
                  <a:cubicBezTo>
                    <a:pt x="0" y="0"/>
                    <a:pt x="0" y="635"/>
                    <a:pt x="0" y="762"/>
                  </a:cubicBezTo>
                  <a:close/>
                </a:path>
              </a:pathLst>
            </a:custGeom>
            <a:solidFill>
              <a:srgbClr val="000000"/>
            </a:solidFill>
            <a:ln w="12690" cap="flat">
              <a:noFill/>
              <a:prstDash val="solid"/>
              <a:miter/>
            </a:ln>
          </p:spPr>
          <p:txBody>
            <a:bodyPr rtlCol="0" anchor="ctr"/>
            <a:lstStyle/>
            <a:p>
              <a:endParaRPr lang="en-US" sz="1350"/>
            </a:p>
          </p:txBody>
        </p:sp>
        <p:sp>
          <p:nvSpPr>
            <p:cNvPr id="587" name="Freeform: Shape 586">
              <a:extLst>
                <a:ext uri="{FF2B5EF4-FFF2-40B4-BE49-F238E27FC236}">
                  <a16:creationId xmlns:a16="http://schemas.microsoft.com/office/drawing/2014/main" id="{BB2DA4D3-F128-4DAF-A6B6-3076BE338450}"/>
                </a:ext>
              </a:extLst>
            </p:cNvPr>
            <p:cNvSpPr/>
            <p:nvPr/>
          </p:nvSpPr>
          <p:spPr>
            <a:xfrm>
              <a:off x="11607441" y="772710"/>
              <a:ext cx="214955" cy="69070"/>
            </a:xfrm>
            <a:custGeom>
              <a:avLst/>
              <a:gdLst>
                <a:gd name="connsiteX0" fmla="*/ 5331 w 214955"/>
                <a:gd name="connsiteY0" fmla="*/ 0 h 69070"/>
                <a:gd name="connsiteX1" fmla="*/ 4315 w 214955"/>
                <a:gd name="connsiteY1" fmla="*/ 0 h 69070"/>
                <a:gd name="connsiteX2" fmla="*/ 3299 w 214955"/>
                <a:gd name="connsiteY2" fmla="*/ 0 h 69070"/>
                <a:gd name="connsiteX3" fmla="*/ 2410 w 214955"/>
                <a:gd name="connsiteY3" fmla="*/ 0 h 69070"/>
                <a:gd name="connsiteX4" fmla="*/ 252 w 214955"/>
                <a:gd name="connsiteY4" fmla="*/ 2412 h 69070"/>
                <a:gd name="connsiteX5" fmla="*/ 3198 w 214955"/>
                <a:gd name="connsiteY5" fmla="*/ 8367 h 69070"/>
                <a:gd name="connsiteX6" fmla="*/ 3680 w 214955"/>
                <a:gd name="connsiteY6" fmla="*/ 8507 h 69070"/>
                <a:gd name="connsiteX7" fmla="*/ 6728 w 214955"/>
                <a:gd name="connsiteY7" fmla="*/ 9396 h 69070"/>
                <a:gd name="connsiteX8" fmla="*/ 203782 w 214955"/>
                <a:gd name="connsiteY8" fmla="*/ 69070 h 69070"/>
                <a:gd name="connsiteX9" fmla="*/ 210765 w 214955"/>
                <a:gd name="connsiteY9" fmla="*/ 63484 h 69070"/>
                <a:gd name="connsiteX10" fmla="*/ 210765 w 214955"/>
                <a:gd name="connsiteY10" fmla="*/ 63484 h 69070"/>
                <a:gd name="connsiteX11" fmla="*/ 211781 w 214955"/>
                <a:gd name="connsiteY11" fmla="*/ 63484 h 69070"/>
                <a:gd name="connsiteX12" fmla="*/ 212924 w 214955"/>
                <a:gd name="connsiteY12" fmla="*/ 63484 h 69070"/>
                <a:gd name="connsiteX13" fmla="*/ 213939 w 214955"/>
                <a:gd name="connsiteY13" fmla="*/ 63484 h 69070"/>
                <a:gd name="connsiteX14" fmla="*/ 214955 w 214955"/>
                <a:gd name="connsiteY14" fmla="*/ 63484 h 69070"/>
                <a:gd name="connsiteX15" fmla="*/ 214955 w 214955"/>
                <a:gd name="connsiteY15" fmla="*/ 63484 h 69070"/>
                <a:gd name="connsiteX16" fmla="*/ 5965 w 214955"/>
                <a:gd name="connsiteY16" fmla="*/ 0 h 69070"/>
                <a:gd name="connsiteX17" fmla="*/ 4188 w 214955"/>
                <a:gd name="connsiteY17" fmla="*/ 0 h 69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214955" h="69070">
                  <a:moveTo>
                    <a:pt x="5331" y="0"/>
                  </a:moveTo>
                  <a:lnTo>
                    <a:pt x="4315" y="0"/>
                  </a:lnTo>
                  <a:lnTo>
                    <a:pt x="3299" y="0"/>
                  </a:lnTo>
                  <a:lnTo>
                    <a:pt x="2410" y="0"/>
                  </a:lnTo>
                  <a:cubicBezTo>
                    <a:pt x="1408" y="508"/>
                    <a:pt x="646" y="1371"/>
                    <a:pt x="252" y="2412"/>
                  </a:cubicBezTo>
                  <a:cubicBezTo>
                    <a:pt x="-586" y="4876"/>
                    <a:pt x="734" y="7542"/>
                    <a:pt x="3198" y="8367"/>
                  </a:cubicBezTo>
                  <a:cubicBezTo>
                    <a:pt x="3350" y="8431"/>
                    <a:pt x="3515" y="8469"/>
                    <a:pt x="3680" y="8507"/>
                  </a:cubicBezTo>
                  <a:lnTo>
                    <a:pt x="6728" y="9396"/>
                  </a:lnTo>
                  <a:lnTo>
                    <a:pt x="203782" y="69070"/>
                  </a:lnTo>
                  <a:lnTo>
                    <a:pt x="210765" y="63484"/>
                  </a:lnTo>
                  <a:lnTo>
                    <a:pt x="210765" y="63484"/>
                  </a:lnTo>
                  <a:lnTo>
                    <a:pt x="211781" y="63484"/>
                  </a:lnTo>
                  <a:lnTo>
                    <a:pt x="212924" y="63484"/>
                  </a:lnTo>
                  <a:lnTo>
                    <a:pt x="213939" y="63484"/>
                  </a:lnTo>
                  <a:lnTo>
                    <a:pt x="214955" y="63484"/>
                  </a:lnTo>
                  <a:lnTo>
                    <a:pt x="214955" y="63484"/>
                  </a:lnTo>
                  <a:lnTo>
                    <a:pt x="5965" y="0"/>
                  </a:lnTo>
                  <a:lnTo>
                    <a:pt x="4188" y="0"/>
                  </a:lnTo>
                  <a:close/>
                </a:path>
              </a:pathLst>
            </a:custGeom>
            <a:solidFill>
              <a:srgbClr val="000000"/>
            </a:solidFill>
            <a:ln w="12690" cap="flat">
              <a:noFill/>
              <a:prstDash val="solid"/>
              <a:miter/>
            </a:ln>
          </p:spPr>
          <p:txBody>
            <a:bodyPr rtlCol="0" anchor="ctr"/>
            <a:lstStyle/>
            <a:p>
              <a:endParaRPr lang="en-US" sz="1350"/>
            </a:p>
          </p:txBody>
        </p:sp>
        <p:sp>
          <p:nvSpPr>
            <p:cNvPr id="588" name="Freeform: Shape 587">
              <a:extLst>
                <a:ext uri="{FF2B5EF4-FFF2-40B4-BE49-F238E27FC236}">
                  <a16:creationId xmlns:a16="http://schemas.microsoft.com/office/drawing/2014/main" id="{3F70F715-DD14-4EF5-81B4-4487578EDD35}"/>
                </a:ext>
              </a:extLst>
            </p:cNvPr>
            <p:cNvSpPr/>
            <p:nvPr/>
          </p:nvSpPr>
          <p:spPr>
            <a:xfrm>
              <a:off x="11823031" y="836320"/>
              <a:ext cx="1015" cy="12696"/>
            </a:xfrm>
            <a:custGeom>
              <a:avLst/>
              <a:gdLst>
                <a:gd name="connsiteX0" fmla="*/ 1016 w 1015"/>
                <a:gd name="connsiteY0" fmla="*/ 0 h 12696"/>
                <a:gd name="connsiteX1" fmla="*/ 0 w 1015"/>
                <a:gd name="connsiteY1" fmla="*/ 0 h 12696"/>
              </a:gdLst>
              <a:ahLst/>
              <a:cxnLst>
                <a:cxn ang="0">
                  <a:pos x="connsiteX0" y="connsiteY0"/>
                </a:cxn>
                <a:cxn ang="0">
                  <a:pos x="connsiteX1" y="connsiteY1"/>
                </a:cxn>
              </a:cxnLst>
              <a:rect l="l" t="t" r="r" b="b"/>
              <a:pathLst>
                <a:path w="1015" h="12696">
                  <a:moveTo>
                    <a:pt x="1016"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589" name="Freeform: Shape 588">
              <a:extLst>
                <a:ext uri="{FF2B5EF4-FFF2-40B4-BE49-F238E27FC236}">
                  <a16:creationId xmlns:a16="http://schemas.microsoft.com/office/drawing/2014/main" id="{E77407F8-1976-435F-A68A-5CD4B4DBCE1C}"/>
                </a:ext>
              </a:extLst>
            </p:cNvPr>
            <p:cNvSpPr/>
            <p:nvPr/>
          </p:nvSpPr>
          <p:spPr>
            <a:xfrm>
              <a:off x="11821762" y="835812"/>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590" name="Freeform: Shape 589">
              <a:extLst>
                <a:ext uri="{FF2B5EF4-FFF2-40B4-BE49-F238E27FC236}">
                  <a16:creationId xmlns:a16="http://schemas.microsoft.com/office/drawing/2014/main" id="{A9DB3EA9-7164-4EC5-913F-8863ED6E91F9}"/>
                </a:ext>
              </a:extLst>
            </p:cNvPr>
            <p:cNvSpPr/>
            <p:nvPr/>
          </p:nvSpPr>
          <p:spPr>
            <a:xfrm>
              <a:off x="11816429" y="840637"/>
              <a:ext cx="10796" cy="57135"/>
            </a:xfrm>
            <a:custGeom>
              <a:avLst/>
              <a:gdLst>
                <a:gd name="connsiteX0" fmla="*/ 9014 w 10796"/>
                <a:gd name="connsiteY0" fmla="*/ 3809 h 57135"/>
                <a:gd name="connsiteX1" fmla="*/ 0 w 10796"/>
                <a:gd name="connsiteY1" fmla="*/ 11046 h 57135"/>
                <a:gd name="connsiteX2" fmla="*/ 0 w 10796"/>
                <a:gd name="connsiteY2" fmla="*/ 57135 h 57135"/>
                <a:gd name="connsiteX3" fmla="*/ 1524 w 10796"/>
                <a:gd name="connsiteY3" fmla="*/ 55739 h 57135"/>
                <a:gd name="connsiteX4" fmla="*/ 1524 w 10796"/>
                <a:gd name="connsiteY4" fmla="*/ 55739 h 57135"/>
                <a:gd name="connsiteX5" fmla="*/ 10792 w 10796"/>
                <a:gd name="connsiteY5" fmla="*/ 47613 h 57135"/>
                <a:gd name="connsiteX6" fmla="*/ 10792 w 10796"/>
                <a:gd name="connsiteY6" fmla="*/ 0 h 57135"/>
                <a:gd name="connsiteX7" fmla="*/ 10792 w 10796"/>
                <a:gd name="connsiteY7" fmla="*/ 0 h 57135"/>
                <a:gd name="connsiteX8" fmla="*/ 9014 w 10796"/>
                <a:gd name="connsiteY8" fmla="*/ 3809 h 571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796" h="57135">
                  <a:moveTo>
                    <a:pt x="9014" y="3809"/>
                  </a:moveTo>
                  <a:lnTo>
                    <a:pt x="0" y="11046"/>
                  </a:lnTo>
                  <a:lnTo>
                    <a:pt x="0" y="57135"/>
                  </a:lnTo>
                  <a:lnTo>
                    <a:pt x="1524" y="55739"/>
                  </a:lnTo>
                  <a:lnTo>
                    <a:pt x="1524" y="55739"/>
                  </a:lnTo>
                  <a:lnTo>
                    <a:pt x="10792" y="47613"/>
                  </a:lnTo>
                  <a:lnTo>
                    <a:pt x="10792" y="0"/>
                  </a:lnTo>
                  <a:cubicBezTo>
                    <a:pt x="10792" y="0"/>
                    <a:pt x="10792" y="0"/>
                    <a:pt x="10792" y="0"/>
                  </a:cubicBezTo>
                  <a:cubicBezTo>
                    <a:pt x="10856" y="1486"/>
                    <a:pt x="10195" y="2908"/>
                    <a:pt x="9014" y="3809"/>
                  </a:cubicBezTo>
                  <a:close/>
                </a:path>
              </a:pathLst>
            </a:custGeom>
            <a:solidFill>
              <a:srgbClr val="000000"/>
            </a:solidFill>
            <a:ln w="12690" cap="flat">
              <a:noFill/>
              <a:prstDash val="solid"/>
              <a:miter/>
            </a:ln>
          </p:spPr>
          <p:txBody>
            <a:bodyPr rtlCol="0" anchor="ctr"/>
            <a:lstStyle/>
            <a:p>
              <a:endParaRPr lang="en-US" sz="1350"/>
            </a:p>
          </p:txBody>
        </p:sp>
        <p:sp>
          <p:nvSpPr>
            <p:cNvPr id="591" name="Freeform: Shape 590">
              <a:extLst>
                <a:ext uri="{FF2B5EF4-FFF2-40B4-BE49-F238E27FC236}">
                  <a16:creationId xmlns:a16="http://schemas.microsoft.com/office/drawing/2014/main" id="{12F5818C-E85F-4390-8E48-AB01B0FBC282}"/>
                </a:ext>
              </a:extLst>
            </p:cNvPr>
            <p:cNvSpPr/>
            <p:nvPr/>
          </p:nvSpPr>
          <p:spPr>
            <a:xfrm>
              <a:off x="11825698" y="83733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cubicBezTo>
                    <a:pt x="0" y="0"/>
                    <a:pt x="0" y="0"/>
                    <a:pt x="0" y="0"/>
                  </a:cubicBezTo>
                  <a:close/>
                </a:path>
              </a:pathLst>
            </a:custGeom>
            <a:solidFill>
              <a:srgbClr val="000000"/>
            </a:solidFill>
            <a:ln w="12690" cap="flat">
              <a:noFill/>
              <a:prstDash val="solid"/>
              <a:miter/>
            </a:ln>
          </p:spPr>
          <p:txBody>
            <a:bodyPr rtlCol="0" anchor="ctr"/>
            <a:lstStyle/>
            <a:p>
              <a:endParaRPr lang="en-US" sz="1350"/>
            </a:p>
          </p:txBody>
        </p:sp>
        <p:sp>
          <p:nvSpPr>
            <p:cNvPr id="592" name="Freeform: Shape 591">
              <a:extLst>
                <a:ext uri="{FF2B5EF4-FFF2-40B4-BE49-F238E27FC236}">
                  <a16:creationId xmlns:a16="http://schemas.microsoft.com/office/drawing/2014/main" id="{4B3BF30F-7B0C-4BAB-B653-181E409E56DB}"/>
                </a:ext>
              </a:extLst>
            </p:cNvPr>
            <p:cNvSpPr/>
            <p:nvPr/>
          </p:nvSpPr>
          <p:spPr>
            <a:xfrm>
              <a:off x="11826460" y="838352"/>
              <a:ext cx="12696" cy="634"/>
            </a:xfrm>
            <a:custGeom>
              <a:avLst/>
              <a:gdLst>
                <a:gd name="connsiteX0" fmla="*/ 0 w 12696"/>
                <a:gd name="connsiteY0" fmla="*/ 635 h 634"/>
                <a:gd name="connsiteX1" fmla="*/ 0 w 12696"/>
                <a:gd name="connsiteY1" fmla="*/ 635 h 634"/>
                <a:gd name="connsiteX2" fmla="*/ 0 w 12696"/>
                <a:gd name="connsiteY2" fmla="*/ 0 h 634"/>
              </a:gdLst>
              <a:ahLst/>
              <a:cxnLst>
                <a:cxn ang="0">
                  <a:pos x="connsiteX0" y="connsiteY0"/>
                </a:cxn>
                <a:cxn ang="0">
                  <a:pos x="connsiteX1" y="connsiteY1"/>
                </a:cxn>
                <a:cxn ang="0">
                  <a:pos x="connsiteX2" y="connsiteY2"/>
                </a:cxn>
              </a:cxnLst>
              <a:rect l="l" t="t" r="r" b="b"/>
              <a:pathLst>
                <a:path w="12696" h="634">
                  <a:moveTo>
                    <a:pt x="0" y="635"/>
                  </a:moveTo>
                  <a:lnTo>
                    <a:pt x="0" y="635"/>
                  </a:lnTo>
                  <a:lnTo>
                    <a:pt x="0" y="0"/>
                  </a:lnTo>
                  <a:close/>
                </a:path>
              </a:pathLst>
            </a:custGeom>
            <a:solidFill>
              <a:srgbClr val="000000"/>
            </a:solidFill>
            <a:ln w="12690" cap="flat">
              <a:noFill/>
              <a:prstDash val="solid"/>
              <a:miter/>
            </a:ln>
          </p:spPr>
          <p:txBody>
            <a:bodyPr rtlCol="0" anchor="ctr"/>
            <a:lstStyle/>
            <a:p>
              <a:endParaRPr lang="en-US" sz="1350"/>
            </a:p>
          </p:txBody>
        </p:sp>
        <p:sp>
          <p:nvSpPr>
            <p:cNvPr id="593" name="Freeform: Shape 592">
              <a:extLst>
                <a:ext uri="{FF2B5EF4-FFF2-40B4-BE49-F238E27FC236}">
                  <a16:creationId xmlns:a16="http://schemas.microsoft.com/office/drawing/2014/main" id="{EC7A4833-191C-4412-BE9D-7206A7DB3E8A}"/>
                </a:ext>
              </a:extLst>
            </p:cNvPr>
            <p:cNvSpPr/>
            <p:nvPr/>
          </p:nvSpPr>
          <p:spPr>
            <a:xfrm>
              <a:off x="11445914" y="835812"/>
              <a:ext cx="381368" cy="311835"/>
            </a:xfrm>
            <a:custGeom>
              <a:avLst/>
              <a:gdLst>
                <a:gd name="connsiteX0" fmla="*/ 376102 w 381368"/>
                <a:gd name="connsiteY0" fmla="*/ 0 h 311835"/>
                <a:gd name="connsiteX1" fmla="*/ 375086 w 381368"/>
                <a:gd name="connsiteY1" fmla="*/ 0 h 311835"/>
                <a:gd name="connsiteX2" fmla="*/ 373943 w 381368"/>
                <a:gd name="connsiteY2" fmla="*/ 0 h 311835"/>
                <a:gd name="connsiteX3" fmla="*/ 372928 w 381368"/>
                <a:gd name="connsiteY3" fmla="*/ 0 h 311835"/>
                <a:gd name="connsiteX4" fmla="*/ 372928 w 381368"/>
                <a:gd name="connsiteY4" fmla="*/ 0 h 311835"/>
                <a:gd name="connsiteX5" fmla="*/ 365944 w 381368"/>
                <a:gd name="connsiteY5" fmla="*/ 5587 h 311835"/>
                <a:gd name="connsiteX6" fmla="*/ 3958 w 381368"/>
                <a:gd name="connsiteY6" fmla="*/ 301420 h 311835"/>
                <a:gd name="connsiteX7" fmla="*/ 1546 w 381368"/>
                <a:gd name="connsiteY7" fmla="*/ 303324 h 311835"/>
                <a:gd name="connsiteX8" fmla="*/ 1139 w 381368"/>
                <a:gd name="connsiteY8" fmla="*/ 309774 h 311835"/>
                <a:gd name="connsiteX9" fmla="*/ 1546 w 381368"/>
                <a:gd name="connsiteY9" fmla="*/ 310181 h 311835"/>
                <a:gd name="connsiteX10" fmla="*/ 5608 w 381368"/>
                <a:gd name="connsiteY10" fmla="*/ 311831 h 311835"/>
                <a:gd name="connsiteX11" fmla="*/ 8909 w 381368"/>
                <a:gd name="connsiteY11" fmla="*/ 310688 h 311835"/>
                <a:gd name="connsiteX12" fmla="*/ 8909 w 381368"/>
                <a:gd name="connsiteY12" fmla="*/ 310688 h 311835"/>
                <a:gd name="connsiteX13" fmla="*/ 10687 w 381368"/>
                <a:gd name="connsiteY13" fmla="*/ 309292 h 311835"/>
                <a:gd name="connsiteX14" fmla="*/ 370642 w 381368"/>
                <a:gd name="connsiteY14" fmla="*/ 16506 h 311835"/>
                <a:gd name="connsiteX15" fmla="*/ 379657 w 381368"/>
                <a:gd name="connsiteY15" fmla="*/ 9269 h 311835"/>
                <a:gd name="connsiteX16" fmla="*/ 381307 w 381368"/>
                <a:gd name="connsiteY16" fmla="*/ 4952 h 311835"/>
                <a:gd name="connsiteX17" fmla="*/ 381307 w 381368"/>
                <a:gd name="connsiteY17" fmla="*/ 4952 h 311835"/>
                <a:gd name="connsiteX18" fmla="*/ 381307 w 381368"/>
                <a:gd name="connsiteY18" fmla="*/ 4190 h 311835"/>
                <a:gd name="connsiteX19" fmla="*/ 381307 w 381368"/>
                <a:gd name="connsiteY19" fmla="*/ 3301 h 311835"/>
                <a:gd name="connsiteX20" fmla="*/ 381307 w 381368"/>
                <a:gd name="connsiteY20" fmla="*/ 3301 h 311835"/>
                <a:gd name="connsiteX21" fmla="*/ 381307 w 381368"/>
                <a:gd name="connsiteY21" fmla="*/ 3301 h 311835"/>
                <a:gd name="connsiteX22" fmla="*/ 381307 w 381368"/>
                <a:gd name="connsiteY22" fmla="*/ 3301 h 311835"/>
                <a:gd name="connsiteX23" fmla="*/ 380419 w 381368"/>
                <a:gd name="connsiteY23" fmla="*/ 3301 h 311835"/>
                <a:gd name="connsiteX24" fmla="*/ 380419 w 381368"/>
                <a:gd name="connsiteY24" fmla="*/ 3301 h 311835"/>
                <a:gd name="connsiteX25" fmla="*/ 379784 w 381368"/>
                <a:gd name="connsiteY25" fmla="*/ 3301 h 311835"/>
                <a:gd name="connsiteX26" fmla="*/ 378768 w 381368"/>
                <a:gd name="connsiteY26" fmla="*/ 3301 h 311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81368" h="311835">
                  <a:moveTo>
                    <a:pt x="376102" y="0"/>
                  </a:moveTo>
                  <a:lnTo>
                    <a:pt x="375086" y="0"/>
                  </a:lnTo>
                  <a:lnTo>
                    <a:pt x="373943" y="0"/>
                  </a:lnTo>
                  <a:lnTo>
                    <a:pt x="372928" y="0"/>
                  </a:lnTo>
                  <a:lnTo>
                    <a:pt x="372928" y="0"/>
                  </a:lnTo>
                  <a:lnTo>
                    <a:pt x="365944" y="5587"/>
                  </a:lnTo>
                  <a:lnTo>
                    <a:pt x="3958" y="301420"/>
                  </a:lnTo>
                  <a:lnTo>
                    <a:pt x="1546" y="303324"/>
                  </a:lnTo>
                  <a:cubicBezTo>
                    <a:pt x="-347" y="305000"/>
                    <a:pt x="-524" y="307883"/>
                    <a:pt x="1139" y="309774"/>
                  </a:cubicBezTo>
                  <a:cubicBezTo>
                    <a:pt x="1266" y="309914"/>
                    <a:pt x="1405" y="310054"/>
                    <a:pt x="1546" y="310181"/>
                  </a:cubicBezTo>
                  <a:cubicBezTo>
                    <a:pt x="2599" y="311285"/>
                    <a:pt x="4084" y="311895"/>
                    <a:pt x="5608" y="311831"/>
                  </a:cubicBezTo>
                  <a:cubicBezTo>
                    <a:pt x="6802" y="311818"/>
                    <a:pt x="7970" y="311425"/>
                    <a:pt x="8909" y="310688"/>
                  </a:cubicBezTo>
                  <a:lnTo>
                    <a:pt x="8909" y="310688"/>
                  </a:lnTo>
                  <a:lnTo>
                    <a:pt x="10687" y="309292"/>
                  </a:lnTo>
                  <a:lnTo>
                    <a:pt x="370642" y="16506"/>
                  </a:lnTo>
                  <a:lnTo>
                    <a:pt x="379657" y="9269"/>
                  </a:lnTo>
                  <a:cubicBezTo>
                    <a:pt x="380952" y="8240"/>
                    <a:pt x="381574" y="6590"/>
                    <a:pt x="381307" y="4952"/>
                  </a:cubicBezTo>
                  <a:lnTo>
                    <a:pt x="381307" y="4952"/>
                  </a:lnTo>
                  <a:cubicBezTo>
                    <a:pt x="381371" y="4698"/>
                    <a:pt x="381371" y="4444"/>
                    <a:pt x="381307" y="4190"/>
                  </a:cubicBezTo>
                  <a:lnTo>
                    <a:pt x="381307" y="3301"/>
                  </a:lnTo>
                  <a:lnTo>
                    <a:pt x="381307" y="3301"/>
                  </a:lnTo>
                  <a:lnTo>
                    <a:pt x="381307" y="3301"/>
                  </a:lnTo>
                  <a:lnTo>
                    <a:pt x="381307" y="3301"/>
                  </a:lnTo>
                  <a:lnTo>
                    <a:pt x="380419" y="3301"/>
                  </a:lnTo>
                  <a:lnTo>
                    <a:pt x="380419" y="3301"/>
                  </a:lnTo>
                  <a:lnTo>
                    <a:pt x="379784" y="3301"/>
                  </a:lnTo>
                  <a:lnTo>
                    <a:pt x="378768" y="3301"/>
                  </a:lnTo>
                  <a:close/>
                </a:path>
              </a:pathLst>
            </a:custGeom>
            <a:solidFill>
              <a:srgbClr val="000000"/>
            </a:solidFill>
            <a:ln w="12690" cap="flat">
              <a:noFill/>
              <a:prstDash val="solid"/>
              <a:miter/>
            </a:ln>
          </p:spPr>
          <p:txBody>
            <a:bodyPr rtlCol="0" anchor="ctr"/>
            <a:lstStyle/>
            <a:p>
              <a:endParaRPr lang="en-US" sz="1350"/>
            </a:p>
          </p:txBody>
        </p:sp>
        <p:sp>
          <p:nvSpPr>
            <p:cNvPr id="594" name="Freeform: Shape 593">
              <a:extLst>
                <a:ext uri="{FF2B5EF4-FFF2-40B4-BE49-F238E27FC236}">
                  <a16:creationId xmlns:a16="http://schemas.microsoft.com/office/drawing/2014/main" id="{731C477D-FC59-4663-8F6C-458C450A099F}"/>
                </a:ext>
              </a:extLst>
            </p:cNvPr>
            <p:cNvSpPr/>
            <p:nvPr/>
          </p:nvSpPr>
          <p:spPr>
            <a:xfrm>
              <a:off x="11196570" y="1592028"/>
              <a:ext cx="116049" cy="89765"/>
            </a:xfrm>
            <a:custGeom>
              <a:avLst/>
              <a:gdLst>
                <a:gd name="connsiteX0" fmla="*/ 107034 w 116049"/>
                <a:gd name="connsiteY0" fmla="*/ 2285 h 89765"/>
                <a:gd name="connsiteX1" fmla="*/ 107034 w 116049"/>
                <a:gd name="connsiteY1" fmla="*/ 0 h 89765"/>
                <a:gd name="connsiteX2" fmla="*/ 0 w 116049"/>
                <a:gd name="connsiteY2" fmla="*/ 87099 h 89765"/>
                <a:gd name="connsiteX3" fmla="*/ 2793 w 116049"/>
                <a:gd name="connsiteY3" fmla="*/ 87734 h 89765"/>
                <a:gd name="connsiteX4" fmla="*/ 2793 w 116049"/>
                <a:gd name="connsiteY4" fmla="*/ 87734 h 89765"/>
                <a:gd name="connsiteX5" fmla="*/ 12950 w 116049"/>
                <a:gd name="connsiteY5" fmla="*/ 89766 h 89765"/>
                <a:gd name="connsiteX6" fmla="*/ 116049 w 116049"/>
                <a:gd name="connsiteY6" fmla="*/ 5840 h 89765"/>
                <a:gd name="connsiteX7" fmla="*/ 116049 w 116049"/>
                <a:gd name="connsiteY7" fmla="*/ 5840 h 89765"/>
                <a:gd name="connsiteX8" fmla="*/ 112367 w 116049"/>
                <a:gd name="connsiteY8" fmla="*/ 7110 h 89765"/>
                <a:gd name="connsiteX9" fmla="*/ 107034 w 116049"/>
                <a:gd name="connsiteY9" fmla="*/ 2285 h 89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6049" h="89765">
                  <a:moveTo>
                    <a:pt x="107034" y="2285"/>
                  </a:moveTo>
                  <a:lnTo>
                    <a:pt x="107034" y="0"/>
                  </a:lnTo>
                  <a:lnTo>
                    <a:pt x="0" y="87099"/>
                  </a:lnTo>
                  <a:lnTo>
                    <a:pt x="2793" y="87734"/>
                  </a:lnTo>
                  <a:lnTo>
                    <a:pt x="2793" y="87734"/>
                  </a:lnTo>
                  <a:lnTo>
                    <a:pt x="12950" y="89766"/>
                  </a:lnTo>
                  <a:lnTo>
                    <a:pt x="116049" y="5840"/>
                  </a:lnTo>
                  <a:lnTo>
                    <a:pt x="116049" y="5840"/>
                  </a:lnTo>
                  <a:cubicBezTo>
                    <a:pt x="114995" y="6653"/>
                    <a:pt x="113700" y="7097"/>
                    <a:pt x="112367" y="7110"/>
                  </a:cubicBezTo>
                  <a:cubicBezTo>
                    <a:pt x="109586" y="7186"/>
                    <a:pt x="107237" y="5066"/>
                    <a:pt x="107034" y="2285"/>
                  </a:cubicBezTo>
                  <a:close/>
                </a:path>
              </a:pathLst>
            </a:custGeom>
            <a:solidFill>
              <a:srgbClr val="000000"/>
            </a:solidFill>
            <a:ln w="12690" cap="flat">
              <a:noFill/>
              <a:prstDash val="solid"/>
              <a:miter/>
            </a:ln>
          </p:spPr>
          <p:txBody>
            <a:bodyPr rtlCol="0" anchor="ctr"/>
            <a:lstStyle/>
            <a:p>
              <a:endParaRPr lang="en-US" sz="1350"/>
            </a:p>
          </p:txBody>
        </p:sp>
        <p:sp>
          <p:nvSpPr>
            <p:cNvPr id="595" name="Freeform: Shape 594">
              <a:extLst>
                <a:ext uri="{FF2B5EF4-FFF2-40B4-BE49-F238E27FC236}">
                  <a16:creationId xmlns:a16="http://schemas.microsoft.com/office/drawing/2014/main" id="{0A8CF1FF-C7A4-47D3-9914-232F1747CB92}"/>
                </a:ext>
              </a:extLst>
            </p:cNvPr>
            <p:cNvSpPr/>
            <p:nvPr/>
          </p:nvSpPr>
          <p:spPr>
            <a:xfrm>
              <a:off x="11050176" y="1181925"/>
              <a:ext cx="10665" cy="468889"/>
            </a:xfrm>
            <a:custGeom>
              <a:avLst/>
              <a:gdLst>
                <a:gd name="connsiteX0" fmla="*/ 8761 w 10665"/>
                <a:gd name="connsiteY0" fmla="*/ 1524 h 468889"/>
                <a:gd name="connsiteX1" fmla="*/ 7237 w 10665"/>
                <a:gd name="connsiteY1" fmla="*/ 2412 h 468889"/>
                <a:gd name="connsiteX2" fmla="*/ 5460 w 10665"/>
                <a:gd name="connsiteY2" fmla="*/ 2412 h 468889"/>
                <a:gd name="connsiteX3" fmla="*/ 3683 w 10665"/>
                <a:gd name="connsiteY3" fmla="*/ 2412 h 468889"/>
                <a:gd name="connsiteX4" fmla="*/ 0 w 10665"/>
                <a:gd name="connsiteY4" fmla="*/ 1270 h 468889"/>
                <a:gd name="connsiteX5" fmla="*/ 0 w 10665"/>
                <a:gd name="connsiteY5" fmla="*/ 466604 h 468889"/>
                <a:gd name="connsiteX6" fmla="*/ 6603 w 10665"/>
                <a:gd name="connsiteY6" fmla="*/ 468001 h 468889"/>
                <a:gd name="connsiteX7" fmla="*/ 6603 w 10665"/>
                <a:gd name="connsiteY7" fmla="*/ 468001 h 468889"/>
                <a:gd name="connsiteX8" fmla="*/ 10666 w 10665"/>
                <a:gd name="connsiteY8" fmla="*/ 468889 h 468889"/>
                <a:gd name="connsiteX9" fmla="*/ 10666 w 10665"/>
                <a:gd name="connsiteY9" fmla="*/ 0 h 468889"/>
                <a:gd name="connsiteX10" fmla="*/ 8888 w 10665"/>
                <a:gd name="connsiteY10" fmla="*/ 1397 h 46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665" h="468889">
                  <a:moveTo>
                    <a:pt x="8761" y="1524"/>
                  </a:moveTo>
                  <a:lnTo>
                    <a:pt x="7237" y="2412"/>
                  </a:lnTo>
                  <a:lnTo>
                    <a:pt x="5460" y="2412"/>
                  </a:lnTo>
                  <a:cubicBezTo>
                    <a:pt x="4876" y="2539"/>
                    <a:pt x="4266" y="2539"/>
                    <a:pt x="3683" y="2412"/>
                  </a:cubicBezTo>
                  <a:lnTo>
                    <a:pt x="0" y="1270"/>
                  </a:lnTo>
                  <a:lnTo>
                    <a:pt x="0" y="466604"/>
                  </a:lnTo>
                  <a:lnTo>
                    <a:pt x="6603" y="468001"/>
                  </a:lnTo>
                  <a:lnTo>
                    <a:pt x="6603" y="468001"/>
                  </a:lnTo>
                  <a:lnTo>
                    <a:pt x="10666" y="468889"/>
                  </a:lnTo>
                  <a:lnTo>
                    <a:pt x="10666" y="0"/>
                  </a:lnTo>
                  <a:lnTo>
                    <a:pt x="8888" y="1397"/>
                  </a:lnTo>
                  <a:close/>
                </a:path>
              </a:pathLst>
            </a:custGeom>
            <a:solidFill>
              <a:srgbClr val="000000"/>
            </a:solidFill>
            <a:ln w="12690" cap="flat">
              <a:noFill/>
              <a:prstDash val="solid"/>
              <a:miter/>
            </a:ln>
          </p:spPr>
          <p:txBody>
            <a:bodyPr rtlCol="0" anchor="ctr"/>
            <a:lstStyle/>
            <a:p>
              <a:endParaRPr lang="en-US" sz="1350"/>
            </a:p>
          </p:txBody>
        </p:sp>
        <p:sp>
          <p:nvSpPr>
            <p:cNvPr id="596" name="Freeform: Shape 595">
              <a:extLst>
                <a:ext uri="{FF2B5EF4-FFF2-40B4-BE49-F238E27FC236}">
                  <a16:creationId xmlns:a16="http://schemas.microsoft.com/office/drawing/2014/main" id="{4FA93D4E-4F58-425A-A7D3-CC83EB6AACDB}"/>
                </a:ext>
              </a:extLst>
            </p:cNvPr>
            <p:cNvSpPr/>
            <p:nvPr/>
          </p:nvSpPr>
          <p:spPr>
            <a:xfrm>
              <a:off x="10633409" y="1048107"/>
              <a:ext cx="422100" cy="135562"/>
            </a:xfrm>
            <a:custGeom>
              <a:avLst/>
              <a:gdLst>
                <a:gd name="connsiteX0" fmla="*/ 5517 w 422100"/>
                <a:gd name="connsiteY0" fmla="*/ 248 h 135562"/>
                <a:gd name="connsiteX1" fmla="*/ 57 w 422100"/>
                <a:gd name="connsiteY1" fmla="*/ 1390 h 135562"/>
                <a:gd name="connsiteX2" fmla="*/ 57 w 422100"/>
                <a:gd name="connsiteY2" fmla="*/ 2279 h 135562"/>
                <a:gd name="connsiteX3" fmla="*/ 57 w 422100"/>
                <a:gd name="connsiteY3" fmla="*/ 3168 h 135562"/>
                <a:gd name="connsiteX4" fmla="*/ 57 w 422100"/>
                <a:gd name="connsiteY4" fmla="*/ 3930 h 135562"/>
                <a:gd name="connsiteX5" fmla="*/ 57 w 422100"/>
                <a:gd name="connsiteY5" fmla="*/ 4945 h 135562"/>
                <a:gd name="connsiteX6" fmla="*/ 57 w 422100"/>
                <a:gd name="connsiteY6" fmla="*/ 5834 h 135562"/>
                <a:gd name="connsiteX7" fmla="*/ 57 w 422100"/>
                <a:gd name="connsiteY7" fmla="*/ 6850 h 135562"/>
                <a:gd name="connsiteX8" fmla="*/ 57 w 422100"/>
                <a:gd name="connsiteY8" fmla="*/ 7612 h 135562"/>
                <a:gd name="connsiteX9" fmla="*/ 57 w 422100"/>
                <a:gd name="connsiteY9" fmla="*/ 8374 h 135562"/>
                <a:gd name="connsiteX10" fmla="*/ 1073 w 422100"/>
                <a:gd name="connsiteY10" fmla="*/ 9008 h 135562"/>
                <a:gd name="connsiteX11" fmla="*/ 1962 w 422100"/>
                <a:gd name="connsiteY11" fmla="*/ 9008 h 135562"/>
                <a:gd name="connsiteX12" fmla="*/ 1962 w 422100"/>
                <a:gd name="connsiteY12" fmla="*/ 9008 h 135562"/>
                <a:gd name="connsiteX13" fmla="*/ 9072 w 422100"/>
                <a:gd name="connsiteY13" fmla="*/ 11167 h 135562"/>
                <a:gd name="connsiteX14" fmla="*/ 416640 w 422100"/>
                <a:gd name="connsiteY14" fmla="*/ 134325 h 135562"/>
                <a:gd name="connsiteX15" fmla="*/ 420322 w 422100"/>
                <a:gd name="connsiteY15" fmla="*/ 135468 h 135562"/>
                <a:gd name="connsiteX16" fmla="*/ 422100 w 422100"/>
                <a:gd name="connsiteY16" fmla="*/ 135468 h 135562"/>
                <a:gd name="connsiteX17" fmla="*/ 418037 w 422100"/>
                <a:gd name="connsiteY17" fmla="*/ 133817 h 135562"/>
                <a:gd name="connsiteX18" fmla="*/ 417630 w 422100"/>
                <a:gd name="connsiteY18" fmla="*/ 127367 h 135562"/>
                <a:gd name="connsiteX19" fmla="*/ 418037 w 422100"/>
                <a:gd name="connsiteY19" fmla="*/ 126961 h 135562"/>
                <a:gd name="connsiteX20" fmla="*/ 420322 w 422100"/>
                <a:gd name="connsiteY20" fmla="*/ 125056 h 135562"/>
                <a:gd name="connsiteX21" fmla="*/ 14024 w 422100"/>
                <a:gd name="connsiteY21" fmla="*/ 2152 h 1355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422100" h="135562">
                  <a:moveTo>
                    <a:pt x="5517" y="248"/>
                  </a:moveTo>
                  <a:cubicBezTo>
                    <a:pt x="3625" y="-324"/>
                    <a:pt x="1568" y="108"/>
                    <a:pt x="57" y="1390"/>
                  </a:cubicBezTo>
                  <a:lnTo>
                    <a:pt x="57" y="2279"/>
                  </a:lnTo>
                  <a:lnTo>
                    <a:pt x="57" y="3168"/>
                  </a:lnTo>
                  <a:lnTo>
                    <a:pt x="57" y="3930"/>
                  </a:lnTo>
                  <a:cubicBezTo>
                    <a:pt x="7" y="4260"/>
                    <a:pt x="7" y="4615"/>
                    <a:pt x="57" y="4945"/>
                  </a:cubicBezTo>
                  <a:cubicBezTo>
                    <a:pt x="-19" y="5238"/>
                    <a:pt x="-19" y="5542"/>
                    <a:pt x="57" y="5834"/>
                  </a:cubicBezTo>
                  <a:cubicBezTo>
                    <a:pt x="7" y="6164"/>
                    <a:pt x="7" y="6520"/>
                    <a:pt x="57" y="6850"/>
                  </a:cubicBezTo>
                  <a:lnTo>
                    <a:pt x="57" y="7612"/>
                  </a:lnTo>
                  <a:lnTo>
                    <a:pt x="57" y="8374"/>
                  </a:lnTo>
                  <a:lnTo>
                    <a:pt x="1073" y="9008"/>
                  </a:lnTo>
                  <a:lnTo>
                    <a:pt x="1962" y="9008"/>
                  </a:lnTo>
                  <a:lnTo>
                    <a:pt x="1962" y="9008"/>
                  </a:lnTo>
                  <a:lnTo>
                    <a:pt x="9072" y="11167"/>
                  </a:lnTo>
                  <a:lnTo>
                    <a:pt x="416640" y="134325"/>
                  </a:lnTo>
                  <a:lnTo>
                    <a:pt x="420322" y="135468"/>
                  </a:lnTo>
                  <a:cubicBezTo>
                    <a:pt x="420906" y="135595"/>
                    <a:pt x="421516" y="135595"/>
                    <a:pt x="422100" y="135468"/>
                  </a:cubicBezTo>
                  <a:cubicBezTo>
                    <a:pt x="420576" y="135493"/>
                    <a:pt x="419103" y="134896"/>
                    <a:pt x="418037" y="133817"/>
                  </a:cubicBezTo>
                  <a:cubicBezTo>
                    <a:pt x="416145" y="132141"/>
                    <a:pt x="415967" y="129259"/>
                    <a:pt x="417630" y="127367"/>
                  </a:cubicBezTo>
                  <a:cubicBezTo>
                    <a:pt x="417757" y="127228"/>
                    <a:pt x="417897" y="127088"/>
                    <a:pt x="418037" y="126961"/>
                  </a:cubicBezTo>
                  <a:lnTo>
                    <a:pt x="420322" y="125056"/>
                  </a:lnTo>
                  <a:lnTo>
                    <a:pt x="14024" y="2152"/>
                  </a:lnTo>
                  <a:close/>
                </a:path>
              </a:pathLst>
            </a:custGeom>
            <a:solidFill>
              <a:srgbClr val="000000"/>
            </a:solidFill>
            <a:ln w="12690" cap="flat">
              <a:noFill/>
              <a:prstDash val="solid"/>
              <a:miter/>
            </a:ln>
          </p:spPr>
          <p:txBody>
            <a:bodyPr rtlCol="0" anchor="ctr"/>
            <a:lstStyle/>
            <a:p>
              <a:endParaRPr lang="en-US" sz="1350"/>
            </a:p>
          </p:txBody>
        </p:sp>
        <p:sp>
          <p:nvSpPr>
            <p:cNvPr id="597" name="Freeform: Shape 596">
              <a:extLst>
                <a:ext uri="{FF2B5EF4-FFF2-40B4-BE49-F238E27FC236}">
                  <a16:creationId xmlns:a16="http://schemas.microsoft.com/office/drawing/2014/main" id="{85E7C36D-DA35-4CAD-8A69-F15DFF0CBC58}"/>
                </a:ext>
              </a:extLst>
            </p:cNvPr>
            <p:cNvSpPr/>
            <p:nvPr/>
          </p:nvSpPr>
          <p:spPr>
            <a:xfrm>
              <a:off x="11313889" y="970651"/>
              <a:ext cx="12696" cy="761"/>
            </a:xfrm>
            <a:custGeom>
              <a:avLst/>
              <a:gdLst>
                <a:gd name="connsiteX0" fmla="*/ 0 w 12696"/>
                <a:gd name="connsiteY0" fmla="*/ 762 h 761"/>
                <a:gd name="connsiteX1" fmla="*/ 0 w 12696"/>
                <a:gd name="connsiteY1" fmla="*/ 0 h 761"/>
                <a:gd name="connsiteX2" fmla="*/ 0 w 12696"/>
                <a:gd name="connsiteY2" fmla="*/ 0 h 761"/>
              </a:gdLst>
              <a:ahLst/>
              <a:cxnLst>
                <a:cxn ang="0">
                  <a:pos x="connsiteX0" y="connsiteY0"/>
                </a:cxn>
                <a:cxn ang="0">
                  <a:pos x="connsiteX1" y="connsiteY1"/>
                </a:cxn>
                <a:cxn ang="0">
                  <a:pos x="connsiteX2" y="connsiteY2"/>
                </a:cxn>
              </a:cxnLst>
              <a:rect l="l" t="t" r="r" b="b"/>
              <a:pathLst>
                <a:path w="12696" h="761">
                  <a:moveTo>
                    <a:pt x="0" y="762"/>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598" name="Freeform: Shape 597">
              <a:extLst>
                <a:ext uri="{FF2B5EF4-FFF2-40B4-BE49-F238E27FC236}">
                  <a16:creationId xmlns:a16="http://schemas.microsoft.com/office/drawing/2014/main" id="{BE552C46-0DB1-4BC6-A93B-636D23778941}"/>
                </a:ext>
              </a:extLst>
            </p:cNvPr>
            <p:cNvSpPr/>
            <p:nvPr/>
          </p:nvSpPr>
          <p:spPr>
            <a:xfrm>
              <a:off x="11311984" y="969890"/>
              <a:ext cx="761" cy="12696"/>
            </a:xfrm>
            <a:custGeom>
              <a:avLst/>
              <a:gdLst>
                <a:gd name="connsiteX0" fmla="*/ 762 w 761"/>
                <a:gd name="connsiteY0" fmla="*/ 0 h 12696"/>
                <a:gd name="connsiteX1" fmla="*/ 0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599" name="Freeform: Shape 598">
              <a:extLst>
                <a:ext uri="{FF2B5EF4-FFF2-40B4-BE49-F238E27FC236}">
                  <a16:creationId xmlns:a16="http://schemas.microsoft.com/office/drawing/2014/main" id="{F6140378-FDFB-4031-A37C-0834971DC2B1}"/>
                </a:ext>
              </a:extLst>
            </p:cNvPr>
            <p:cNvSpPr/>
            <p:nvPr/>
          </p:nvSpPr>
          <p:spPr>
            <a:xfrm>
              <a:off x="11314396" y="972429"/>
              <a:ext cx="12696" cy="761"/>
            </a:xfrm>
            <a:custGeom>
              <a:avLst/>
              <a:gdLst>
                <a:gd name="connsiteX0" fmla="*/ 0 w 12696"/>
                <a:gd name="connsiteY0" fmla="*/ 762 h 761"/>
                <a:gd name="connsiteX1" fmla="*/ 0 w 12696"/>
                <a:gd name="connsiteY1" fmla="*/ 0 h 761"/>
                <a:gd name="connsiteX2" fmla="*/ 0 w 12696"/>
                <a:gd name="connsiteY2" fmla="*/ 0 h 761"/>
                <a:gd name="connsiteX3" fmla="*/ 0 w 12696"/>
                <a:gd name="connsiteY3" fmla="*/ 762 h 761"/>
              </a:gdLst>
              <a:ahLst/>
              <a:cxnLst>
                <a:cxn ang="0">
                  <a:pos x="connsiteX0" y="connsiteY0"/>
                </a:cxn>
                <a:cxn ang="0">
                  <a:pos x="connsiteX1" y="connsiteY1"/>
                </a:cxn>
                <a:cxn ang="0">
                  <a:pos x="connsiteX2" y="connsiteY2"/>
                </a:cxn>
                <a:cxn ang="0">
                  <a:pos x="connsiteX3" y="connsiteY3"/>
                </a:cxn>
              </a:cxnLst>
              <a:rect l="l" t="t" r="r" b="b"/>
              <a:pathLst>
                <a:path w="12696" h="761">
                  <a:moveTo>
                    <a:pt x="0" y="762"/>
                  </a:moveTo>
                  <a:cubicBezTo>
                    <a:pt x="0" y="762"/>
                    <a:pt x="0" y="762"/>
                    <a:pt x="0" y="0"/>
                  </a:cubicBezTo>
                  <a:lnTo>
                    <a:pt x="0" y="0"/>
                  </a:lnTo>
                  <a:cubicBezTo>
                    <a:pt x="0" y="0"/>
                    <a:pt x="0" y="635"/>
                    <a:pt x="0" y="762"/>
                  </a:cubicBezTo>
                  <a:close/>
                </a:path>
              </a:pathLst>
            </a:custGeom>
            <a:solidFill>
              <a:srgbClr val="000000"/>
            </a:solidFill>
            <a:ln w="12690" cap="flat">
              <a:noFill/>
              <a:prstDash val="solid"/>
              <a:miter/>
            </a:ln>
          </p:spPr>
          <p:txBody>
            <a:bodyPr rtlCol="0" anchor="ctr"/>
            <a:lstStyle/>
            <a:p>
              <a:endParaRPr lang="en-US" sz="1350"/>
            </a:p>
          </p:txBody>
        </p:sp>
        <p:sp>
          <p:nvSpPr>
            <p:cNvPr id="600" name="Freeform: Shape 599">
              <a:extLst>
                <a:ext uri="{FF2B5EF4-FFF2-40B4-BE49-F238E27FC236}">
                  <a16:creationId xmlns:a16="http://schemas.microsoft.com/office/drawing/2014/main" id="{040D2034-7E6D-47A8-BAC2-ACD318784616}"/>
                </a:ext>
              </a:extLst>
            </p:cNvPr>
            <p:cNvSpPr/>
            <p:nvPr/>
          </p:nvSpPr>
          <p:spPr>
            <a:xfrm>
              <a:off x="10889434" y="843049"/>
              <a:ext cx="420391" cy="132553"/>
            </a:xfrm>
            <a:custGeom>
              <a:avLst/>
              <a:gdLst>
                <a:gd name="connsiteX0" fmla="*/ 6729 w 420391"/>
                <a:gd name="connsiteY0" fmla="*/ 5459 h 132553"/>
                <a:gd name="connsiteX1" fmla="*/ 1651 w 420391"/>
                <a:gd name="connsiteY1" fmla="*/ 8888 h 132553"/>
                <a:gd name="connsiteX2" fmla="*/ 0 w 420391"/>
                <a:gd name="connsiteY2" fmla="*/ 8888 h 132553"/>
                <a:gd name="connsiteX3" fmla="*/ 2920 w 420391"/>
                <a:gd name="connsiteY3" fmla="*/ 9777 h 132553"/>
                <a:gd name="connsiteX4" fmla="*/ 409218 w 420391"/>
                <a:gd name="connsiteY4" fmla="*/ 132554 h 132553"/>
                <a:gd name="connsiteX5" fmla="*/ 416074 w 420391"/>
                <a:gd name="connsiteY5" fmla="*/ 126967 h 132553"/>
                <a:gd name="connsiteX6" fmla="*/ 416074 w 420391"/>
                <a:gd name="connsiteY6" fmla="*/ 126967 h 132553"/>
                <a:gd name="connsiteX7" fmla="*/ 417217 w 420391"/>
                <a:gd name="connsiteY7" fmla="*/ 126967 h 132553"/>
                <a:gd name="connsiteX8" fmla="*/ 418233 w 420391"/>
                <a:gd name="connsiteY8" fmla="*/ 126967 h 132553"/>
                <a:gd name="connsiteX9" fmla="*/ 419249 w 420391"/>
                <a:gd name="connsiteY9" fmla="*/ 126967 h 132553"/>
                <a:gd name="connsiteX10" fmla="*/ 420392 w 420391"/>
                <a:gd name="connsiteY10" fmla="*/ 126967 h 132553"/>
                <a:gd name="connsiteX11" fmla="*/ 420392 w 420391"/>
                <a:gd name="connsiteY11" fmla="*/ 126967 h 132553"/>
                <a:gd name="connsiteX12" fmla="*/ 2540 w 420391"/>
                <a:gd name="connsiteY12" fmla="*/ 0 h 132553"/>
                <a:gd name="connsiteX13" fmla="*/ 6742 w 420391"/>
                <a:gd name="connsiteY13" fmla="*/ 5371 h 132553"/>
                <a:gd name="connsiteX14" fmla="*/ 6729 w 420391"/>
                <a:gd name="connsiteY14" fmla="*/ 5459 h 1325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20391" h="132553">
                  <a:moveTo>
                    <a:pt x="6729" y="5459"/>
                  </a:moveTo>
                  <a:cubicBezTo>
                    <a:pt x="5929" y="7555"/>
                    <a:pt x="3898" y="8926"/>
                    <a:pt x="1651" y="8888"/>
                  </a:cubicBezTo>
                  <a:lnTo>
                    <a:pt x="0" y="8888"/>
                  </a:lnTo>
                  <a:lnTo>
                    <a:pt x="2920" y="9777"/>
                  </a:lnTo>
                  <a:lnTo>
                    <a:pt x="409218" y="132554"/>
                  </a:lnTo>
                  <a:lnTo>
                    <a:pt x="416074" y="126967"/>
                  </a:lnTo>
                  <a:lnTo>
                    <a:pt x="416074" y="126967"/>
                  </a:lnTo>
                  <a:lnTo>
                    <a:pt x="417217" y="126967"/>
                  </a:lnTo>
                  <a:lnTo>
                    <a:pt x="418233" y="126967"/>
                  </a:lnTo>
                  <a:lnTo>
                    <a:pt x="419249" y="126967"/>
                  </a:lnTo>
                  <a:lnTo>
                    <a:pt x="420392" y="126967"/>
                  </a:lnTo>
                  <a:lnTo>
                    <a:pt x="420392" y="126967"/>
                  </a:lnTo>
                  <a:lnTo>
                    <a:pt x="2540" y="0"/>
                  </a:lnTo>
                  <a:cubicBezTo>
                    <a:pt x="5180" y="330"/>
                    <a:pt x="7059" y="2730"/>
                    <a:pt x="6742" y="5371"/>
                  </a:cubicBezTo>
                  <a:cubicBezTo>
                    <a:pt x="6742" y="5409"/>
                    <a:pt x="6729" y="5434"/>
                    <a:pt x="6729" y="5459"/>
                  </a:cubicBezTo>
                  <a:close/>
                </a:path>
              </a:pathLst>
            </a:custGeom>
            <a:solidFill>
              <a:srgbClr val="000000"/>
            </a:solidFill>
            <a:ln w="12690" cap="flat">
              <a:noFill/>
              <a:prstDash val="solid"/>
              <a:miter/>
            </a:ln>
          </p:spPr>
          <p:txBody>
            <a:bodyPr rtlCol="0" anchor="ctr"/>
            <a:lstStyle/>
            <a:p>
              <a:endParaRPr lang="en-US" sz="1350"/>
            </a:p>
          </p:txBody>
        </p:sp>
        <p:sp>
          <p:nvSpPr>
            <p:cNvPr id="601" name="Freeform: Shape 600">
              <a:extLst>
                <a:ext uri="{FF2B5EF4-FFF2-40B4-BE49-F238E27FC236}">
                  <a16:creationId xmlns:a16="http://schemas.microsoft.com/office/drawing/2014/main" id="{1A6DB887-4D10-4528-AE08-66E71BBF71D9}"/>
                </a:ext>
              </a:extLst>
            </p:cNvPr>
            <p:cNvSpPr/>
            <p:nvPr/>
          </p:nvSpPr>
          <p:spPr>
            <a:xfrm>
              <a:off x="11051043" y="969382"/>
              <a:ext cx="254846" cy="214828"/>
            </a:xfrm>
            <a:custGeom>
              <a:avLst/>
              <a:gdLst>
                <a:gd name="connsiteX0" fmla="*/ 254847 w 254846"/>
                <a:gd name="connsiteY0" fmla="*/ 0 h 214828"/>
                <a:gd name="connsiteX1" fmla="*/ 254847 w 254846"/>
                <a:gd name="connsiteY1" fmla="*/ 0 h 214828"/>
                <a:gd name="connsiteX2" fmla="*/ 247991 w 254846"/>
                <a:gd name="connsiteY2" fmla="*/ 5587 h 214828"/>
                <a:gd name="connsiteX3" fmla="*/ 3830 w 254846"/>
                <a:gd name="connsiteY3" fmla="*/ 204417 h 214828"/>
                <a:gd name="connsiteX4" fmla="*/ 1545 w 254846"/>
                <a:gd name="connsiteY4" fmla="*/ 206321 h 214828"/>
                <a:gd name="connsiteX5" fmla="*/ 1139 w 254846"/>
                <a:gd name="connsiteY5" fmla="*/ 212771 h 214828"/>
                <a:gd name="connsiteX6" fmla="*/ 1545 w 254846"/>
                <a:gd name="connsiteY6" fmla="*/ 213178 h 214828"/>
                <a:gd name="connsiteX7" fmla="*/ 5608 w 254846"/>
                <a:gd name="connsiteY7" fmla="*/ 214828 h 214828"/>
                <a:gd name="connsiteX8" fmla="*/ 7386 w 254846"/>
                <a:gd name="connsiteY8" fmla="*/ 214828 h 214828"/>
                <a:gd name="connsiteX9" fmla="*/ 8909 w 254846"/>
                <a:gd name="connsiteY9" fmla="*/ 213940 h 214828"/>
                <a:gd name="connsiteX10" fmla="*/ 8909 w 254846"/>
                <a:gd name="connsiteY10" fmla="*/ 213940 h 214828"/>
                <a:gd name="connsiteX11" fmla="*/ 10687 w 254846"/>
                <a:gd name="connsiteY11" fmla="*/ 212543 h 214828"/>
                <a:gd name="connsiteX12" fmla="*/ 252562 w 254846"/>
                <a:gd name="connsiteY12" fmla="*/ 15490 h 214828"/>
                <a:gd name="connsiteX13" fmla="*/ 252562 w 254846"/>
                <a:gd name="connsiteY13" fmla="*/ 4571 h 214828"/>
                <a:gd name="connsiteX14" fmla="*/ 254847 w 254846"/>
                <a:gd name="connsiteY14" fmla="*/ 0 h 2148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54846" h="214828">
                  <a:moveTo>
                    <a:pt x="254847" y="0"/>
                  </a:moveTo>
                  <a:lnTo>
                    <a:pt x="254847" y="0"/>
                  </a:lnTo>
                  <a:lnTo>
                    <a:pt x="247991" y="5587"/>
                  </a:lnTo>
                  <a:lnTo>
                    <a:pt x="3830" y="204417"/>
                  </a:lnTo>
                  <a:lnTo>
                    <a:pt x="1545" y="206321"/>
                  </a:lnTo>
                  <a:cubicBezTo>
                    <a:pt x="-347" y="207997"/>
                    <a:pt x="-524" y="210880"/>
                    <a:pt x="1139" y="212771"/>
                  </a:cubicBezTo>
                  <a:cubicBezTo>
                    <a:pt x="1266" y="212911"/>
                    <a:pt x="1406" y="213051"/>
                    <a:pt x="1545" y="213178"/>
                  </a:cubicBezTo>
                  <a:cubicBezTo>
                    <a:pt x="2611" y="214257"/>
                    <a:pt x="4085" y="214854"/>
                    <a:pt x="5608" y="214828"/>
                  </a:cubicBezTo>
                  <a:lnTo>
                    <a:pt x="7386" y="214828"/>
                  </a:lnTo>
                  <a:lnTo>
                    <a:pt x="8909" y="213940"/>
                  </a:lnTo>
                  <a:lnTo>
                    <a:pt x="8909" y="213940"/>
                  </a:lnTo>
                  <a:lnTo>
                    <a:pt x="10687" y="212543"/>
                  </a:lnTo>
                  <a:lnTo>
                    <a:pt x="252562" y="15490"/>
                  </a:lnTo>
                  <a:lnTo>
                    <a:pt x="252562" y="4571"/>
                  </a:lnTo>
                  <a:cubicBezTo>
                    <a:pt x="252384" y="2730"/>
                    <a:pt x="253272" y="965"/>
                    <a:pt x="254847" y="0"/>
                  </a:cubicBezTo>
                  <a:close/>
                </a:path>
              </a:pathLst>
            </a:custGeom>
            <a:solidFill>
              <a:srgbClr val="000000"/>
            </a:solidFill>
            <a:ln w="12690" cap="flat">
              <a:noFill/>
              <a:prstDash val="solid"/>
              <a:miter/>
            </a:ln>
          </p:spPr>
          <p:txBody>
            <a:bodyPr rtlCol="0" anchor="ctr"/>
            <a:lstStyle/>
            <a:p>
              <a:endParaRPr lang="en-US" sz="1350"/>
            </a:p>
          </p:txBody>
        </p:sp>
        <p:sp>
          <p:nvSpPr>
            <p:cNvPr id="602" name="Freeform: Shape 601">
              <a:extLst>
                <a:ext uri="{FF2B5EF4-FFF2-40B4-BE49-F238E27FC236}">
                  <a16:creationId xmlns:a16="http://schemas.microsoft.com/office/drawing/2014/main" id="{43D53B88-0CC9-4C2E-8D81-2ED89E137BEA}"/>
                </a:ext>
              </a:extLst>
            </p:cNvPr>
            <p:cNvSpPr/>
            <p:nvPr/>
          </p:nvSpPr>
          <p:spPr>
            <a:xfrm>
              <a:off x="11314269" y="971413"/>
              <a:ext cx="57" cy="1015"/>
            </a:xfrm>
            <a:custGeom>
              <a:avLst/>
              <a:gdLst>
                <a:gd name="connsiteX0" fmla="*/ 0 w 57"/>
                <a:gd name="connsiteY0" fmla="*/ 762 h 1015"/>
                <a:gd name="connsiteX1" fmla="*/ 0 w 57"/>
                <a:gd name="connsiteY1" fmla="*/ 0 h 1015"/>
                <a:gd name="connsiteX2" fmla="*/ 0 w 57"/>
                <a:gd name="connsiteY2" fmla="*/ 1016 h 1015"/>
              </a:gdLst>
              <a:ahLst/>
              <a:cxnLst>
                <a:cxn ang="0">
                  <a:pos x="connsiteX0" y="connsiteY0"/>
                </a:cxn>
                <a:cxn ang="0">
                  <a:pos x="connsiteX1" y="connsiteY1"/>
                </a:cxn>
                <a:cxn ang="0">
                  <a:pos x="connsiteX2" y="connsiteY2"/>
                </a:cxn>
              </a:cxnLst>
              <a:rect l="l" t="t" r="r" b="b"/>
              <a:pathLst>
                <a:path w="57" h="1015">
                  <a:moveTo>
                    <a:pt x="0" y="762"/>
                  </a:moveTo>
                  <a:cubicBezTo>
                    <a:pt x="0" y="762"/>
                    <a:pt x="0" y="762"/>
                    <a:pt x="0" y="0"/>
                  </a:cubicBezTo>
                  <a:cubicBezTo>
                    <a:pt x="77" y="330"/>
                    <a:pt x="77" y="686"/>
                    <a:pt x="0" y="1016"/>
                  </a:cubicBezTo>
                  <a:close/>
                </a:path>
              </a:pathLst>
            </a:custGeom>
            <a:solidFill>
              <a:srgbClr val="000000"/>
            </a:solidFill>
            <a:ln w="12690" cap="flat">
              <a:noFill/>
              <a:prstDash val="solid"/>
              <a:miter/>
            </a:ln>
          </p:spPr>
          <p:txBody>
            <a:bodyPr rtlCol="0" anchor="ctr"/>
            <a:lstStyle/>
            <a:p>
              <a:endParaRPr lang="en-US" sz="1350"/>
            </a:p>
          </p:txBody>
        </p:sp>
        <p:sp>
          <p:nvSpPr>
            <p:cNvPr id="603" name="Freeform: Shape 602">
              <a:extLst>
                <a:ext uri="{FF2B5EF4-FFF2-40B4-BE49-F238E27FC236}">
                  <a16:creationId xmlns:a16="http://schemas.microsoft.com/office/drawing/2014/main" id="{6450B234-A296-4771-B7D8-B2E5D74E20C2}"/>
                </a:ext>
              </a:extLst>
            </p:cNvPr>
            <p:cNvSpPr/>
            <p:nvPr/>
          </p:nvSpPr>
          <p:spPr>
            <a:xfrm>
              <a:off x="11311222" y="969382"/>
              <a:ext cx="761" cy="12696"/>
            </a:xfrm>
            <a:custGeom>
              <a:avLst/>
              <a:gdLst>
                <a:gd name="connsiteX0" fmla="*/ 762 w 761"/>
                <a:gd name="connsiteY0" fmla="*/ 0 h 12696"/>
                <a:gd name="connsiteX1" fmla="*/ 0 w 761"/>
                <a:gd name="connsiteY1" fmla="*/ 0 h 12696"/>
                <a:gd name="connsiteX2" fmla="*/ 762 w 761"/>
                <a:gd name="connsiteY2" fmla="*/ 0 h 12696"/>
              </a:gdLst>
              <a:ahLst/>
              <a:cxnLst>
                <a:cxn ang="0">
                  <a:pos x="connsiteX0" y="connsiteY0"/>
                </a:cxn>
                <a:cxn ang="0">
                  <a:pos x="connsiteX1" y="connsiteY1"/>
                </a:cxn>
                <a:cxn ang="0">
                  <a:pos x="connsiteX2" y="connsiteY2"/>
                </a:cxn>
              </a:cxnLst>
              <a:rect l="l" t="t" r="r" b="b"/>
              <a:pathLst>
                <a:path w="761" h="12696">
                  <a:moveTo>
                    <a:pt x="762" y="0"/>
                  </a:moveTo>
                  <a:cubicBezTo>
                    <a:pt x="762" y="0"/>
                    <a:pt x="762" y="0"/>
                    <a:pt x="0" y="0"/>
                  </a:cubicBezTo>
                  <a:lnTo>
                    <a:pt x="762" y="0"/>
                  </a:lnTo>
                  <a:close/>
                </a:path>
              </a:pathLst>
            </a:custGeom>
            <a:solidFill>
              <a:srgbClr val="000000"/>
            </a:solidFill>
            <a:ln w="12690" cap="flat">
              <a:noFill/>
              <a:prstDash val="solid"/>
              <a:miter/>
            </a:ln>
          </p:spPr>
          <p:txBody>
            <a:bodyPr rtlCol="0" anchor="ctr"/>
            <a:lstStyle/>
            <a:p>
              <a:endParaRPr lang="en-US" sz="1350"/>
            </a:p>
          </p:txBody>
        </p:sp>
        <p:sp>
          <p:nvSpPr>
            <p:cNvPr id="604" name="Freeform: Shape 603">
              <a:extLst>
                <a:ext uri="{FF2B5EF4-FFF2-40B4-BE49-F238E27FC236}">
                  <a16:creationId xmlns:a16="http://schemas.microsoft.com/office/drawing/2014/main" id="{D31C1287-2B78-4D81-A929-C72993856B18}"/>
                </a:ext>
              </a:extLst>
            </p:cNvPr>
            <p:cNvSpPr/>
            <p:nvPr/>
          </p:nvSpPr>
          <p:spPr>
            <a:xfrm>
              <a:off x="11313381" y="970651"/>
              <a:ext cx="12696" cy="761"/>
            </a:xfrm>
            <a:custGeom>
              <a:avLst/>
              <a:gdLst>
                <a:gd name="connsiteX0" fmla="*/ 0 w 12696"/>
                <a:gd name="connsiteY0" fmla="*/ 0 h 761"/>
                <a:gd name="connsiteX1" fmla="*/ 0 w 12696"/>
                <a:gd name="connsiteY1" fmla="*/ 0 h 761"/>
                <a:gd name="connsiteX2" fmla="*/ 0 w 12696"/>
                <a:gd name="connsiteY2" fmla="*/ 0 h 761"/>
                <a:gd name="connsiteX3" fmla="*/ 0 w 12696"/>
                <a:gd name="connsiteY3" fmla="*/ 762 h 761"/>
              </a:gdLst>
              <a:ahLst/>
              <a:cxnLst>
                <a:cxn ang="0">
                  <a:pos x="connsiteX0" y="connsiteY0"/>
                </a:cxn>
                <a:cxn ang="0">
                  <a:pos x="connsiteX1" y="connsiteY1"/>
                </a:cxn>
                <a:cxn ang="0">
                  <a:pos x="connsiteX2" y="connsiteY2"/>
                </a:cxn>
                <a:cxn ang="0">
                  <a:pos x="connsiteX3" y="connsiteY3"/>
                </a:cxn>
              </a:cxnLst>
              <a:rect l="l" t="t" r="r" b="b"/>
              <a:pathLst>
                <a:path w="12696" h="761">
                  <a:moveTo>
                    <a:pt x="0" y="0"/>
                  </a:moveTo>
                  <a:cubicBezTo>
                    <a:pt x="0" y="0"/>
                    <a:pt x="0" y="0"/>
                    <a:pt x="0" y="0"/>
                  </a:cubicBezTo>
                  <a:lnTo>
                    <a:pt x="0" y="0"/>
                  </a:lnTo>
                  <a:lnTo>
                    <a:pt x="0" y="762"/>
                  </a:lnTo>
                  <a:close/>
                </a:path>
              </a:pathLst>
            </a:custGeom>
            <a:solidFill>
              <a:srgbClr val="000000"/>
            </a:solidFill>
            <a:ln w="12690" cap="flat">
              <a:noFill/>
              <a:prstDash val="solid"/>
              <a:miter/>
            </a:ln>
          </p:spPr>
          <p:txBody>
            <a:bodyPr rtlCol="0" anchor="ctr"/>
            <a:lstStyle/>
            <a:p>
              <a:endParaRPr lang="en-US" sz="1350"/>
            </a:p>
          </p:txBody>
        </p:sp>
        <p:sp>
          <p:nvSpPr>
            <p:cNvPr id="605" name="Freeform: Shape 604">
              <a:extLst>
                <a:ext uri="{FF2B5EF4-FFF2-40B4-BE49-F238E27FC236}">
                  <a16:creationId xmlns:a16="http://schemas.microsoft.com/office/drawing/2014/main" id="{33F8F802-FCE8-4FE3-8704-39D2B5FADC89}"/>
                </a:ext>
              </a:extLst>
            </p:cNvPr>
            <p:cNvSpPr/>
            <p:nvPr/>
          </p:nvSpPr>
          <p:spPr>
            <a:xfrm>
              <a:off x="12075476" y="495174"/>
              <a:ext cx="115128" cy="42392"/>
            </a:xfrm>
            <a:custGeom>
              <a:avLst/>
              <a:gdLst>
                <a:gd name="connsiteX0" fmla="*/ 6951 w 115128"/>
                <a:gd name="connsiteY0" fmla="*/ 239 h 42392"/>
                <a:gd name="connsiteX1" fmla="*/ 95 w 115128"/>
                <a:gd name="connsiteY1" fmla="*/ 3413 h 42392"/>
                <a:gd name="connsiteX2" fmla="*/ 95 w 115128"/>
                <a:gd name="connsiteY2" fmla="*/ 5064 h 42392"/>
                <a:gd name="connsiteX3" fmla="*/ 95 w 115128"/>
                <a:gd name="connsiteY3" fmla="*/ 6080 h 42392"/>
                <a:gd name="connsiteX4" fmla="*/ 95 w 115128"/>
                <a:gd name="connsiteY4" fmla="*/ 6968 h 42392"/>
                <a:gd name="connsiteX5" fmla="*/ 730 w 115128"/>
                <a:gd name="connsiteY5" fmla="*/ 7730 h 42392"/>
                <a:gd name="connsiteX6" fmla="*/ 730 w 115128"/>
                <a:gd name="connsiteY6" fmla="*/ 8492 h 42392"/>
                <a:gd name="connsiteX7" fmla="*/ 1492 w 115128"/>
                <a:gd name="connsiteY7" fmla="*/ 8492 h 42392"/>
                <a:gd name="connsiteX8" fmla="*/ 2508 w 115128"/>
                <a:gd name="connsiteY8" fmla="*/ 8492 h 42392"/>
                <a:gd name="connsiteX9" fmla="*/ 2508 w 115128"/>
                <a:gd name="connsiteY9" fmla="*/ 8492 h 42392"/>
                <a:gd name="connsiteX10" fmla="*/ 115129 w 115128"/>
                <a:gd name="connsiteY10" fmla="*/ 42392 h 42392"/>
                <a:gd name="connsiteX11" fmla="*/ 115129 w 115128"/>
                <a:gd name="connsiteY11" fmla="*/ 32108 h 42392"/>
                <a:gd name="connsiteX12" fmla="*/ 9618 w 115128"/>
                <a:gd name="connsiteY12" fmla="*/ 239 h 423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5128" h="42392">
                  <a:moveTo>
                    <a:pt x="6951" y="239"/>
                  </a:moveTo>
                  <a:cubicBezTo>
                    <a:pt x="4196" y="-586"/>
                    <a:pt x="1251" y="785"/>
                    <a:pt x="95" y="3413"/>
                  </a:cubicBezTo>
                  <a:cubicBezTo>
                    <a:pt x="-32" y="3959"/>
                    <a:pt x="-32" y="4518"/>
                    <a:pt x="95" y="5064"/>
                  </a:cubicBezTo>
                  <a:cubicBezTo>
                    <a:pt x="95" y="5064"/>
                    <a:pt x="95" y="5826"/>
                    <a:pt x="95" y="6080"/>
                  </a:cubicBezTo>
                  <a:cubicBezTo>
                    <a:pt x="95" y="6334"/>
                    <a:pt x="95" y="6715"/>
                    <a:pt x="95" y="6968"/>
                  </a:cubicBezTo>
                  <a:lnTo>
                    <a:pt x="730" y="7730"/>
                  </a:lnTo>
                  <a:lnTo>
                    <a:pt x="730" y="8492"/>
                  </a:lnTo>
                  <a:lnTo>
                    <a:pt x="1492" y="8492"/>
                  </a:lnTo>
                  <a:lnTo>
                    <a:pt x="2508" y="8492"/>
                  </a:lnTo>
                  <a:lnTo>
                    <a:pt x="2508" y="8492"/>
                  </a:lnTo>
                  <a:lnTo>
                    <a:pt x="115129" y="42392"/>
                  </a:lnTo>
                  <a:lnTo>
                    <a:pt x="115129" y="32108"/>
                  </a:lnTo>
                  <a:lnTo>
                    <a:pt x="9618" y="239"/>
                  </a:lnTo>
                  <a:close/>
                </a:path>
              </a:pathLst>
            </a:custGeom>
            <a:solidFill>
              <a:srgbClr val="000000"/>
            </a:solidFill>
            <a:ln w="12690" cap="flat">
              <a:noFill/>
              <a:prstDash val="solid"/>
              <a:miter/>
            </a:ln>
          </p:spPr>
          <p:txBody>
            <a:bodyPr rtlCol="0" anchor="ctr"/>
            <a:lstStyle/>
            <a:p>
              <a:endParaRPr lang="en-US" sz="1350"/>
            </a:p>
          </p:txBody>
        </p:sp>
        <p:sp>
          <p:nvSpPr>
            <p:cNvPr id="606" name="Freeform: Shape 605">
              <a:extLst>
                <a:ext uri="{FF2B5EF4-FFF2-40B4-BE49-F238E27FC236}">
                  <a16:creationId xmlns:a16="http://schemas.microsoft.com/office/drawing/2014/main" id="{00F383F2-495A-4D04-8C0B-5CD541B370FC}"/>
                </a:ext>
              </a:extLst>
            </p:cNvPr>
            <p:cNvSpPr/>
            <p:nvPr/>
          </p:nvSpPr>
          <p:spPr>
            <a:xfrm>
              <a:off x="12076276" y="81349"/>
              <a:ext cx="115217" cy="42813"/>
            </a:xfrm>
            <a:custGeom>
              <a:avLst/>
              <a:gdLst>
                <a:gd name="connsiteX0" fmla="*/ 6151 w 115217"/>
                <a:gd name="connsiteY0" fmla="*/ 279 h 42813"/>
                <a:gd name="connsiteX1" fmla="*/ 692 w 115217"/>
                <a:gd name="connsiteY1" fmla="*/ 1422 h 42813"/>
                <a:gd name="connsiteX2" fmla="*/ 57 w 115217"/>
                <a:gd name="connsiteY2" fmla="*/ 2311 h 42813"/>
                <a:gd name="connsiteX3" fmla="*/ 57 w 115217"/>
                <a:gd name="connsiteY3" fmla="*/ 3073 h 42813"/>
                <a:gd name="connsiteX4" fmla="*/ 57 w 115217"/>
                <a:gd name="connsiteY4" fmla="*/ 3073 h 42813"/>
                <a:gd name="connsiteX5" fmla="*/ 57 w 115217"/>
                <a:gd name="connsiteY5" fmla="*/ 3708 h 42813"/>
                <a:gd name="connsiteX6" fmla="*/ 57 w 115217"/>
                <a:gd name="connsiteY6" fmla="*/ 4723 h 42813"/>
                <a:gd name="connsiteX7" fmla="*/ 57 w 115217"/>
                <a:gd name="connsiteY7" fmla="*/ 5612 h 42813"/>
                <a:gd name="connsiteX8" fmla="*/ 57 w 115217"/>
                <a:gd name="connsiteY8" fmla="*/ 6501 h 42813"/>
                <a:gd name="connsiteX9" fmla="*/ 57 w 115217"/>
                <a:gd name="connsiteY9" fmla="*/ 7390 h 42813"/>
                <a:gd name="connsiteX10" fmla="*/ 692 w 115217"/>
                <a:gd name="connsiteY10" fmla="*/ 8024 h 42813"/>
                <a:gd name="connsiteX11" fmla="*/ 1708 w 115217"/>
                <a:gd name="connsiteY11" fmla="*/ 8786 h 42813"/>
                <a:gd name="connsiteX12" fmla="*/ 2596 w 115217"/>
                <a:gd name="connsiteY12" fmla="*/ 8786 h 42813"/>
                <a:gd name="connsiteX13" fmla="*/ 2596 w 115217"/>
                <a:gd name="connsiteY13" fmla="*/ 8786 h 42813"/>
                <a:gd name="connsiteX14" fmla="*/ 9707 w 115217"/>
                <a:gd name="connsiteY14" fmla="*/ 10945 h 42813"/>
                <a:gd name="connsiteX15" fmla="*/ 115217 w 115217"/>
                <a:gd name="connsiteY15" fmla="*/ 42814 h 42813"/>
                <a:gd name="connsiteX16" fmla="*/ 115217 w 115217"/>
                <a:gd name="connsiteY16" fmla="*/ 32529 h 42813"/>
                <a:gd name="connsiteX17" fmla="*/ 14912 w 115217"/>
                <a:gd name="connsiteY17" fmla="*/ 2184 h 42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15217" h="42813">
                  <a:moveTo>
                    <a:pt x="6151" y="279"/>
                  </a:moveTo>
                  <a:cubicBezTo>
                    <a:pt x="4260" y="-343"/>
                    <a:pt x="2177" y="89"/>
                    <a:pt x="692" y="1422"/>
                  </a:cubicBezTo>
                  <a:cubicBezTo>
                    <a:pt x="413" y="1663"/>
                    <a:pt x="196" y="1968"/>
                    <a:pt x="57" y="2311"/>
                  </a:cubicBezTo>
                  <a:cubicBezTo>
                    <a:pt x="19" y="2565"/>
                    <a:pt x="19" y="2819"/>
                    <a:pt x="57" y="3073"/>
                  </a:cubicBezTo>
                  <a:lnTo>
                    <a:pt x="57" y="3073"/>
                  </a:lnTo>
                  <a:lnTo>
                    <a:pt x="57" y="3708"/>
                  </a:lnTo>
                  <a:cubicBezTo>
                    <a:pt x="-7" y="4038"/>
                    <a:pt x="-7" y="4393"/>
                    <a:pt x="57" y="4723"/>
                  </a:cubicBezTo>
                  <a:cubicBezTo>
                    <a:pt x="-7" y="5015"/>
                    <a:pt x="-7" y="5320"/>
                    <a:pt x="57" y="5612"/>
                  </a:cubicBezTo>
                  <a:cubicBezTo>
                    <a:pt x="-19" y="5904"/>
                    <a:pt x="-19" y="6209"/>
                    <a:pt x="57" y="6501"/>
                  </a:cubicBezTo>
                  <a:cubicBezTo>
                    <a:pt x="31" y="6793"/>
                    <a:pt x="31" y="7098"/>
                    <a:pt x="57" y="7390"/>
                  </a:cubicBezTo>
                  <a:lnTo>
                    <a:pt x="692" y="8024"/>
                  </a:lnTo>
                  <a:cubicBezTo>
                    <a:pt x="971" y="8342"/>
                    <a:pt x="1314" y="8609"/>
                    <a:pt x="1708" y="8786"/>
                  </a:cubicBezTo>
                  <a:lnTo>
                    <a:pt x="2596" y="8786"/>
                  </a:lnTo>
                  <a:lnTo>
                    <a:pt x="2596" y="8786"/>
                  </a:lnTo>
                  <a:lnTo>
                    <a:pt x="9707" y="10945"/>
                  </a:lnTo>
                  <a:lnTo>
                    <a:pt x="115217" y="42814"/>
                  </a:lnTo>
                  <a:lnTo>
                    <a:pt x="115217" y="32529"/>
                  </a:lnTo>
                  <a:lnTo>
                    <a:pt x="14912" y="2184"/>
                  </a:lnTo>
                  <a:close/>
                </a:path>
              </a:pathLst>
            </a:custGeom>
            <a:solidFill>
              <a:srgbClr val="000000"/>
            </a:solidFill>
            <a:ln w="12690" cap="flat">
              <a:noFill/>
              <a:prstDash val="solid"/>
              <a:miter/>
            </a:ln>
          </p:spPr>
          <p:txBody>
            <a:bodyPr rtlCol="0" anchor="ctr"/>
            <a:lstStyle/>
            <a:p>
              <a:endParaRPr lang="en-US" sz="1350"/>
            </a:p>
          </p:txBody>
        </p:sp>
        <p:sp>
          <p:nvSpPr>
            <p:cNvPr id="607" name="Freeform: Shape 606">
              <a:extLst>
                <a:ext uri="{FF2B5EF4-FFF2-40B4-BE49-F238E27FC236}">
                  <a16:creationId xmlns:a16="http://schemas.microsoft.com/office/drawing/2014/main" id="{3A5CB5C7-2174-4571-8F04-ABC313A4C6D2}"/>
                </a:ext>
              </a:extLst>
            </p:cNvPr>
            <p:cNvSpPr/>
            <p:nvPr/>
          </p:nvSpPr>
          <p:spPr>
            <a:xfrm>
              <a:off x="11518816" y="1372121"/>
              <a:ext cx="672931" cy="224858"/>
            </a:xfrm>
            <a:custGeom>
              <a:avLst/>
              <a:gdLst>
                <a:gd name="connsiteX0" fmla="*/ 7364 w 672931"/>
                <a:gd name="connsiteY0" fmla="*/ 3555 h 224858"/>
                <a:gd name="connsiteX1" fmla="*/ 1904 w 672931"/>
                <a:gd name="connsiteY1" fmla="*/ 8380 h 224858"/>
                <a:gd name="connsiteX2" fmla="*/ 0 w 672931"/>
                <a:gd name="connsiteY2" fmla="*/ 8380 h 224858"/>
                <a:gd name="connsiteX3" fmla="*/ 0 w 672931"/>
                <a:gd name="connsiteY3" fmla="*/ 8380 h 224858"/>
                <a:gd name="connsiteX4" fmla="*/ 672932 w 672931"/>
                <a:gd name="connsiteY4" fmla="*/ 224859 h 224858"/>
                <a:gd name="connsiteX5" fmla="*/ 672932 w 672931"/>
                <a:gd name="connsiteY5" fmla="*/ 214448 h 224858"/>
                <a:gd name="connsiteX6" fmla="*/ 7364 w 672931"/>
                <a:gd name="connsiteY6" fmla="*/ 0 h 224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2931" h="224858">
                  <a:moveTo>
                    <a:pt x="7364" y="3555"/>
                  </a:moveTo>
                  <a:cubicBezTo>
                    <a:pt x="7161" y="6386"/>
                    <a:pt x="4736" y="8519"/>
                    <a:pt x="1904" y="8380"/>
                  </a:cubicBezTo>
                  <a:lnTo>
                    <a:pt x="0" y="8380"/>
                  </a:lnTo>
                  <a:lnTo>
                    <a:pt x="0" y="8380"/>
                  </a:lnTo>
                  <a:lnTo>
                    <a:pt x="672932" y="224859"/>
                  </a:lnTo>
                  <a:lnTo>
                    <a:pt x="672932" y="214448"/>
                  </a:lnTo>
                  <a:lnTo>
                    <a:pt x="7364" y="0"/>
                  </a:lnTo>
                  <a:close/>
                </a:path>
              </a:pathLst>
            </a:custGeom>
            <a:solidFill>
              <a:schemeClr val="accent4"/>
            </a:solidFill>
            <a:ln w="12690" cap="flat">
              <a:noFill/>
              <a:prstDash val="solid"/>
              <a:miter/>
            </a:ln>
          </p:spPr>
          <p:txBody>
            <a:bodyPr rtlCol="0" anchor="ctr"/>
            <a:lstStyle/>
            <a:p>
              <a:endParaRPr lang="en-US" sz="1350"/>
            </a:p>
          </p:txBody>
        </p:sp>
        <p:sp>
          <p:nvSpPr>
            <p:cNvPr id="608" name="Freeform: Shape 607">
              <a:extLst>
                <a:ext uri="{FF2B5EF4-FFF2-40B4-BE49-F238E27FC236}">
                  <a16:creationId xmlns:a16="http://schemas.microsoft.com/office/drawing/2014/main" id="{056E8007-D843-4FB7-AA9E-1BEC565C6666}"/>
                </a:ext>
              </a:extLst>
            </p:cNvPr>
            <p:cNvSpPr/>
            <p:nvPr/>
          </p:nvSpPr>
          <p:spPr>
            <a:xfrm>
              <a:off x="11515642" y="1166689"/>
              <a:ext cx="9" cy="888"/>
            </a:xfrm>
            <a:custGeom>
              <a:avLst/>
              <a:gdLst>
                <a:gd name="connsiteX0" fmla="*/ 0 w 9"/>
                <a:gd name="connsiteY0" fmla="*/ 127 h 888"/>
                <a:gd name="connsiteX1" fmla="*/ 0 w 9"/>
                <a:gd name="connsiteY1" fmla="*/ 889 h 888"/>
                <a:gd name="connsiteX2" fmla="*/ 0 w 9"/>
                <a:gd name="connsiteY2" fmla="*/ 0 h 888"/>
              </a:gdLst>
              <a:ahLst/>
              <a:cxnLst>
                <a:cxn ang="0">
                  <a:pos x="connsiteX0" y="connsiteY0"/>
                </a:cxn>
                <a:cxn ang="0">
                  <a:pos x="connsiteX1" y="connsiteY1"/>
                </a:cxn>
                <a:cxn ang="0">
                  <a:pos x="connsiteX2" y="connsiteY2"/>
                </a:cxn>
              </a:cxnLst>
              <a:rect l="l" t="t" r="r" b="b"/>
              <a:pathLst>
                <a:path w="9" h="888">
                  <a:moveTo>
                    <a:pt x="0" y="127"/>
                  </a:moveTo>
                  <a:cubicBezTo>
                    <a:pt x="0" y="127"/>
                    <a:pt x="0" y="127"/>
                    <a:pt x="0" y="889"/>
                  </a:cubicBezTo>
                  <a:cubicBezTo>
                    <a:pt x="12" y="597"/>
                    <a:pt x="12" y="292"/>
                    <a:pt x="0" y="0"/>
                  </a:cubicBezTo>
                  <a:close/>
                </a:path>
              </a:pathLst>
            </a:custGeom>
            <a:solidFill>
              <a:srgbClr val="000000"/>
            </a:solidFill>
            <a:ln w="12690" cap="flat">
              <a:noFill/>
              <a:prstDash val="solid"/>
              <a:miter/>
            </a:ln>
          </p:spPr>
          <p:txBody>
            <a:bodyPr rtlCol="0" anchor="ctr"/>
            <a:lstStyle/>
            <a:p>
              <a:endParaRPr lang="en-US" sz="1350"/>
            </a:p>
          </p:txBody>
        </p:sp>
        <p:sp>
          <p:nvSpPr>
            <p:cNvPr id="609" name="Freeform: Shape 608">
              <a:extLst>
                <a:ext uri="{FF2B5EF4-FFF2-40B4-BE49-F238E27FC236}">
                  <a16:creationId xmlns:a16="http://schemas.microsoft.com/office/drawing/2014/main" id="{792DEF78-5B52-4AB5-98E5-4766575947E3}"/>
                </a:ext>
              </a:extLst>
            </p:cNvPr>
            <p:cNvSpPr/>
            <p:nvPr/>
          </p:nvSpPr>
          <p:spPr>
            <a:xfrm>
              <a:off x="11518816" y="1166054"/>
              <a:ext cx="672677" cy="223208"/>
            </a:xfrm>
            <a:custGeom>
              <a:avLst/>
              <a:gdLst>
                <a:gd name="connsiteX0" fmla="*/ 5713 w 672677"/>
                <a:gd name="connsiteY0" fmla="*/ 5967 h 223208"/>
                <a:gd name="connsiteX1" fmla="*/ 1904 w 672677"/>
                <a:gd name="connsiteY1" fmla="*/ 7364 h 223208"/>
                <a:gd name="connsiteX2" fmla="*/ 0 w 672677"/>
                <a:gd name="connsiteY2" fmla="*/ 7364 h 223208"/>
                <a:gd name="connsiteX3" fmla="*/ 0 w 672677"/>
                <a:gd name="connsiteY3" fmla="*/ 7364 h 223208"/>
                <a:gd name="connsiteX4" fmla="*/ 1777 w 672677"/>
                <a:gd name="connsiteY4" fmla="*/ 7364 h 223208"/>
                <a:gd name="connsiteX5" fmla="*/ 672678 w 672677"/>
                <a:gd name="connsiteY5" fmla="*/ 223208 h 223208"/>
                <a:gd name="connsiteX6" fmla="*/ 672678 w 672677"/>
                <a:gd name="connsiteY6" fmla="*/ 212797 h 223208"/>
                <a:gd name="connsiteX7" fmla="*/ 12443 w 672677"/>
                <a:gd name="connsiteY7" fmla="*/ 0 h 2232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72677" h="223208">
                  <a:moveTo>
                    <a:pt x="5713" y="5967"/>
                  </a:moveTo>
                  <a:cubicBezTo>
                    <a:pt x="4647" y="6869"/>
                    <a:pt x="3301" y="7364"/>
                    <a:pt x="1904" y="7364"/>
                  </a:cubicBezTo>
                  <a:lnTo>
                    <a:pt x="0" y="7364"/>
                  </a:lnTo>
                  <a:lnTo>
                    <a:pt x="0" y="7364"/>
                  </a:lnTo>
                  <a:lnTo>
                    <a:pt x="1777" y="7364"/>
                  </a:lnTo>
                  <a:lnTo>
                    <a:pt x="672678" y="223208"/>
                  </a:lnTo>
                  <a:lnTo>
                    <a:pt x="672678" y="212797"/>
                  </a:lnTo>
                  <a:lnTo>
                    <a:pt x="12443" y="0"/>
                  </a:lnTo>
                  <a:close/>
                </a:path>
              </a:pathLst>
            </a:custGeom>
            <a:solidFill>
              <a:srgbClr val="000000"/>
            </a:solidFill>
            <a:ln w="12690" cap="flat">
              <a:noFill/>
              <a:prstDash val="solid"/>
              <a:miter/>
            </a:ln>
          </p:spPr>
          <p:txBody>
            <a:bodyPr rtlCol="0" anchor="ctr"/>
            <a:lstStyle/>
            <a:p>
              <a:endParaRPr lang="en-US" sz="1350"/>
            </a:p>
          </p:txBody>
        </p:sp>
        <p:sp>
          <p:nvSpPr>
            <p:cNvPr id="610" name="Freeform: Shape 609">
              <a:extLst>
                <a:ext uri="{FF2B5EF4-FFF2-40B4-BE49-F238E27FC236}">
                  <a16:creationId xmlns:a16="http://schemas.microsoft.com/office/drawing/2014/main" id="{0372DF7C-7C4E-4099-A7D6-7571AF2C13A0}"/>
                </a:ext>
              </a:extLst>
            </p:cNvPr>
            <p:cNvSpPr/>
            <p:nvPr/>
          </p:nvSpPr>
          <p:spPr>
            <a:xfrm>
              <a:off x="12104139" y="643457"/>
              <a:ext cx="87608" cy="36566"/>
            </a:xfrm>
            <a:custGeom>
              <a:avLst/>
              <a:gdLst>
                <a:gd name="connsiteX0" fmla="*/ 0 w 87608"/>
                <a:gd name="connsiteY0" fmla="*/ 0 h 36566"/>
                <a:gd name="connsiteX1" fmla="*/ 2920 w 87608"/>
                <a:gd name="connsiteY1" fmla="*/ 1270 h 36566"/>
                <a:gd name="connsiteX2" fmla="*/ 3263 w 87608"/>
                <a:gd name="connsiteY2" fmla="*/ 7910 h 36566"/>
                <a:gd name="connsiteX3" fmla="*/ 2920 w 87608"/>
                <a:gd name="connsiteY3" fmla="*/ 8253 h 36566"/>
                <a:gd name="connsiteX4" fmla="*/ 635 w 87608"/>
                <a:gd name="connsiteY4" fmla="*/ 10284 h 36566"/>
                <a:gd name="connsiteX5" fmla="*/ 87608 w 87608"/>
                <a:gd name="connsiteY5" fmla="*/ 36567 h 36566"/>
                <a:gd name="connsiteX6" fmla="*/ 87608 w 87608"/>
                <a:gd name="connsiteY6" fmla="*/ 26282 h 36566"/>
                <a:gd name="connsiteX7" fmla="*/ 889 w 87608"/>
                <a:gd name="connsiteY7" fmla="*/ 0 h 365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608" h="36566">
                  <a:moveTo>
                    <a:pt x="0" y="0"/>
                  </a:moveTo>
                  <a:cubicBezTo>
                    <a:pt x="1080" y="127"/>
                    <a:pt x="2095" y="571"/>
                    <a:pt x="2920" y="1270"/>
                  </a:cubicBezTo>
                  <a:cubicBezTo>
                    <a:pt x="4850" y="3009"/>
                    <a:pt x="5002" y="5980"/>
                    <a:pt x="3263" y="7910"/>
                  </a:cubicBezTo>
                  <a:cubicBezTo>
                    <a:pt x="3162" y="8024"/>
                    <a:pt x="3047" y="8139"/>
                    <a:pt x="2920" y="8253"/>
                  </a:cubicBezTo>
                  <a:lnTo>
                    <a:pt x="635" y="10284"/>
                  </a:lnTo>
                  <a:lnTo>
                    <a:pt x="87608" y="36567"/>
                  </a:lnTo>
                  <a:lnTo>
                    <a:pt x="87608" y="26282"/>
                  </a:lnTo>
                  <a:lnTo>
                    <a:pt x="889" y="0"/>
                  </a:lnTo>
                  <a:close/>
                </a:path>
              </a:pathLst>
            </a:custGeom>
            <a:solidFill>
              <a:srgbClr val="000000"/>
            </a:solidFill>
            <a:ln w="12690" cap="flat">
              <a:noFill/>
              <a:prstDash val="solid"/>
              <a:miter/>
            </a:ln>
          </p:spPr>
          <p:txBody>
            <a:bodyPr rtlCol="0" anchor="ctr"/>
            <a:lstStyle/>
            <a:p>
              <a:endParaRPr lang="en-US" sz="1350"/>
            </a:p>
          </p:txBody>
        </p:sp>
        <p:sp>
          <p:nvSpPr>
            <p:cNvPr id="611" name="Freeform: Shape 610">
              <a:extLst>
                <a:ext uri="{FF2B5EF4-FFF2-40B4-BE49-F238E27FC236}">
                  <a16:creationId xmlns:a16="http://schemas.microsoft.com/office/drawing/2014/main" id="{44A7381D-AB02-43E2-BB2B-6F049DC067C1}"/>
                </a:ext>
              </a:extLst>
            </p:cNvPr>
            <p:cNvSpPr/>
            <p:nvPr/>
          </p:nvSpPr>
          <p:spPr>
            <a:xfrm>
              <a:off x="11997740" y="2095706"/>
              <a:ext cx="189690" cy="251267"/>
            </a:xfrm>
            <a:custGeom>
              <a:avLst/>
              <a:gdLst>
                <a:gd name="connsiteX0" fmla="*/ 184231 w 189690"/>
                <a:gd name="connsiteY0" fmla="*/ 6475 h 251267"/>
                <a:gd name="connsiteX1" fmla="*/ 178899 w 189690"/>
                <a:gd name="connsiteY1" fmla="*/ 1663 h 251267"/>
                <a:gd name="connsiteX2" fmla="*/ 178899 w 189690"/>
                <a:gd name="connsiteY2" fmla="*/ 1524 h 251267"/>
                <a:gd name="connsiteX3" fmla="*/ 178899 w 189690"/>
                <a:gd name="connsiteY3" fmla="*/ 0 h 251267"/>
                <a:gd name="connsiteX4" fmla="*/ 0 w 189690"/>
                <a:gd name="connsiteY4" fmla="*/ 233746 h 251267"/>
                <a:gd name="connsiteX5" fmla="*/ 0 w 189690"/>
                <a:gd name="connsiteY5" fmla="*/ 249363 h 251267"/>
                <a:gd name="connsiteX6" fmla="*/ 0 w 189690"/>
                <a:gd name="connsiteY6" fmla="*/ 249363 h 251267"/>
                <a:gd name="connsiteX7" fmla="*/ 0 w 189690"/>
                <a:gd name="connsiteY7" fmla="*/ 250379 h 251267"/>
                <a:gd name="connsiteX8" fmla="*/ 0 w 189690"/>
                <a:gd name="connsiteY8" fmla="*/ 251268 h 251267"/>
                <a:gd name="connsiteX9" fmla="*/ 0 w 189690"/>
                <a:gd name="connsiteY9" fmla="*/ 251268 h 251267"/>
                <a:gd name="connsiteX10" fmla="*/ 189691 w 189690"/>
                <a:gd name="connsiteY10" fmla="*/ 3809 h 251267"/>
                <a:gd name="connsiteX11" fmla="*/ 189691 w 189690"/>
                <a:gd name="connsiteY11" fmla="*/ 3809 h 251267"/>
                <a:gd name="connsiteX12" fmla="*/ 184231 w 189690"/>
                <a:gd name="connsiteY12" fmla="*/ 6475 h 2512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89690" h="251267">
                  <a:moveTo>
                    <a:pt x="184231" y="6475"/>
                  </a:moveTo>
                  <a:cubicBezTo>
                    <a:pt x="181425" y="6615"/>
                    <a:pt x="179038" y="4457"/>
                    <a:pt x="178899" y="1663"/>
                  </a:cubicBezTo>
                  <a:cubicBezTo>
                    <a:pt x="178899" y="1613"/>
                    <a:pt x="178899" y="1575"/>
                    <a:pt x="178899" y="1524"/>
                  </a:cubicBezTo>
                  <a:lnTo>
                    <a:pt x="178899" y="0"/>
                  </a:lnTo>
                  <a:lnTo>
                    <a:pt x="0" y="233746"/>
                  </a:lnTo>
                  <a:lnTo>
                    <a:pt x="0" y="249363"/>
                  </a:lnTo>
                  <a:cubicBezTo>
                    <a:pt x="0" y="249363"/>
                    <a:pt x="0" y="249363"/>
                    <a:pt x="0" y="249363"/>
                  </a:cubicBezTo>
                  <a:cubicBezTo>
                    <a:pt x="0" y="249363"/>
                    <a:pt x="0" y="249998"/>
                    <a:pt x="0" y="250379"/>
                  </a:cubicBezTo>
                  <a:lnTo>
                    <a:pt x="0" y="251268"/>
                  </a:lnTo>
                  <a:lnTo>
                    <a:pt x="0" y="251268"/>
                  </a:lnTo>
                  <a:lnTo>
                    <a:pt x="189691" y="3809"/>
                  </a:lnTo>
                  <a:lnTo>
                    <a:pt x="189691" y="3809"/>
                  </a:lnTo>
                  <a:cubicBezTo>
                    <a:pt x="188599" y="5752"/>
                    <a:pt x="186427" y="6806"/>
                    <a:pt x="184231" y="6475"/>
                  </a:cubicBezTo>
                  <a:close/>
                </a:path>
              </a:pathLst>
            </a:custGeom>
            <a:solidFill>
              <a:srgbClr val="000000"/>
            </a:solidFill>
            <a:ln w="12690" cap="flat">
              <a:noFill/>
              <a:prstDash val="solid"/>
              <a:miter/>
            </a:ln>
          </p:spPr>
          <p:txBody>
            <a:bodyPr rtlCol="0" anchor="ctr"/>
            <a:lstStyle/>
            <a:p>
              <a:endParaRPr lang="en-US" sz="1350"/>
            </a:p>
          </p:txBody>
        </p:sp>
        <p:sp>
          <p:nvSpPr>
            <p:cNvPr id="612" name="Freeform: Shape 611">
              <a:extLst>
                <a:ext uri="{FF2B5EF4-FFF2-40B4-BE49-F238E27FC236}">
                  <a16:creationId xmlns:a16="http://schemas.microsoft.com/office/drawing/2014/main" id="{5221CEDD-2E0C-4609-8D6B-A1CDBE79C16D}"/>
                </a:ext>
              </a:extLst>
            </p:cNvPr>
            <p:cNvSpPr/>
            <p:nvPr/>
          </p:nvSpPr>
          <p:spPr>
            <a:xfrm>
              <a:off x="12183621" y="1886338"/>
              <a:ext cx="1015" cy="12696"/>
            </a:xfrm>
            <a:custGeom>
              <a:avLst/>
              <a:gdLst>
                <a:gd name="connsiteX0" fmla="*/ 1016 w 1015"/>
                <a:gd name="connsiteY0" fmla="*/ 0 h 12696"/>
                <a:gd name="connsiteX1" fmla="*/ 0 w 1015"/>
                <a:gd name="connsiteY1" fmla="*/ 0 h 12696"/>
                <a:gd name="connsiteX2" fmla="*/ 0 w 1015"/>
                <a:gd name="connsiteY2" fmla="*/ 0 h 12696"/>
              </a:gdLst>
              <a:ahLst/>
              <a:cxnLst>
                <a:cxn ang="0">
                  <a:pos x="connsiteX0" y="connsiteY0"/>
                </a:cxn>
                <a:cxn ang="0">
                  <a:pos x="connsiteX1" y="connsiteY1"/>
                </a:cxn>
                <a:cxn ang="0">
                  <a:pos x="connsiteX2" y="connsiteY2"/>
                </a:cxn>
              </a:cxnLst>
              <a:rect l="l" t="t" r="r" b="b"/>
              <a:pathLst>
                <a:path w="1015" h="12696">
                  <a:moveTo>
                    <a:pt x="1016"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613" name="Freeform: Shape 612">
              <a:extLst>
                <a:ext uri="{FF2B5EF4-FFF2-40B4-BE49-F238E27FC236}">
                  <a16:creationId xmlns:a16="http://schemas.microsoft.com/office/drawing/2014/main" id="{CB23C1D4-C987-48AC-B43C-8CEADAEB4A38}"/>
                </a:ext>
              </a:extLst>
            </p:cNvPr>
            <p:cNvSpPr/>
            <p:nvPr/>
          </p:nvSpPr>
          <p:spPr>
            <a:xfrm>
              <a:off x="12176765" y="1890401"/>
              <a:ext cx="10537" cy="211909"/>
            </a:xfrm>
            <a:custGeom>
              <a:avLst/>
              <a:gdLst>
                <a:gd name="connsiteX0" fmla="*/ 10538 w 10537"/>
                <a:gd name="connsiteY0" fmla="*/ 1143 h 211909"/>
                <a:gd name="connsiteX1" fmla="*/ 10538 w 10537"/>
                <a:gd name="connsiteY1" fmla="*/ 1143 h 211909"/>
                <a:gd name="connsiteX2" fmla="*/ 9776 w 10537"/>
                <a:gd name="connsiteY2" fmla="*/ 2793 h 211909"/>
                <a:gd name="connsiteX3" fmla="*/ 0 w 10537"/>
                <a:gd name="connsiteY3" fmla="*/ 15490 h 211909"/>
                <a:gd name="connsiteX4" fmla="*/ 0 w 10537"/>
                <a:gd name="connsiteY4" fmla="*/ 206956 h 211909"/>
                <a:gd name="connsiteX5" fmla="*/ 5193 w 10537"/>
                <a:gd name="connsiteY5" fmla="*/ 211908 h 211909"/>
                <a:gd name="connsiteX6" fmla="*/ 5332 w 10537"/>
                <a:gd name="connsiteY6" fmla="*/ 211908 h 211909"/>
                <a:gd name="connsiteX7" fmla="*/ 10030 w 10537"/>
                <a:gd name="connsiteY7" fmla="*/ 209369 h 211909"/>
                <a:gd name="connsiteX8" fmla="*/ 10030 w 10537"/>
                <a:gd name="connsiteY8" fmla="*/ 208480 h 211909"/>
                <a:gd name="connsiteX9" fmla="*/ 10030 w 10537"/>
                <a:gd name="connsiteY9" fmla="*/ 207464 h 211909"/>
                <a:gd name="connsiteX10" fmla="*/ 10030 w 10537"/>
                <a:gd name="connsiteY10" fmla="*/ 207464 h 211909"/>
                <a:gd name="connsiteX11" fmla="*/ 10030 w 10537"/>
                <a:gd name="connsiteY11" fmla="*/ 0 h 211909"/>
                <a:gd name="connsiteX12" fmla="*/ 10538 w 10537"/>
                <a:gd name="connsiteY12" fmla="*/ 1143 h 2119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537" h="211909">
                  <a:moveTo>
                    <a:pt x="10538" y="1143"/>
                  </a:moveTo>
                  <a:lnTo>
                    <a:pt x="10538" y="1143"/>
                  </a:lnTo>
                  <a:cubicBezTo>
                    <a:pt x="10411" y="1739"/>
                    <a:pt x="10157" y="2311"/>
                    <a:pt x="9776" y="2793"/>
                  </a:cubicBezTo>
                  <a:lnTo>
                    <a:pt x="0" y="15490"/>
                  </a:lnTo>
                  <a:lnTo>
                    <a:pt x="0" y="206956"/>
                  </a:lnTo>
                  <a:cubicBezTo>
                    <a:pt x="63" y="209762"/>
                    <a:pt x="2399" y="211984"/>
                    <a:pt x="5193" y="211908"/>
                  </a:cubicBezTo>
                  <a:cubicBezTo>
                    <a:pt x="5243" y="211908"/>
                    <a:pt x="5281" y="211908"/>
                    <a:pt x="5332" y="211908"/>
                  </a:cubicBezTo>
                  <a:cubicBezTo>
                    <a:pt x="7237" y="211959"/>
                    <a:pt x="9027" y="210994"/>
                    <a:pt x="10030" y="209369"/>
                  </a:cubicBezTo>
                  <a:lnTo>
                    <a:pt x="10030" y="208480"/>
                  </a:lnTo>
                  <a:cubicBezTo>
                    <a:pt x="10081" y="208150"/>
                    <a:pt x="10081" y="207794"/>
                    <a:pt x="10030" y="207464"/>
                  </a:cubicBezTo>
                  <a:cubicBezTo>
                    <a:pt x="10030" y="207464"/>
                    <a:pt x="10030" y="207464"/>
                    <a:pt x="10030" y="207464"/>
                  </a:cubicBezTo>
                  <a:lnTo>
                    <a:pt x="10030" y="0"/>
                  </a:lnTo>
                  <a:cubicBezTo>
                    <a:pt x="10271" y="343"/>
                    <a:pt x="10436" y="736"/>
                    <a:pt x="10538" y="1143"/>
                  </a:cubicBezTo>
                  <a:close/>
                </a:path>
              </a:pathLst>
            </a:custGeom>
            <a:solidFill>
              <a:srgbClr val="000000"/>
            </a:solidFill>
            <a:ln w="12690" cap="flat">
              <a:noFill/>
              <a:prstDash val="solid"/>
              <a:miter/>
            </a:ln>
          </p:spPr>
          <p:txBody>
            <a:bodyPr rtlCol="0" anchor="ctr"/>
            <a:lstStyle/>
            <a:p>
              <a:endParaRPr lang="en-US" sz="1350"/>
            </a:p>
          </p:txBody>
        </p:sp>
        <p:sp>
          <p:nvSpPr>
            <p:cNvPr id="614" name="Freeform: Shape 613">
              <a:extLst>
                <a:ext uri="{FF2B5EF4-FFF2-40B4-BE49-F238E27FC236}">
                  <a16:creationId xmlns:a16="http://schemas.microsoft.com/office/drawing/2014/main" id="{177334C3-6332-4795-A390-2B4AF7593E57}"/>
                </a:ext>
              </a:extLst>
            </p:cNvPr>
            <p:cNvSpPr/>
            <p:nvPr/>
          </p:nvSpPr>
          <p:spPr>
            <a:xfrm>
              <a:off x="11987075" y="1888496"/>
              <a:ext cx="197054" cy="247712"/>
            </a:xfrm>
            <a:custGeom>
              <a:avLst/>
              <a:gdLst>
                <a:gd name="connsiteX0" fmla="*/ 6856 w 197054"/>
                <a:gd name="connsiteY0" fmla="*/ 244792 h 247712"/>
                <a:gd name="connsiteX1" fmla="*/ 6856 w 197054"/>
                <a:gd name="connsiteY1" fmla="*/ 244792 h 247712"/>
                <a:gd name="connsiteX2" fmla="*/ 7618 w 197054"/>
                <a:gd name="connsiteY2" fmla="*/ 244792 h 247712"/>
                <a:gd name="connsiteX3" fmla="*/ 7618 w 197054"/>
                <a:gd name="connsiteY3" fmla="*/ 244792 h 247712"/>
                <a:gd name="connsiteX4" fmla="*/ 7618 w 197054"/>
                <a:gd name="connsiteY4" fmla="*/ 244792 h 247712"/>
                <a:gd name="connsiteX5" fmla="*/ 7618 w 197054"/>
                <a:gd name="connsiteY5" fmla="*/ 244792 h 247712"/>
                <a:gd name="connsiteX6" fmla="*/ 7618 w 197054"/>
                <a:gd name="connsiteY6" fmla="*/ 244792 h 247712"/>
                <a:gd name="connsiteX7" fmla="*/ 7618 w 197054"/>
                <a:gd name="connsiteY7" fmla="*/ 244792 h 247712"/>
                <a:gd name="connsiteX8" fmla="*/ 7618 w 197054"/>
                <a:gd name="connsiteY8" fmla="*/ 244792 h 247712"/>
                <a:gd name="connsiteX9" fmla="*/ 7618 w 197054"/>
                <a:gd name="connsiteY9" fmla="*/ 245554 h 247712"/>
                <a:gd name="connsiteX10" fmla="*/ 7618 w 197054"/>
                <a:gd name="connsiteY10" fmla="*/ 247712 h 247712"/>
                <a:gd name="connsiteX11" fmla="*/ 186516 w 197054"/>
                <a:gd name="connsiteY11" fmla="*/ 14347 h 247712"/>
                <a:gd name="connsiteX12" fmla="*/ 196292 w 197054"/>
                <a:gd name="connsiteY12" fmla="*/ 1650 h 247712"/>
                <a:gd name="connsiteX13" fmla="*/ 197054 w 197054"/>
                <a:gd name="connsiteY13" fmla="*/ 0 h 247712"/>
                <a:gd name="connsiteX14" fmla="*/ 191849 w 197054"/>
                <a:gd name="connsiteY14" fmla="*/ 3809 h 247712"/>
                <a:gd name="connsiteX15" fmla="*/ 190706 w 197054"/>
                <a:gd name="connsiteY15" fmla="*/ 3809 h 247712"/>
                <a:gd name="connsiteX16" fmla="*/ 182834 w 197054"/>
                <a:gd name="connsiteY16" fmla="*/ 2158 h 247712"/>
                <a:gd name="connsiteX17" fmla="*/ 0 w 197054"/>
                <a:gd name="connsiteY17" fmla="*/ 240602 h 2477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7054" h="247712">
                  <a:moveTo>
                    <a:pt x="6856" y="244792"/>
                  </a:moveTo>
                  <a:lnTo>
                    <a:pt x="6856" y="244792"/>
                  </a:lnTo>
                  <a:lnTo>
                    <a:pt x="7618" y="244792"/>
                  </a:lnTo>
                  <a:lnTo>
                    <a:pt x="7618" y="244792"/>
                  </a:lnTo>
                  <a:lnTo>
                    <a:pt x="7618" y="244792"/>
                  </a:lnTo>
                  <a:lnTo>
                    <a:pt x="7618" y="244792"/>
                  </a:lnTo>
                  <a:lnTo>
                    <a:pt x="7618" y="244792"/>
                  </a:lnTo>
                  <a:cubicBezTo>
                    <a:pt x="7618" y="244792"/>
                    <a:pt x="7618" y="244792"/>
                    <a:pt x="7618" y="244792"/>
                  </a:cubicBezTo>
                  <a:cubicBezTo>
                    <a:pt x="7618" y="244792"/>
                    <a:pt x="7618" y="244792"/>
                    <a:pt x="7618" y="244792"/>
                  </a:cubicBezTo>
                  <a:cubicBezTo>
                    <a:pt x="7669" y="245046"/>
                    <a:pt x="7669" y="245300"/>
                    <a:pt x="7618" y="245554"/>
                  </a:cubicBezTo>
                  <a:lnTo>
                    <a:pt x="7618" y="247712"/>
                  </a:lnTo>
                  <a:lnTo>
                    <a:pt x="186516" y="14347"/>
                  </a:lnTo>
                  <a:lnTo>
                    <a:pt x="196292" y="1650"/>
                  </a:lnTo>
                  <a:cubicBezTo>
                    <a:pt x="196674" y="1168"/>
                    <a:pt x="196927" y="597"/>
                    <a:pt x="197054" y="0"/>
                  </a:cubicBezTo>
                  <a:cubicBezTo>
                    <a:pt x="196369" y="2298"/>
                    <a:pt x="194236" y="3847"/>
                    <a:pt x="191849" y="3809"/>
                  </a:cubicBezTo>
                  <a:lnTo>
                    <a:pt x="190706" y="3809"/>
                  </a:lnTo>
                  <a:lnTo>
                    <a:pt x="182834" y="2158"/>
                  </a:lnTo>
                  <a:lnTo>
                    <a:pt x="0" y="240602"/>
                  </a:lnTo>
                  <a:close/>
                </a:path>
              </a:pathLst>
            </a:custGeom>
            <a:solidFill>
              <a:srgbClr val="000000"/>
            </a:solidFill>
            <a:ln w="12690" cap="flat">
              <a:noFill/>
              <a:prstDash val="solid"/>
              <a:miter/>
            </a:ln>
          </p:spPr>
          <p:txBody>
            <a:bodyPr rtlCol="0" anchor="ctr"/>
            <a:lstStyle/>
            <a:p>
              <a:endParaRPr lang="en-US" sz="1350"/>
            </a:p>
          </p:txBody>
        </p:sp>
        <p:sp>
          <p:nvSpPr>
            <p:cNvPr id="615" name="Freeform: Shape 614">
              <a:extLst>
                <a:ext uri="{FF2B5EF4-FFF2-40B4-BE49-F238E27FC236}">
                  <a16:creationId xmlns:a16="http://schemas.microsoft.com/office/drawing/2014/main" id="{B0446DA4-CFE1-4C49-A455-7800BC5CE3D1}"/>
                </a:ext>
              </a:extLst>
            </p:cNvPr>
            <p:cNvSpPr/>
            <p:nvPr/>
          </p:nvSpPr>
          <p:spPr>
            <a:xfrm>
              <a:off x="12184256" y="1886300"/>
              <a:ext cx="888" cy="38"/>
            </a:xfrm>
            <a:custGeom>
              <a:avLst/>
              <a:gdLst>
                <a:gd name="connsiteX0" fmla="*/ 889 w 888"/>
                <a:gd name="connsiteY0" fmla="*/ 38 h 38"/>
                <a:gd name="connsiteX1" fmla="*/ 889 w 888"/>
                <a:gd name="connsiteY1" fmla="*/ 38 h 38"/>
                <a:gd name="connsiteX2" fmla="*/ 0 w 888"/>
                <a:gd name="connsiteY2" fmla="*/ 38 h 38"/>
                <a:gd name="connsiteX3" fmla="*/ 889 w 888"/>
                <a:gd name="connsiteY3" fmla="*/ 38 h 38"/>
              </a:gdLst>
              <a:ahLst/>
              <a:cxnLst>
                <a:cxn ang="0">
                  <a:pos x="connsiteX0" y="connsiteY0"/>
                </a:cxn>
                <a:cxn ang="0">
                  <a:pos x="connsiteX1" y="connsiteY1"/>
                </a:cxn>
                <a:cxn ang="0">
                  <a:pos x="connsiteX2" y="connsiteY2"/>
                </a:cxn>
                <a:cxn ang="0">
                  <a:pos x="connsiteX3" y="connsiteY3"/>
                </a:cxn>
              </a:cxnLst>
              <a:rect l="l" t="t" r="r" b="b"/>
              <a:pathLst>
                <a:path w="888" h="38">
                  <a:moveTo>
                    <a:pt x="889" y="38"/>
                  </a:moveTo>
                  <a:lnTo>
                    <a:pt x="889" y="38"/>
                  </a:lnTo>
                  <a:lnTo>
                    <a:pt x="0" y="38"/>
                  </a:lnTo>
                  <a:cubicBezTo>
                    <a:pt x="292" y="-13"/>
                    <a:pt x="597" y="-13"/>
                    <a:pt x="889" y="38"/>
                  </a:cubicBezTo>
                  <a:close/>
                </a:path>
              </a:pathLst>
            </a:custGeom>
            <a:solidFill>
              <a:srgbClr val="000000"/>
            </a:solidFill>
            <a:ln w="12690" cap="flat">
              <a:noFill/>
              <a:prstDash val="solid"/>
              <a:miter/>
            </a:ln>
          </p:spPr>
          <p:txBody>
            <a:bodyPr rtlCol="0" anchor="ctr"/>
            <a:lstStyle/>
            <a:p>
              <a:endParaRPr lang="en-US" sz="1350"/>
            </a:p>
          </p:txBody>
        </p:sp>
        <p:sp>
          <p:nvSpPr>
            <p:cNvPr id="616" name="Freeform: Shape 615">
              <a:extLst>
                <a:ext uri="{FF2B5EF4-FFF2-40B4-BE49-F238E27FC236}">
                  <a16:creationId xmlns:a16="http://schemas.microsoft.com/office/drawing/2014/main" id="{31138C6C-D77C-4334-A389-3900C21ADE94}"/>
                </a:ext>
              </a:extLst>
            </p:cNvPr>
            <p:cNvSpPr/>
            <p:nvPr/>
          </p:nvSpPr>
          <p:spPr>
            <a:xfrm>
              <a:off x="11994185" y="2133796"/>
              <a:ext cx="761" cy="12696"/>
            </a:xfrm>
            <a:custGeom>
              <a:avLst/>
              <a:gdLst>
                <a:gd name="connsiteX0" fmla="*/ 762 w 761"/>
                <a:gd name="connsiteY0" fmla="*/ 0 h 12696"/>
                <a:gd name="connsiteX1" fmla="*/ 0 w 761"/>
                <a:gd name="connsiteY1" fmla="*/ 0 h 12696"/>
                <a:gd name="connsiteX2" fmla="*/ 0 w 761"/>
                <a:gd name="connsiteY2" fmla="*/ 0 h 12696"/>
              </a:gdLst>
              <a:ahLst/>
              <a:cxnLst>
                <a:cxn ang="0">
                  <a:pos x="connsiteX0" y="connsiteY0"/>
                </a:cxn>
                <a:cxn ang="0">
                  <a:pos x="connsiteX1" y="connsiteY1"/>
                </a:cxn>
                <a:cxn ang="0">
                  <a:pos x="connsiteX2" y="connsiteY2"/>
                </a:cxn>
              </a:cxnLst>
              <a:rect l="l" t="t" r="r" b="b"/>
              <a:pathLst>
                <a:path w="761" h="12696">
                  <a:moveTo>
                    <a:pt x="762"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617" name="Freeform: Shape 616">
              <a:extLst>
                <a:ext uri="{FF2B5EF4-FFF2-40B4-BE49-F238E27FC236}">
                  <a16:creationId xmlns:a16="http://schemas.microsoft.com/office/drawing/2014/main" id="{173768AE-7D92-4476-8FCE-96D9F89B922E}"/>
                </a:ext>
              </a:extLst>
            </p:cNvPr>
            <p:cNvSpPr/>
            <p:nvPr/>
          </p:nvSpPr>
          <p:spPr>
            <a:xfrm>
              <a:off x="11987836" y="2137986"/>
              <a:ext cx="10804" cy="207210"/>
            </a:xfrm>
            <a:custGeom>
              <a:avLst/>
              <a:gdLst>
                <a:gd name="connsiteX0" fmla="*/ 9903 w 10804"/>
                <a:gd name="connsiteY0" fmla="*/ 0 h 207210"/>
                <a:gd name="connsiteX1" fmla="*/ 9903 w 10804"/>
                <a:gd name="connsiteY1" fmla="*/ 0 h 207210"/>
                <a:gd name="connsiteX2" fmla="*/ 9903 w 10804"/>
                <a:gd name="connsiteY2" fmla="*/ 1016 h 207210"/>
                <a:gd name="connsiteX3" fmla="*/ 9903 w 10804"/>
                <a:gd name="connsiteY3" fmla="*/ 1016 h 207210"/>
                <a:gd name="connsiteX4" fmla="*/ 9903 w 10804"/>
                <a:gd name="connsiteY4" fmla="*/ 1016 h 207210"/>
                <a:gd name="connsiteX5" fmla="*/ 9903 w 10804"/>
                <a:gd name="connsiteY5" fmla="*/ 2032 h 207210"/>
                <a:gd name="connsiteX6" fmla="*/ 0 w 10804"/>
                <a:gd name="connsiteY6" fmla="*/ 14728 h 207210"/>
                <a:gd name="connsiteX7" fmla="*/ 0 w 10804"/>
                <a:gd name="connsiteY7" fmla="*/ 205179 h 207210"/>
                <a:gd name="connsiteX8" fmla="*/ 1015 w 10804"/>
                <a:gd name="connsiteY8" fmla="*/ 203909 h 207210"/>
                <a:gd name="connsiteX9" fmla="*/ 8507 w 10804"/>
                <a:gd name="connsiteY9" fmla="*/ 202766 h 207210"/>
                <a:gd name="connsiteX10" fmla="*/ 10792 w 10804"/>
                <a:gd name="connsiteY10" fmla="*/ 207210 h 207210"/>
                <a:gd name="connsiteX11" fmla="*/ 10792 w 10804"/>
                <a:gd name="connsiteY11" fmla="*/ 207210 h 207210"/>
                <a:gd name="connsiteX12" fmla="*/ 10792 w 10804"/>
                <a:gd name="connsiteY12" fmla="*/ 0 h 207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804" h="207210">
                  <a:moveTo>
                    <a:pt x="9903" y="0"/>
                  </a:moveTo>
                  <a:lnTo>
                    <a:pt x="9903" y="0"/>
                  </a:lnTo>
                  <a:cubicBezTo>
                    <a:pt x="9903" y="0"/>
                    <a:pt x="9903" y="635"/>
                    <a:pt x="9903" y="1016"/>
                  </a:cubicBezTo>
                  <a:cubicBezTo>
                    <a:pt x="9903" y="1396"/>
                    <a:pt x="9903" y="1016"/>
                    <a:pt x="9903" y="1016"/>
                  </a:cubicBezTo>
                  <a:lnTo>
                    <a:pt x="9903" y="1016"/>
                  </a:lnTo>
                  <a:cubicBezTo>
                    <a:pt x="9903" y="1016"/>
                    <a:pt x="9903" y="1777"/>
                    <a:pt x="9903" y="2032"/>
                  </a:cubicBezTo>
                  <a:lnTo>
                    <a:pt x="0" y="14728"/>
                  </a:lnTo>
                  <a:lnTo>
                    <a:pt x="0" y="205179"/>
                  </a:lnTo>
                  <a:lnTo>
                    <a:pt x="1015" y="203909"/>
                  </a:lnTo>
                  <a:cubicBezTo>
                    <a:pt x="2869" y="201687"/>
                    <a:pt x="6082" y="201204"/>
                    <a:pt x="8507" y="202766"/>
                  </a:cubicBezTo>
                  <a:cubicBezTo>
                    <a:pt x="10030" y="203706"/>
                    <a:pt x="10919" y="205420"/>
                    <a:pt x="10792" y="207210"/>
                  </a:cubicBezTo>
                  <a:cubicBezTo>
                    <a:pt x="10792" y="207210"/>
                    <a:pt x="10792" y="207210"/>
                    <a:pt x="10792" y="207210"/>
                  </a:cubicBezTo>
                  <a:lnTo>
                    <a:pt x="10792" y="0"/>
                  </a:lnTo>
                  <a:close/>
                </a:path>
              </a:pathLst>
            </a:custGeom>
            <a:solidFill>
              <a:srgbClr val="000000"/>
            </a:solidFill>
            <a:ln w="12690" cap="flat">
              <a:noFill/>
              <a:prstDash val="solid"/>
              <a:miter/>
            </a:ln>
          </p:spPr>
          <p:txBody>
            <a:bodyPr rtlCol="0" anchor="ctr"/>
            <a:lstStyle/>
            <a:p>
              <a:endParaRPr lang="en-US" sz="1350"/>
            </a:p>
          </p:txBody>
        </p:sp>
        <p:sp>
          <p:nvSpPr>
            <p:cNvPr id="618" name="Freeform: Shape 617">
              <a:extLst>
                <a:ext uri="{FF2B5EF4-FFF2-40B4-BE49-F238E27FC236}">
                  <a16:creationId xmlns:a16="http://schemas.microsoft.com/office/drawing/2014/main" id="{4E7F41C0-86B3-49E0-A57E-BB3C8A043AAE}"/>
                </a:ext>
              </a:extLst>
            </p:cNvPr>
            <p:cNvSpPr/>
            <p:nvPr/>
          </p:nvSpPr>
          <p:spPr>
            <a:xfrm>
              <a:off x="11996470" y="2135066"/>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619" name="Freeform: Shape 618">
              <a:extLst>
                <a:ext uri="{FF2B5EF4-FFF2-40B4-BE49-F238E27FC236}">
                  <a16:creationId xmlns:a16="http://schemas.microsoft.com/office/drawing/2014/main" id="{1AAAAAB8-20D9-4473-A362-4A086692941E}"/>
                </a:ext>
              </a:extLst>
            </p:cNvPr>
            <p:cNvSpPr/>
            <p:nvPr/>
          </p:nvSpPr>
          <p:spPr>
            <a:xfrm>
              <a:off x="11997359" y="213659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cubicBezTo>
                    <a:pt x="0" y="0"/>
                    <a:pt x="0" y="0"/>
                    <a:pt x="0" y="0"/>
                  </a:cubicBezTo>
                  <a:lnTo>
                    <a:pt x="0" y="0"/>
                  </a:lnTo>
                  <a:close/>
                </a:path>
              </a:pathLst>
            </a:custGeom>
            <a:solidFill>
              <a:srgbClr val="000000"/>
            </a:solidFill>
            <a:ln w="12690" cap="flat">
              <a:noFill/>
              <a:prstDash val="solid"/>
              <a:miter/>
            </a:ln>
          </p:spPr>
          <p:txBody>
            <a:bodyPr rtlCol="0" anchor="ctr"/>
            <a:lstStyle/>
            <a:p>
              <a:endParaRPr lang="en-US" sz="1350"/>
            </a:p>
          </p:txBody>
        </p:sp>
        <p:sp>
          <p:nvSpPr>
            <p:cNvPr id="620" name="Freeform: Shape 619">
              <a:extLst>
                <a:ext uri="{FF2B5EF4-FFF2-40B4-BE49-F238E27FC236}">
                  <a16:creationId xmlns:a16="http://schemas.microsoft.com/office/drawing/2014/main" id="{49B2F375-282B-4950-8FD8-9322439E1F5F}"/>
                </a:ext>
              </a:extLst>
            </p:cNvPr>
            <p:cNvSpPr/>
            <p:nvPr/>
          </p:nvSpPr>
          <p:spPr>
            <a:xfrm>
              <a:off x="10397976" y="1652845"/>
              <a:ext cx="1596716" cy="487426"/>
            </a:xfrm>
            <a:custGeom>
              <a:avLst/>
              <a:gdLst>
                <a:gd name="connsiteX0" fmla="*/ 6439 w 1596716"/>
                <a:gd name="connsiteY0" fmla="*/ 0 h 487426"/>
                <a:gd name="connsiteX1" fmla="*/ 4154 w 1596716"/>
                <a:gd name="connsiteY1" fmla="*/ 0 h 487426"/>
                <a:gd name="connsiteX2" fmla="*/ 3265 w 1596716"/>
                <a:gd name="connsiteY2" fmla="*/ 0 h 487426"/>
                <a:gd name="connsiteX3" fmla="*/ 2249 w 1596716"/>
                <a:gd name="connsiteY3" fmla="*/ 0 h 487426"/>
                <a:gd name="connsiteX4" fmla="*/ 218 w 1596716"/>
                <a:gd name="connsiteY4" fmla="*/ 2412 h 487426"/>
                <a:gd name="connsiteX5" fmla="*/ 3506 w 1596716"/>
                <a:gd name="connsiteY5" fmla="*/ 8596 h 487426"/>
                <a:gd name="connsiteX6" fmla="*/ 3646 w 1596716"/>
                <a:gd name="connsiteY6" fmla="*/ 8634 h 487426"/>
                <a:gd name="connsiteX7" fmla="*/ 6566 w 1596716"/>
                <a:gd name="connsiteY7" fmla="*/ 9523 h 487426"/>
                <a:gd name="connsiteX8" fmla="*/ 1585797 w 1596716"/>
                <a:gd name="connsiteY8" fmla="*/ 487427 h 487426"/>
                <a:gd name="connsiteX9" fmla="*/ 1589860 w 1596716"/>
                <a:gd name="connsiteY9" fmla="*/ 482094 h 487426"/>
                <a:gd name="connsiteX10" fmla="*/ 1596716 w 1596716"/>
                <a:gd name="connsiteY10" fmla="*/ 480570 h 487426"/>
                <a:gd name="connsiteX11" fmla="*/ 1596716 w 1596716"/>
                <a:gd name="connsiteY11" fmla="*/ 480570 h 487426"/>
                <a:gd name="connsiteX12" fmla="*/ 1596716 w 1596716"/>
                <a:gd name="connsiteY12" fmla="*/ 480570 h 487426"/>
                <a:gd name="connsiteX13" fmla="*/ 1592908 w 1596716"/>
                <a:gd name="connsiteY13" fmla="*/ 479428 h 487426"/>
                <a:gd name="connsiteX14" fmla="*/ 15580 w 1596716"/>
                <a:gd name="connsiteY14" fmla="*/ 2793 h 487426"/>
                <a:gd name="connsiteX15" fmla="*/ 6820 w 1596716"/>
                <a:gd name="connsiteY15" fmla="*/ 127 h 487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6716" h="487426">
                  <a:moveTo>
                    <a:pt x="6439" y="0"/>
                  </a:moveTo>
                  <a:lnTo>
                    <a:pt x="4154" y="0"/>
                  </a:lnTo>
                  <a:lnTo>
                    <a:pt x="3265" y="0"/>
                  </a:lnTo>
                  <a:lnTo>
                    <a:pt x="2249" y="0"/>
                  </a:lnTo>
                  <a:cubicBezTo>
                    <a:pt x="1348" y="584"/>
                    <a:pt x="637" y="1422"/>
                    <a:pt x="218" y="2412"/>
                  </a:cubicBezTo>
                  <a:cubicBezTo>
                    <a:pt x="-582" y="5028"/>
                    <a:pt x="890" y="7796"/>
                    <a:pt x="3506" y="8596"/>
                  </a:cubicBezTo>
                  <a:cubicBezTo>
                    <a:pt x="3557" y="8608"/>
                    <a:pt x="3595" y="8621"/>
                    <a:pt x="3646" y="8634"/>
                  </a:cubicBezTo>
                  <a:lnTo>
                    <a:pt x="6566" y="9523"/>
                  </a:lnTo>
                  <a:lnTo>
                    <a:pt x="1585797" y="487427"/>
                  </a:lnTo>
                  <a:lnTo>
                    <a:pt x="1589860" y="482094"/>
                  </a:lnTo>
                  <a:cubicBezTo>
                    <a:pt x="1591549" y="480114"/>
                    <a:pt x="1594342" y="479491"/>
                    <a:pt x="1596716" y="480570"/>
                  </a:cubicBezTo>
                  <a:lnTo>
                    <a:pt x="1596716" y="480570"/>
                  </a:lnTo>
                  <a:lnTo>
                    <a:pt x="1596716" y="480570"/>
                  </a:lnTo>
                  <a:lnTo>
                    <a:pt x="1592908" y="479428"/>
                  </a:lnTo>
                  <a:lnTo>
                    <a:pt x="15580" y="2793"/>
                  </a:lnTo>
                  <a:lnTo>
                    <a:pt x="6820" y="127"/>
                  </a:lnTo>
                  <a:close/>
                </a:path>
              </a:pathLst>
            </a:custGeom>
            <a:solidFill>
              <a:srgbClr val="000000"/>
            </a:solidFill>
            <a:ln w="12690" cap="flat">
              <a:noFill/>
              <a:prstDash val="solid"/>
              <a:miter/>
            </a:ln>
          </p:spPr>
          <p:txBody>
            <a:bodyPr rtlCol="0" anchor="ctr"/>
            <a:lstStyle/>
            <a:p>
              <a:endParaRPr lang="en-US" sz="1350"/>
            </a:p>
          </p:txBody>
        </p:sp>
        <p:sp>
          <p:nvSpPr>
            <p:cNvPr id="621" name="Freeform: Shape 620">
              <a:extLst>
                <a:ext uri="{FF2B5EF4-FFF2-40B4-BE49-F238E27FC236}">
                  <a16:creationId xmlns:a16="http://schemas.microsoft.com/office/drawing/2014/main" id="{3DBDF205-6BB2-409C-B048-6CA3279A6C58}"/>
                </a:ext>
              </a:extLst>
            </p:cNvPr>
            <p:cNvSpPr/>
            <p:nvPr/>
          </p:nvSpPr>
          <p:spPr>
            <a:xfrm>
              <a:off x="11995962" y="2134431"/>
              <a:ext cx="761" cy="761"/>
            </a:xfrm>
            <a:custGeom>
              <a:avLst/>
              <a:gdLst>
                <a:gd name="connsiteX0" fmla="*/ 0 w 761"/>
                <a:gd name="connsiteY0" fmla="*/ 0 h 761"/>
                <a:gd name="connsiteX1" fmla="*/ 0 w 761"/>
                <a:gd name="connsiteY1" fmla="*/ 0 h 761"/>
                <a:gd name="connsiteX2" fmla="*/ 762 w 761"/>
                <a:gd name="connsiteY2" fmla="*/ 762 h 761"/>
              </a:gdLst>
              <a:ahLst/>
              <a:cxnLst>
                <a:cxn ang="0">
                  <a:pos x="connsiteX0" y="connsiteY0"/>
                </a:cxn>
                <a:cxn ang="0">
                  <a:pos x="connsiteX1" y="connsiteY1"/>
                </a:cxn>
                <a:cxn ang="0">
                  <a:pos x="connsiteX2" y="connsiteY2"/>
                </a:cxn>
              </a:cxnLst>
              <a:rect l="l" t="t" r="r" b="b"/>
              <a:pathLst>
                <a:path w="761" h="761">
                  <a:moveTo>
                    <a:pt x="0" y="0"/>
                  </a:moveTo>
                  <a:lnTo>
                    <a:pt x="0" y="0"/>
                  </a:lnTo>
                  <a:lnTo>
                    <a:pt x="762" y="762"/>
                  </a:lnTo>
                  <a:close/>
                </a:path>
              </a:pathLst>
            </a:custGeom>
            <a:solidFill>
              <a:srgbClr val="000000"/>
            </a:solidFill>
            <a:ln w="12690" cap="flat">
              <a:noFill/>
              <a:prstDash val="solid"/>
              <a:miter/>
            </a:ln>
          </p:spPr>
          <p:txBody>
            <a:bodyPr rtlCol="0" anchor="ctr"/>
            <a:lstStyle/>
            <a:p>
              <a:endParaRPr lang="en-US" sz="1350"/>
            </a:p>
          </p:txBody>
        </p:sp>
        <p:sp>
          <p:nvSpPr>
            <p:cNvPr id="622" name="Freeform: Shape 621">
              <a:extLst>
                <a:ext uri="{FF2B5EF4-FFF2-40B4-BE49-F238E27FC236}">
                  <a16:creationId xmlns:a16="http://schemas.microsoft.com/office/drawing/2014/main" id="{75FFA951-A196-499F-90BE-BAF5D7EE6A96}"/>
                </a:ext>
              </a:extLst>
            </p:cNvPr>
            <p:cNvSpPr/>
            <p:nvPr/>
          </p:nvSpPr>
          <p:spPr>
            <a:xfrm>
              <a:off x="11997359" y="213951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cubicBezTo>
                    <a:pt x="0" y="0"/>
                    <a:pt x="0" y="0"/>
                    <a:pt x="0" y="0"/>
                  </a:cubicBezTo>
                  <a:lnTo>
                    <a:pt x="0" y="0"/>
                  </a:lnTo>
                  <a:close/>
                </a:path>
              </a:pathLst>
            </a:custGeom>
            <a:solidFill>
              <a:srgbClr val="000000"/>
            </a:solidFill>
            <a:ln w="12690" cap="flat">
              <a:noFill/>
              <a:prstDash val="solid"/>
              <a:miter/>
            </a:ln>
          </p:spPr>
          <p:txBody>
            <a:bodyPr rtlCol="0" anchor="ctr"/>
            <a:lstStyle/>
            <a:p>
              <a:endParaRPr lang="en-US" sz="1350"/>
            </a:p>
          </p:txBody>
        </p:sp>
        <p:sp>
          <p:nvSpPr>
            <p:cNvPr id="623" name="Freeform: Shape 622">
              <a:extLst>
                <a:ext uri="{FF2B5EF4-FFF2-40B4-BE49-F238E27FC236}">
                  <a16:creationId xmlns:a16="http://schemas.microsoft.com/office/drawing/2014/main" id="{BFFECB4C-1852-4902-AC84-48B96FCD144A}"/>
                </a:ext>
              </a:extLst>
            </p:cNvPr>
            <p:cNvSpPr/>
            <p:nvPr/>
          </p:nvSpPr>
          <p:spPr>
            <a:xfrm>
              <a:off x="11997613" y="2137732"/>
              <a:ext cx="12696" cy="12696"/>
            </a:xfrm>
            <a:custGeom>
              <a:avLst/>
              <a:gdLst>
                <a:gd name="connsiteX0" fmla="*/ 0 w 12696"/>
                <a:gd name="connsiteY0" fmla="*/ 0 h 12696"/>
                <a:gd name="connsiteX1" fmla="*/ 0 w 12696"/>
                <a:gd name="connsiteY1" fmla="*/ 0 h 12696"/>
              </a:gdLst>
              <a:ahLst/>
              <a:cxnLst>
                <a:cxn ang="0">
                  <a:pos x="connsiteX0" y="connsiteY0"/>
                </a:cxn>
                <a:cxn ang="0">
                  <a:pos x="connsiteX1" y="connsiteY1"/>
                </a:cxn>
              </a:cxnLst>
              <a:rect l="l" t="t" r="r" b="b"/>
              <a:pathLst>
                <a:path w="12696" h="12696">
                  <a:moveTo>
                    <a:pt x="0" y="0"/>
                  </a:moveTo>
                  <a:lnTo>
                    <a:pt x="0" y="0"/>
                  </a:lnTo>
                  <a:close/>
                </a:path>
              </a:pathLst>
            </a:custGeom>
            <a:solidFill>
              <a:srgbClr val="000000"/>
            </a:solidFill>
            <a:ln w="12690" cap="flat">
              <a:noFill/>
              <a:prstDash val="solid"/>
              <a:miter/>
            </a:ln>
          </p:spPr>
          <p:txBody>
            <a:bodyPr rtlCol="0" anchor="ctr"/>
            <a:lstStyle/>
            <a:p>
              <a:endParaRPr lang="en-US" sz="1350"/>
            </a:p>
          </p:txBody>
        </p:sp>
        <p:sp>
          <p:nvSpPr>
            <p:cNvPr id="624" name="Freeform: Shape 623">
              <a:extLst>
                <a:ext uri="{FF2B5EF4-FFF2-40B4-BE49-F238E27FC236}">
                  <a16:creationId xmlns:a16="http://schemas.microsoft.com/office/drawing/2014/main" id="{1BE4CAD1-5DB1-4B4F-B9A4-2D1417066C50}"/>
                </a:ext>
              </a:extLst>
            </p:cNvPr>
            <p:cNvSpPr/>
            <p:nvPr/>
          </p:nvSpPr>
          <p:spPr>
            <a:xfrm>
              <a:off x="11997105" y="2135955"/>
              <a:ext cx="12696" cy="888"/>
            </a:xfrm>
            <a:custGeom>
              <a:avLst/>
              <a:gdLst>
                <a:gd name="connsiteX0" fmla="*/ 0 w 12696"/>
                <a:gd name="connsiteY0" fmla="*/ 0 h 888"/>
                <a:gd name="connsiteX1" fmla="*/ 0 w 12696"/>
                <a:gd name="connsiteY1" fmla="*/ 0 h 888"/>
                <a:gd name="connsiteX2" fmla="*/ 0 w 12696"/>
                <a:gd name="connsiteY2" fmla="*/ 889 h 888"/>
              </a:gdLst>
              <a:ahLst/>
              <a:cxnLst>
                <a:cxn ang="0">
                  <a:pos x="connsiteX0" y="connsiteY0"/>
                </a:cxn>
                <a:cxn ang="0">
                  <a:pos x="connsiteX1" y="connsiteY1"/>
                </a:cxn>
                <a:cxn ang="0">
                  <a:pos x="connsiteX2" y="connsiteY2"/>
                </a:cxn>
              </a:cxnLst>
              <a:rect l="l" t="t" r="r" b="b"/>
              <a:pathLst>
                <a:path w="12696" h="888">
                  <a:moveTo>
                    <a:pt x="0" y="0"/>
                  </a:moveTo>
                  <a:cubicBezTo>
                    <a:pt x="0" y="0"/>
                    <a:pt x="0" y="0"/>
                    <a:pt x="0" y="0"/>
                  </a:cubicBezTo>
                  <a:lnTo>
                    <a:pt x="0" y="889"/>
                  </a:lnTo>
                  <a:close/>
                </a:path>
              </a:pathLst>
            </a:custGeom>
            <a:solidFill>
              <a:srgbClr val="000000"/>
            </a:solidFill>
            <a:ln w="12690" cap="flat">
              <a:noFill/>
              <a:prstDash val="solid"/>
              <a:miter/>
            </a:ln>
          </p:spPr>
          <p:txBody>
            <a:bodyPr rtlCol="0" anchor="ctr"/>
            <a:lstStyle/>
            <a:p>
              <a:endParaRPr lang="en-US" sz="1350"/>
            </a:p>
          </p:txBody>
        </p:sp>
        <p:sp>
          <p:nvSpPr>
            <p:cNvPr id="625" name="Freeform: Shape 624">
              <a:extLst>
                <a:ext uri="{FF2B5EF4-FFF2-40B4-BE49-F238E27FC236}">
                  <a16:creationId xmlns:a16="http://schemas.microsoft.com/office/drawing/2014/main" id="{CFAACC4C-16FD-4FE9-AFAF-4ECD6BA01BA3}"/>
                </a:ext>
              </a:extLst>
            </p:cNvPr>
            <p:cNvSpPr/>
            <p:nvPr/>
          </p:nvSpPr>
          <p:spPr>
            <a:xfrm>
              <a:off x="11112136" y="2825894"/>
              <a:ext cx="175470" cy="148932"/>
            </a:xfrm>
            <a:custGeom>
              <a:avLst/>
              <a:gdLst>
                <a:gd name="connsiteX0" fmla="*/ 166709 w 175470"/>
                <a:gd name="connsiteY0" fmla="*/ 1651 h 148932"/>
                <a:gd name="connsiteX1" fmla="*/ 166709 w 175470"/>
                <a:gd name="connsiteY1" fmla="*/ 0 h 148932"/>
                <a:gd name="connsiteX2" fmla="*/ 1651 w 175470"/>
                <a:gd name="connsiteY2" fmla="*/ 134331 h 148932"/>
                <a:gd name="connsiteX3" fmla="*/ 1651 w 175470"/>
                <a:gd name="connsiteY3" fmla="*/ 145250 h 148932"/>
                <a:gd name="connsiteX4" fmla="*/ 1651 w 175470"/>
                <a:gd name="connsiteY4" fmla="*/ 146012 h 148932"/>
                <a:gd name="connsiteX5" fmla="*/ 1651 w 175470"/>
                <a:gd name="connsiteY5" fmla="*/ 146774 h 148932"/>
                <a:gd name="connsiteX6" fmla="*/ 1651 w 175470"/>
                <a:gd name="connsiteY6" fmla="*/ 146774 h 148932"/>
                <a:gd name="connsiteX7" fmla="*/ 0 w 175470"/>
                <a:gd name="connsiteY7" fmla="*/ 148932 h 148932"/>
                <a:gd name="connsiteX8" fmla="*/ 0 w 175470"/>
                <a:gd name="connsiteY8" fmla="*/ 148932 h 148932"/>
                <a:gd name="connsiteX9" fmla="*/ 175470 w 175470"/>
                <a:gd name="connsiteY9" fmla="*/ 5840 h 148932"/>
                <a:gd name="connsiteX10" fmla="*/ 175470 w 175470"/>
                <a:gd name="connsiteY10" fmla="*/ 5840 h 148932"/>
                <a:gd name="connsiteX11" fmla="*/ 171788 w 175470"/>
                <a:gd name="connsiteY11" fmla="*/ 7237 h 148932"/>
                <a:gd name="connsiteX12" fmla="*/ 166697 w 175470"/>
                <a:gd name="connsiteY12" fmla="*/ 1917 h 148932"/>
                <a:gd name="connsiteX13" fmla="*/ 166709 w 175470"/>
                <a:gd name="connsiteY13" fmla="*/ 1651 h 1489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75470" h="148932">
                  <a:moveTo>
                    <a:pt x="166709" y="1651"/>
                  </a:moveTo>
                  <a:lnTo>
                    <a:pt x="166709" y="0"/>
                  </a:lnTo>
                  <a:lnTo>
                    <a:pt x="1651" y="134331"/>
                  </a:lnTo>
                  <a:lnTo>
                    <a:pt x="1651" y="145250"/>
                  </a:lnTo>
                  <a:cubicBezTo>
                    <a:pt x="1651" y="145250"/>
                    <a:pt x="1651" y="145250"/>
                    <a:pt x="1651" y="146012"/>
                  </a:cubicBezTo>
                  <a:cubicBezTo>
                    <a:pt x="1651" y="146774"/>
                    <a:pt x="1651" y="146012"/>
                    <a:pt x="1651" y="146774"/>
                  </a:cubicBezTo>
                  <a:lnTo>
                    <a:pt x="1651" y="146774"/>
                  </a:lnTo>
                  <a:cubicBezTo>
                    <a:pt x="1333" y="147650"/>
                    <a:pt x="762" y="148399"/>
                    <a:pt x="0" y="148932"/>
                  </a:cubicBezTo>
                  <a:lnTo>
                    <a:pt x="0" y="148932"/>
                  </a:lnTo>
                  <a:lnTo>
                    <a:pt x="175470" y="5840"/>
                  </a:lnTo>
                  <a:lnTo>
                    <a:pt x="175470" y="5840"/>
                  </a:lnTo>
                  <a:cubicBezTo>
                    <a:pt x="174467" y="6755"/>
                    <a:pt x="173147" y="7262"/>
                    <a:pt x="171788" y="7237"/>
                  </a:cubicBezTo>
                  <a:cubicBezTo>
                    <a:pt x="168919" y="7174"/>
                    <a:pt x="166633" y="4799"/>
                    <a:pt x="166697" y="1917"/>
                  </a:cubicBezTo>
                  <a:cubicBezTo>
                    <a:pt x="166697" y="1828"/>
                    <a:pt x="166709" y="1739"/>
                    <a:pt x="166709" y="1651"/>
                  </a:cubicBezTo>
                  <a:close/>
                </a:path>
              </a:pathLst>
            </a:custGeom>
            <a:solidFill>
              <a:srgbClr val="000000"/>
            </a:solidFill>
            <a:ln w="12690" cap="flat">
              <a:noFill/>
              <a:prstDash val="solid"/>
              <a:miter/>
            </a:ln>
          </p:spPr>
          <p:txBody>
            <a:bodyPr rtlCol="0" anchor="ctr"/>
            <a:lstStyle/>
            <a:p>
              <a:endParaRPr lang="en-US" sz="1350"/>
            </a:p>
          </p:txBody>
        </p:sp>
        <p:sp>
          <p:nvSpPr>
            <p:cNvPr id="626" name="Freeform: Shape 625">
              <a:extLst>
                <a:ext uri="{FF2B5EF4-FFF2-40B4-BE49-F238E27FC236}">
                  <a16:creationId xmlns:a16="http://schemas.microsoft.com/office/drawing/2014/main" id="{983B2806-5AF7-4B7C-845D-37C299292607}"/>
                </a:ext>
              </a:extLst>
            </p:cNvPr>
            <p:cNvSpPr/>
            <p:nvPr/>
          </p:nvSpPr>
          <p:spPr>
            <a:xfrm>
              <a:off x="9832931" y="2603574"/>
              <a:ext cx="1275650" cy="372013"/>
            </a:xfrm>
            <a:custGeom>
              <a:avLst/>
              <a:gdLst>
                <a:gd name="connsiteX0" fmla="*/ 1270444 w 1275650"/>
                <a:gd name="connsiteY0" fmla="*/ 367062 h 372013"/>
                <a:gd name="connsiteX1" fmla="*/ 1270444 w 1275650"/>
                <a:gd name="connsiteY1" fmla="*/ 360460 h 372013"/>
                <a:gd name="connsiteX2" fmla="*/ 7237 w 1275650"/>
                <a:gd name="connsiteY2" fmla="*/ 0 h 372013"/>
                <a:gd name="connsiteX3" fmla="*/ 7237 w 1275650"/>
                <a:gd name="connsiteY3" fmla="*/ 3555 h 372013"/>
                <a:gd name="connsiteX4" fmla="*/ 2044 w 1275650"/>
                <a:gd name="connsiteY4" fmla="*/ 8507 h 372013"/>
                <a:gd name="connsiteX5" fmla="*/ 1905 w 1275650"/>
                <a:gd name="connsiteY5" fmla="*/ 8507 h 372013"/>
                <a:gd name="connsiteX6" fmla="*/ 0 w 1275650"/>
                <a:gd name="connsiteY6" fmla="*/ 8507 h 372013"/>
                <a:gd name="connsiteX7" fmla="*/ 0 w 1275650"/>
                <a:gd name="connsiteY7" fmla="*/ 8507 h 372013"/>
                <a:gd name="connsiteX8" fmla="*/ 1274000 w 1275650"/>
                <a:gd name="connsiteY8" fmla="*/ 372014 h 372013"/>
                <a:gd name="connsiteX9" fmla="*/ 1275650 w 1275650"/>
                <a:gd name="connsiteY9" fmla="*/ 372014 h 372013"/>
                <a:gd name="connsiteX10" fmla="*/ 1270444 w 1275650"/>
                <a:gd name="connsiteY10" fmla="*/ 367062 h 3720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75650" h="372013">
                  <a:moveTo>
                    <a:pt x="1270444" y="367062"/>
                  </a:moveTo>
                  <a:lnTo>
                    <a:pt x="1270444" y="360460"/>
                  </a:lnTo>
                  <a:lnTo>
                    <a:pt x="7237" y="0"/>
                  </a:lnTo>
                  <a:lnTo>
                    <a:pt x="7237" y="3555"/>
                  </a:lnTo>
                  <a:cubicBezTo>
                    <a:pt x="7174" y="6361"/>
                    <a:pt x="4837" y="8583"/>
                    <a:pt x="2044" y="8507"/>
                  </a:cubicBezTo>
                  <a:cubicBezTo>
                    <a:pt x="1993" y="8507"/>
                    <a:pt x="1955" y="8507"/>
                    <a:pt x="1905" y="8507"/>
                  </a:cubicBezTo>
                  <a:lnTo>
                    <a:pt x="0" y="8507"/>
                  </a:lnTo>
                  <a:lnTo>
                    <a:pt x="0" y="8507"/>
                  </a:lnTo>
                  <a:lnTo>
                    <a:pt x="1274000" y="372014"/>
                  </a:lnTo>
                  <a:lnTo>
                    <a:pt x="1275650" y="372014"/>
                  </a:lnTo>
                  <a:cubicBezTo>
                    <a:pt x="1272870" y="372014"/>
                    <a:pt x="1270584" y="369842"/>
                    <a:pt x="1270444" y="367062"/>
                  </a:cubicBezTo>
                  <a:close/>
                </a:path>
              </a:pathLst>
            </a:custGeom>
            <a:solidFill>
              <a:srgbClr val="000000"/>
            </a:solidFill>
            <a:ln w="12690" cap="flat">
              <a:noFill/>
              <a:prstDash val="solid"/>
              <a:miter/>
            </a:ln>
          </p:spPr>
          <p:txBody>
            <a:bodyPr rtlCol="0" anchor="ctr"/>
            <a:lstStyle/>
            <a:p>
              <a:endParaRPr lang="en-US" sz="1350"/>
            </a:p>
          </p:txBody>
        </p:sp>
        <p:sp>
          <p:nvSpPr>
            <p:cNvPr id="627" name="Freeform: Shape 626">
              <a:extLst>
                <a:ext uri="{FF2B5EF4-FFF2-40B4-BE49-F238E27FC236}">
                  <a16:creationId xmlns:a16="http://schemas.microsoft.com/office/drawing/2014/main" id="{69EF44AA-6FE1-43DC-8A6B-285AB8EFAF35}"/>
                </a:ext>
              </a:extLst>
            </p:cNvPr>
            <p:cNvSpPr/>
            <p:nvPr/>
          </p:nvSpPr>
          <p:spPr>
            <a:xfrm>
              <a:off x="11113914" y="2971398"/>
              <a:ext cx="9" cy="888"/>
            </a:xfrm>
            <a:custGeom>
              <a:avLst/>
              <a:gdLst>
                <a:gd name="connsiteX0" fmla="*/ 0 w 9"/>
                <a:gd name="connsiteY0" fmla="*/ 762 h 888"/>
                <a:gd name="connsiteX1" fmla="*/ 0 w 9"/>
                <a:gd name="connsiteY1" fmla="*/ 0 h 888"/>
                <a:gd name="connsiteX2" fmla="*/ 0 w 9"/>
                <a:gd name="connsiteY2" fmla="*/ 889 h 888"/>
              </a:gdLst>
              <a:ahLst/>
              <a:cxnLst>
                <a:cxn ang="0">
                  <a:pos x="connsiteX0" y="connsiteY0"/>
                </a:cxn>
                <a:cxn ang="0">
                  <a:pos x="connsiteX1" y="connsiteY1"/>
                </a:cxn>
                <a:cxn ang="0">
                  <a:pos x="connsiteX2" y="connsiteY2"/>
                </a:cxn>
              </a:cxnLst>
              <a:rect l="l" t="t" r="r" b="b"/>
              <a:pathLst>
                <a:path w="9" h="888">
                  <a:moveTo>
                    <a:pt x="0" y="762"/>
                  </a:moveTo>
                  <a:cubicBezTo>
                    <a:pt x="0" y="762"/>
                    <a:pt x="0" y="762"/>
                    <a:pt x="0" y="0"/>
                  </a:cubicBezTo>
                  <a:cubicBezTo>
                    <a:pt x="12" y="292"/>
                    <a:pt x="12" y="597"/>
                    <a:pt x="0" y="889"/>
                  </a:cubicBezTo>
                  <a:close/>
                </a:path>
              </a:pathLst>
            </a:custGeom>
            <a:solidFill>
              <a:srgbClr val="000000"/>
            </a:solidFill>
            <a:ln w="12690" cap="flat">
              <a:noFill/>
              <a:prstDash val="solid"/>
              <a:miter/>
            </a:ln>
          </p:spPr>
          <p:txBody>
            <a:bodyPr rtlCol="0" anchor="ctr"/>
            <a:lstStyle/>
            <a:p>
              <a:endParaRPr lang="en-US" sz="1350"/>
            </a:p>
          </p:txBody>
        </p:sp>
        <p:sp>
          <p:nvSpPr>
            <p:cNvPr id="628" name="Freeform: Shape 627">
              <a:extLst>
                <a:ext uri="{FF2B5EF4-FFF2-40B4-BE49-F238E27FC236}">
                  <a16:creationId xmlns:a16="http://schemas.microsoft.com/office/drawing/2014/main" id="{AA63E7BA-40A6-4277-B9A8-779C9D50D67B}"/>
                </a:ext>
              </a:extLst>
            </p:cNvPr>
            <p:cNvSpPr/>
            <p:nvPr/>
          </p:nvSpPr>
          <p:spPr>
            <a:xfrm>
              <a:off x="9829884" y="2501620"/>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lnTo>
                    <a:pt x="0" y="0"/>
                  </a:lnTo>
                  <a:lnTo>
                    <a:pt x="0" y="0"/>
                  </a:lnTo>
                  <a:close/>
                </a:path>
              </a:pathLst>
            </a:custGeom>
            <a:solidFill>
              <a:srgbClr val="000000"/>
            </a:solidFill>
            <a:ln w="12690" cap="flat">
              <a:noFill/>
              <a:prstDash val="solid"/>
              <a:miter/>
            </a:ln>
          </p:spPr>
          <p:txBody>
            <a:bodyPr rtlCol="0" anchor="ctr"/>
            <a:lstStyle/>
            <a:p>
              <a:endParaRPr lang="en-US" sz="1350"/>
            </a:p>
          </p:txBody>
        </p:sp>
        <p:sp>
          <p:nvSpPr>
            <p:cNvPr id="629" name="Freeform: Shape 628">
              <a:extLst>
                <a:ext uri="{FF2B5EF4-FFF2-40B4-BE49-F238E27FC236}">
                  <a16:creationId xmlns:a16="http://schemas.microsoft.com/office/drawing/2014/main" id="{466FB710-8F73-466D-BA61-870BC92A5C9A}"/>
                </a:ext>
              </a:extLst>
            </p:cNvPr>
            <p:cNvSpPr/>
            <p:nvPr/>
          </p:nvSpPr>
          <p:spPr>
            <a:xfrm>
              <a:off x="9831153" y="2500096"/>
              <a:ext cx="12696" cy="12696"/>
            </a:xfrm>
            <a:custGeom>
              <a:avLst/>
              <a:gdLst>
                <a:gd name="connsiteX0" fmla="*/ 0 w 12696"/>
                <a:gd name="connsiteY0" fmla="*/ 0 h 12696"/>
                <a:gd name="connsiteX1" fmla="*/ 0 w 12696"/>
                <a:gd name="connsiteY1" fmla="*/ 0 h 12696"/>
                <a:gd name="connsiteX2" fmla="*/ 0 w 12696"/>
                <a:gd name="connsiteY2" fmla="*/ 0 h 12696"/>
              </a:gdLst>
              <a:ahLst/>
              <a:cxnLst>
                <a:cxn ang="0">
                  <a:pos x="connsiteX0" y="connsiteY0"/>
                </a:cxn>
                <a:cxn ang="0">
                  <a:pos x="connsiteX1" y="connsiteY1"/>
                </a:cxn>
                <a:cxn ang="0">
                  <a:pos x="connsiteX2" y="connsiteY2"/>
                </a:cxn>
              </a:cxnLst>
              <a:rect l="l" t="t" r="r" b="b"/>
              <a:pathLst>
                <a:path w="12696" h="12696">
                  <a:moveTo>
                    <a:pt x="0" y="0"/>
                  </a:moveTo>
                  <a:cubicBezTo>
                    <a:pt x="0" y="0"/>
                    <a:pt x="0" y="0"/>
                    <a:pt x="0" y="0"/>
                  </a:cubicBezTo>
                  <a:lnTo>
                    <a:pt x="0" y="0"/>
                  </a:lnTo>
                  <a:close/>
                </a:path>
              </a:pathLst>
            </a:custGeom>
            <a:solidFill>
              <a:srgbClr val="000000"/>
            </a:solidFill>
            <a:ln w="12690" cap="flat">
              <a:noFill/>
              <a:prstDash val="solid"/>
              <a:miter/>
            </a:ln>
          </p:spPr>
          <p:txBody>
            <a:bodyPr rtlCol="0" anchor="ctr"/>
            <a:lstStyle/>
            <a:p>
              <a:endParaRPr lang="en-US" sz="1350"/>
            </a:p>
          </p:txBody>
        </p:sp>
        <p:sp>
          <p:nvSpPr>
            <p:cNvPr id="630" name="Freeform: Shape 629">
              <a:extLst>
                <a:ext uri="{FF2B5EF4-FFF2-40B4-BE49-F238E27FC236}">
                  <a16:creationId xmlns:a16="http://schemas.microsoft.com/office/drawing/2014/main" id="{F3369068-6428-4A3A-AB08-1AD9F35580C5}"/>
                </a:ext>
              </a:extLst>
            </p:cNvPr>
            <p:cNvSpPr/>
            <p:nvPr/>
          </p:nvSpPr>
          <p:spPr>
            <a:xfrm>
              <a:off x="9831106" y="2505302"/>
              <a:ext cx="9069" cy="107160"/>
            </a:xfrm>
            <a:custGeom>
              <a:avLst/>
              <a:gdLst>
                <a:gd name="connsiteX0" fmla="*/ 9063 w 9069"/>
                <a:gd name="connsiteY0" fmla="*/ 101827 h 107160"/>
                <a:gd name="connsiteX1" fmla="*/ 9063 w 9069"/>
                <a:gd name="connsiteY1" fmla="*/ 4952 h 107160"/>
                <a:gd name="connsiteX2" fmla="*/ 1952 w 9069"/>
                <a:gd name="connsiteY2" fmla="*/ 3174 h 107160"/>
                <a:gd name="connsiteX3" fmla="*/ 1952 w 9069"/>
                <a:gd name="connsiteY3" fmla="*/ 3174 h 107160"/>
                <a:gd name="connsiteX4" fmla="*/ 1064 w 9069"/>
                <a:gd name="connsiteY4" fmla="*/ 3174 h 107160"/>
                <a:gd name="connsiteX5" fmla="*/ 48 w 9069"/>
                <a:gd name="connsiteY5" fmla="*/ 2539 h 107160"/>
                <a:gd name="connsiteX6" fmla="*/ 48 w 9069"/>
                <a:gd name="connsiteY6" fmla="*/ 2539 h 107160"/>
                <a:gd name="connsiteX7" fmla="*/ 48 w 9069"/>
                <a:gd name="connsiteY7" fmla="*/ 2539 h 107160"/>
                <a:gd name="connsiteX8" fmla="*/ 48 w 9069"/>
                <a:gd name="connsiteY8" fmla="*/ 1778 h 107160"/>
                <a:gd name="connsiteX9" fmla="*/ 48 w 9069"/>
                <a:gd name="connsiteY9" fmla="*/ 762 h 107160"/>
                <a:gd name="connsiteX10" fmla="*/ 48 w 9069"/>
                <a:gd name="connsiteY10" fmla="*/ 0 h 107160"/>
                <a:gd name="connsiteX11" fmla="*/ 48 w 9069"/>
                <a:gd name="connsiteY11" fmla="*/ 0 h 107160"/>
                <a:gd name="connsiteX12" fmla="*/ 48 w 9069"/>
                <a:gd name="connsiteY12" fmla="*/ 0 h 107160"/>
                <a:gd name="connsiteX13" fmla="*/ 48 w 9069"/>
                <a:gd name="connsiteY13" fmla="*/ 103732 h 107160"/>
                <a:gd name="connsiteX14" fmla="*/ 48 w 9069"/>
                <a:gd name="connsiteY14" fmla="*/ 104748 h 107160"/>
                <a:gd name="connsiteX15" fmla="*/ 48 w 9069"/>
                <a:gd name="connsiteY15" fmla="*/ 105637 h 107160"/>
                <a:gd name="connsiteX16" fmla="*/ 48 w 9069"/>
                <a:gd name="connsiteY16" fmla="*/ 106398 h 107160"/>
                <a:gd name="connsiteX17" fmla="*/ 683 w 9069"/>
                <a:gd name="connsiteY17" fmla="*/ 107160 h 107160"/>
                <a:gd name="connsiteX18" fmla="*/ 1445 w 9069"/>
                <a:gd name="connsiteY18" fmla="*/ 107160 h 107160"/>
                <a:gd name="connsiteX19" fmla="*/ 2460 w 9069"/>
                <a:gd name="connsiteY19" fmla="*/ 107160 h 107160"/>
                <a:gd name="connsiteX20" fmla="*/ 4365 w 9069"/>
                <a:gd name="connsiteY20" fmla="*/ 107160 h 107160"/>
                <a:gd name="connsiteX21" fmla="*/ 9063 w 9069"/>
                <a:gd name="connsiteY21" fmla="*/ 101827 h 107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069" h="107160">
                  <a:moveTo>
                    <a:pt x="9063" y="101827"/>
                  </a:moveTo>
                  <a:lnTo>
                    <a:pt x="9063" y="4952"/>
                  </a:lnTo>
                  <a:lnTo>
                    <a:pt x="1952" y="3174"/>
                  </a:lnTo>
                  <a:lnTo>
                    <a:pt x="1952" y="3174"/>
                  </a:lnTo>
                  <a:lnTo>
                    <a:pt x="1064" y="3174"/>
                  </a:lnTo>
                  <a:lnTo>
                    <a:pt x="48" y="2539"/>
                  </a:lnTo>
                  <a:lnTo>
                    <a:pt x="48" y="2539"/>
                  </a:lnTo>
                  <a:cubicBezTo>
                    <a:pt x="48" y="2539"/>
                    <a:pt x="48" y="2539"/>
                    <a:pt x="48" y="2539"/>
                  </a:cubicBezTo>
                  <a:lnTo>
                    <a:pt x="48" y="1778"/>
                  </a:lnTo>
                  <a:cubicBezTo>
                    <a:pt x="-3" y="1448"/>
                    <a:pt x="-3" y="1092"/>
                    <a:pt x="48" y="762"/>
                  </a:cubicBezTo>
                  <a:cubicBezTo>
                    <a:pt x="-16" y="508"/>
                    <a:pt x="-16" y="254"/>
                    <a:pt x="48" y="0"/>
                  </a:cubicBezTo>
                  <a:lnTo>
                    <a:pt x="48" y="0"/>
                  </a:lnTo>
                  <a:lnTo>
                    <a:pt x="48" y="0"/>
                  </a:lnTo>
                  <a:lnTo>
                    <a:pt x="48" y="103732"/>
                  </a:lnTo>
                  <a:cubicBezTo>
                    <a:pt x="48" y="103732"/>
                    <a:pt x="48" y="103732"/>
                    <a:pt x="48" y="104748"/>
                  </a:cubicBezTo>
                  <a:lnTo>
                    <a:pt x="48" y="105637"/>
                  </a:lnTo>
                  <a:lnTo>
                    <a:pt x="48" y="106398"/>
                  </a:lnTo>
                  <a:lnTo>
                    <a:pt x="683" y="107160"/>
                  </a:lnTo>
                  <a:lnTo>
                    <a:pt x="1445" y="107160"/>
                  </a:lnTo>
                  <a:lnTo>
                    <a:pt x="2460" y="107160"/>
                  </a:lnTo>
                  <a:lnTo>
                    <a:pt x="4365" y="107160"/>
                  </a:lnTo>
                  <a:cubicBezTo>
                    <a:pt x="7120" y="106957"/>
                    <a:pt x="9202" y="104583"/>
                    <a:pt x="9063" y="101827"/>
                  </a:cubicBezTo>
                  <a:close/>
                </a:path>
              </a:pathLst>
            </a:custGeom>
            <a:solidFill>
              <a:srgbClr val="000000"/>
            </a:solidFill>
            <a:ln w="12690" cap="flat">
              <a:noFill/>
              <a:prstDash val="solid"/>
              <a:miter/>
            </a:ln>
          </p:spPr>
          <p:txBody>
            <a:bodyPr rtlCol="0" anchor="ctr"/>
            <a:lstStyle/>
            <a:p>
              <a:endParaRPr lang="en-US" sz="1350"/>
            </a:p>
          </p:txBody>
        </p:sp>
        <p:sp>
          <p:nvSpPr>
            <p:cNvPr id="631" name="Freeform: Shape 630">
              <a:extLst>
                <a:ext uri="{FF2B5EF4-FFF2-40B4-BE49-F238E27FC236}">
                  <a16:creationId xmlns:a16="http://schemas.microsoft.com/office/drawing/2014/main" id="{5CCF168C-7F0C-41E2-BB50-3CAEBCCEF006}"/>
                </a:ext>
              </a:extLst>
            </p:cNvPr>
            <p:cNvSpPr/>
            <p:nvPr/>
          </p:nvSpPr>
          <p:spPr>
            <a:xfrm>
              <a:off x="11103502" y="2869063"/>
              <a:ext cx="10538" cy="106404"/>
            </a:xfrm>
            <a:custGeom>
              <a:avLst/>
              <a:gdLst>
                <a:gd name="connsiteX0" fmla="*/ 10539 w 10538"/>
                <a:gd name="connsiteY0" fmla="*/ 102335 h 106404"/>
                <a:gd name="connsiteX1" fmla="*/ 10539 w 10538"/>
                <a:gd name="connsiteY1" fmla="*/ 101574 h 106404"/>
                <a:gd name="connsiteX2" fmla="*/ 10539 w 10538"/>
                <a:gd name="connsiteY2" fmla="*/ 0 h 106404"/>
                <a:gd name="connsiteX3" fmla="*/ 8761 w 10538"/>
                <a:gd name="connsiteY3" fmla="*/ 1397 h 106404"/>
                <a:gd name="connsiteX4" fmla="*/ 8761 w 10538"/>
                <a:gd name="connsiteY4" fmla="*/ 1397 h 106404"/>
                <a:gd name="connsiteX5" fmla="*/ 5460 w 10538"/>
                <a:gd name="connsiteY5" fmla="*/ 2539 h 106404"/>
                <a:gd name="connsiteX6" fmla="*/ 3809 w 10538"/>
                <a:gd name="connsiteY6" fmla="*/ 2539 h 106404"/>
                <a:gd name="connsiteX7" fmla="*/ 0 w 10538"/>
                <a:gd name="connsiteY7" fmla="*/ 1524 h 106404"/>
                <a:gd name="connsiteX8" fmla="*/ 0 w 10538"/>
                <a:gd name="connsiteY8" fmla="*/ 101447 h 106404"/>
                <a:gd name="connsiteX9" fmla="*/ 5447 w 10538"/>
                <a:gd name="connsiteY9" fmla="*/ 106398 h 106404"/>
                <a:gd name="connsiteX10" fmla="*/ 5460 w 10538"/>
                <a:gd name="connsiteY10" fmla="*/ 106398 h 106404"/>
                <a:gd name="connsiteX11" fmla="*/ 8253 w 10538"/>
                <a:gd name="connsiteY11" fmla="*/ 105510 h 106404"/>
                <a:gd name="connsiteX12" fmla="*/ 8253 w 10538"/>
                <a:gd name="connsiteY12" fmla="*/ 105510 h 106404"/>
                <a:gd name="connsiteX13" fmla="*/ 8253 w 10538"/>
                <a:gd name="connsiteY13" fmla="*/ 105510 h 106404"/>
                <a:gd name="connsiteX14" fmla="*/ 9904 w 10538"/>
                <a:gd name="connsiteY14" fmla="*/ 103351 h 106404"/>
                <a:gd name="connsiteX15" fmla="*/ 10539 w 10538"/>
                <a:gd name="connsiteY15" fmla="*/ 102335 h 106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0538" h="106404">
                  <a:moveTo>
                    <a:pt x="10539" y="102335"/>
                  </a:moveTo>
                  <a:cubicBezTo>
                    <a:pt x="10539" y="102335"/>
                    <a:pt x="10539" y="102335"/>
                    <a:pt x="10539" y="101574"/>
                  </a:cubicBezTo>
                  <a:lnTo>
                    <a:pt x="10539" y="0"/>
                  </a:lnTo>
                  <a:lnTo>
                    <a:pt x="8761" y="1397"/>
                  </a:lnTo>
                  <a:lnTo>
                    <a:pt x="8761" y="1397"/>
                  </a:lnTo>
                  <a:cubicBezTo>
                    <a:pt x="7822" y="2133"/>
                    <a:pt x="6653" y="2527"/>
                    <a:pt x="5460" y="2539"/>
                  </a:cubicBezTo>
                  <a:cubicBezTo>
                    <a:pt x="4914" y="2679"/>
                    <a:pt x="4355" y="2679"/>
                    <a:pt x="3809" y="2539"/>
                  </a:cubicBezTo>
                  <a:lnTo>
                    <a:pt x="0" y="1524"/>
                  </a:lnTo>
                  <a:lnTo>
                    <a:pt x="0" y="101447"/>
                  </a:lnTo>
                  <a:cubicBezTo>
                    <a:pt x="139" y="104316"/>
                    <a:pt x="2577" y="106538"/>
                    <a:pt x="5447" y="106398"/>
                  </a:cubicBezTo>
                  <a:cubicBezTo>
                    <a:pt x="5447" y="106398"/>
                    <a:pt x="5460" y="106398"/>
                    <a:pt x="5460" y="106398"/>
                  </a:cubicBezTo>
                  <a:cubicBezTo>
                    <a:pt x="6450" y="106360"/>
                    <a:pt x="7415" y="106056"/>
                    <a:pt x="8253" y="105510"/>
                  </a:cubicBezTo>
                  <a:lnTo>
                    <a:pt x="8253" y="105510"/>
                  </a:lnTo>
                  <a:lnTo>
                    <a:pt x="8253" y="105510"/>
                  </a:lnTo>
                  <a:cubicBezTo>
                    <a:pt x="9015" y="104976"/>
                    <a:pt x="9586" y="104227"/>
                    <a:pt x="9904" y="103351"/>
                  </a:cubicBezTo>
                  <a:cubicBezTo>
                    <a:pt x="10145" y="103034"/>
                    <a:pt x="10348" y="102691"/>
                    <a:pt x="10539" y="102335"/>
                  </a:cubicBezTo>
                  <a:close/>
                </a:path>
              </a:pathLst>
            </a:custGeom>
            <a:solidFill>
              <a:srgbClr val="000000"/>
            </a:solidFill>
            <a:ln w="12690" cap="flat">
              <a:noFill/>
              <a:prstDash val="solid"/>
              <a:miter/>
            </a:ln>
          </p:spPr>
          <p:txBody>
            <a:bodyPr rtlCol="0" anchor="ctr"/>
            <a:lstStyle/>
            <a:p>
              <a:endParaRPr lang="en-US" sz="1350"/>
            </a:p>
          </p:txBody>
        </p:sp>
        <p:sp>
          <p:nvSpPr>
            <p:cNvPr id="632" name="Freeform: Shape 631">
              <a:extLst>
                <a:ext uri="{FF2B5EF4-FFF2-40B4-BE49-F238E27FC236}">
                  <a16:creationId xmlns:a16="http://schemas.microsoft.com/office/drawing/2014/main" id="{818796FA-2604-4AC4-9618-3B2EC95BE084}"/>
                </a:ext>
              </a:extLst>
            </p:cNvPr>
            <p:cNvSpPr/>
            <p:nvPr/>
          </p:nvSpPr>
          <p:spPr>
            <a:xfrm>
              <a:off x="9830861" y="2500223"/>
              <a:ext cx="673" cy="761"/>
            </a:xfrm>
            <a:custGeom>
              <a:avLst/>
              <a:gdLst>
                <a:gd name="connsiteX0" fmla="*/ 38 w 673"/>
                <a:gd name="connsiteY0" fmla="*/ 127 h 761"/>
                <a:gd name="connsiteX1" fmla="*/ 38 w 673"/>
                <a:gd name="connsiteY1" fmla="*/ 762 h 761"/>
                <a:gd name="connsiteX2" fmla="*/ 673 w 673"/>
                <a:gd name="connsiteY2" fmla="*/ 0 h 761"/>
              </a:gdLst>
              <a:ahLst/>
              <a:cxnLst>
                <a:cxn ang="0">
                  <a:pos x="connsiteX0" y="connsiteY0"/>
                </a:cxn>
                <a:cxn ang="0">
                  <a:pos x="connsiteX1" y="connsiteY1"/>
                </a:cxn>
                <a:cxn ang="0">
                  <a:pos x="connsiteX2" y="connsiteY2"/>
                </a:cxn>
              </a:cxnLst>
              <a:rect l="l" t="t" r="r" b="b"/>
              <a:pathLst>
                <a:path w="673" h="761">
                  <a:moveTo>
                    <a:pt x="38" y="127"/>
                  </a:moveTo>
                  <a:cubicBezTo>
                    <a:pt x="-13" y="330"/>
                    <a:pt x="-13" y="559"/>
                    <a:pt x="38" y="762"/>
                  </a:cubicBezTo>
                  <a:lnTo>
                    <a:pt x="673" y="0"/>
                  </a:lnTo>
                  <a:close/>
                </a:path>
              </a:pathLst>
            </a:custGeom>
            <a:solidFill>
              <a:srgbClr val="000000"/>
            </a:solidFill>
            <a:ln w="12690" cap="flat">
              <a:noFill/>
              <a:prstDash val="solid"/>
              <a:miter/>
            </a:ln>
          </p:spPr>
          <p:txBody>
            <a:bodyPr rtlCol="0" anchor="ctr"/>
            <a:lstStyle/>
            <a:p>
              <a:endParaRPr lang="en-US" sz="1350"/>
            </a:p>
          </p:txBody>
        </p:sp>
        <p:sp>
          <p:nvSpPr>
            <p:cNvPr id="633" name="Freeform: Shape 632">
              <a:extLst>
                <a:ext uri="{FF2B5EF4-FFF2-40B4-BE49-F238E27FC236}">
                  <a16:creationId xmlns:a16="http://schemas.microsoft.com/office/drawing/2014/main" id="{ACDE445B-CBAC-4AAF-88E3-3A80E815A33F}"/>
                </a:ext>
              </a:extLst>
            </p:cNvPr>
            <p:cNvSpPr/>
            <p:nvPr/>
          </p:nvSpPr>
          <p:spPr>
            <a:xfrm>
              <a:off x="9829719" y="2501239"/>
              <a:ext cx="37" cy="761"/>
            </a:xfrm>
            <a:custGeom>
              <a:avLst/>
              <a:gdLst>
                <a:gd name="connsiteX0" fmla="*/ 38 w 37"/>
                <a:gd name="connsiteY0" fmla="*/ 762 h 761"/>
                <a:gd name="connsiteX1" fmla="*/ 38 w 37"/>
                <a:gd name="connsiteY1" fmla="*/ 762 h 761"/>
                <a:gd name="connsiteX2" fmla="*/ 38 w 37"/>
                <a:gd name="connsiteY2" fmla="*/ 762 h 761"/>
                <a:gd name="connsiteX3" fmla="*/ 38 w 37"/>
                <a:gd name="connsiteY3" fmla="*/ 0 h 761"/>
              </a:gdLst>
              <a:ahLst/>
              <a:cxnLst>
                <a:cxn ang="0">
                  <a:pos x="connsiteX0" y="connsiteY0"/>
                </a:cxn>
                <a:cxn ang="0">
                  <a:pos x="connsiteX1" y="connsiteY1"/>
                </a:cxn>
                <a:cxn ang="0">
                  <a:pos x="connsiteX2" y="connsiteY2"/>
                </a:cxn>
                <a:cxn ang="0">
                  <a:pos x="connsiteX3" y="connsiteY3"/>
                </a:cxn>
              </a:cxnLst>
              <a:rect l="l" t="t" r="r" b="b"/>
              <a:pathLst>
                <a:path w="37" h="761">
                  <a:moveTo>
                    <a:pt x="38" y="762"/>
                  </a:moveTo>
                  <a:lnTo>
                    <a:pt x="38" y="762"/>
                  </a:lnTo>
                  <a:lnTo>
                    <a:pt x="38" y="762"/>
                  </a:lnTo>
                  <a:cubicBezTo>
                    <a:pt x="-13" y="508"/>
                    <a:pt x="-13" y="254"/>
                    <a:pt x="38" y="0"/>
                  </a:cubicBezTo>
                  <a:close/>
                </a:path>
              </a:pathLst>
            </a:custGeom>
            <a:solidFill>
              <a:srgbClr val="000000"/>
            </a:solidFill>
            <a:ln w="12690" cap="flat">
              <a:noFill/>
              <a:prstDash val="solid"/>
              <a:miter/>
            </a:ln>
          </p:spPr>
          <p:txBody>
            <a:bodyPr rtlCol="0" anchor="ctr"/>
            <a:lstStyle/>
            <a:p>
              <a:endParaRPr lang="en-US" sz="1350"/>
            </a:p>
          </p:txBody>
        </p:sp>
        <p:sp>
          <p:nvSpPr>
            <p:cNvPr id="634" name="Freeform: Shape 633">
              <a:extLst>
                <a:ext uri="{FF2B5EF4-FFF2-40B4-BE49-F238E27FC236}">
                  <a16:creationId xmlns:a16="http://schemas.microsoft.com/office/drawing/2014/main" id="{A5F97951-B24C-487D-BCEB-38DAFA3A8F52}"/>
                </a:ext>
              </a:extLst>
            </p:cNvPr>
            <p:cNvSpPr/>
            <p:nvPr/>
          </p:nvSpPr>
          <p:spPr>
            <a:xfrm>
              <a:off x="11108835" y="2870840"/>
              <a:ext cx="3301" cy="1142"/>
            </a:xfrm>
            <a:custGeom>
              <a:avLst/>
              <a:gdLst>
                <a:gd name="connsiteX0" fmla="*/ 3301 w 3301"/>
                <a:gd name="connsiteY0" fmla="*/ 0 h 1142"/>
                <a:gd name="connsiteX1" fmla="*/ 0 w 3301"/>
                <a:gd name="connsiteY1" fmla="*/ 1143 h 1142"/>
                <a:gd name="connsiteX2" fmla="*/ 3301 w 3301"/>
                <a:gd name="connsiteY2" fmla="*/ 0 h 1142"/>
              </a:gdLst>
              <a:ahLst/>
              <a:cxnLst>
                <a:cxn ang="0">
                  <a:pos x="connsiteX0" y="connsiteY0"/>
                </a:cxn>
                <a:cxn ang="0">
                  <a:pos x="connsiteX1" y="connsiteY1"/>
                </a:cxn>
                <a:cxn ang="0">
                  <a:pos x="connsiteX2" y="connsiteY2"/>
                </a:cxn>
              </a:cxnLst>
              <a:rect l="l" t="t" r="r" b="b"/>
              <a:pathLst>
                <a:path w="3301" h="1142">
                  <a:moveTo>
                    <a:pt x="3301" y="0"/>
                  </a:moveTo>
                  <a:cubicBezTo>
                    <a:pt x="2362" y="736"/>
                    <a:pt x="1193" y="1130"/>
                    <a:pt x="0" y="1143"/>
                  </a:cubicBezTo>
                  <a:cubicBezTo>
                    <a:pt x="1193" y="1130"/>
                    <a:pt x="2362" y="736"/>
                    <a:pt x="3301" y="0"/>
                  </a:cubicBezTo>
                  <a:close/>
                </a:path>
              </a:pathLst>
            </a:custGeom>
            <a:solidFill>
              <a:srgbClr val="000000"/>
            </a:solidFill>
            <a:ln w="12690" cap="flat">
              <a:noFill/>
              <a:prstDash val="solid"/>
              <a:miter/>
            </a:ln>
          </p:spPr>
          <p:txBody>
            <a:bodyPr rtlCol="0" anchor="ctr"/>
            <a:lstStyle/>
            <a:p>
              <a:endParaRPr lang="en-US" sz="1350"/>
            </a:p>
          </p:txBody>
        </p:sp>
        <p:sp>
          <p:nvSpPr>
            <p:cNvPr id="635" name="Freeform: Shape 634">
              <a:extLst>
                <a:ext uri="{FF2B5EF4-FFF2-40B4-BE49-F238E27FC236}">
                  <a16:creationId xmlns:a16="http://schemas.microsoft.com/office/drawing/2014/main" id="{53C6B81E-7F4D-430A-BA35-384A9F3DA008}"/>
                </a:ext>
              </a:extLst>
            </p:cNvPr>
            <p:cNvSpPr/>
            <p:nvPr/>
          </p:nvSpPr>
          <p:spPr>
            <a:xfrm>
              <a:off x="9833185" y="2501493"/>
              <a:ext cx="1275649" cy="370594"/>
            </a:xfrm>
            <a:custGeom>
              <a:avLst/>
              <a:gdLst>
                <a:gd name="connsiteX0" fmla="*/ 1271968 w 1275649"/>
                <a:gd name="connsiteY0" fmla="*/ 362491 h 370594"/>
                <a:gd name="connsiteX1" fmla="*/ 1274253 w 1275649"/>
                <a:gd name="connsiteY1" fmla="*/ 360586 h 370594"/>
                <a:gd name="connsiteX2" fmla="*/ 12570 w 1275649"/>
                <a:gd name="connsiteY2" fmla="*/ 0 h 370594"/>
                <a:gd name="connsiteX3" fmla="*/ 5460 w 1275649"/>
                <a:gd name="connsiteY3" fmla="*/ 5713 h 370594"/>
                <a:gd name="connsiteX4" fmla="*/ 1904 w 1275649"/>
                <a:gd name="connsiteY4" fmla="*/ 6983 h 370594"/>
                <a:gd name="connsiteX5" fmla="*/ 0 w 1275649"/>
                <a:gd name="connsiteY5" fmla="*/ 6983 h 370594"/>
                <a:gd name="connsiteX6" fmla="*/ 0 w 1275649"/>
                <a:gd name="connsiteY6" fmla="*/ 6983 h 370594"/>
                <a:gd name="connsiteX7" fmla="*/ 6983 w 1275649"/>
                <a:gd name="connsiteY7" fmla="*/ 9015 h 370594"/>
                <a:gd name="connsiteX8" fmla="*/ 1270190 w 1275649"/>
                <a:gd name="connsiteY8" fmla="*/ 369474 h 370594"/>
                <a:gd name="connsiteX9" fmla="*/ 1273999 w 1275649"/>
                <a:gd name="connsiteY9" fmla="*/ 370490 h 370594"/>
                <a:gd name="connsiteX10" fmla="*/ 1275650 w 1275649"/>
                <a:gd name="connsiteY10" fmla="*/ 370490 h 370594"/>
                <a:gd name="connsiteX11" fmla="*/ 1271587 w 1275649"/>
                <a:gd name="connsiteY11" fmla="*/ 368966 h 370594"/>
                <a:gd name="connsiteX12" fmla="*/ 1271968 w 1275649"/>
                <a:gd name="connsiteY12" fmla="*/ 362491 h 3705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75649" h="370594">
                  <a:moveTo>
                    <a:pt x="1271968" y="362491"/>
                  </a:moveTo>
                  <a:lnTo>
                    <a:pt x="1274253" y="360586"/>
                  </a:lnTo>
                  <a:lnTo>
                    <a:pt x="12570" y="0"/>
                  </a:lnTo>
                  <a:lnTo>
                    <a:pt x="5460" y="5713"/>
                  </a:lnTo>
                  <a:cubicBezTo>
                    <a:pt x="4469" y="6551"/>
                    <a:pt x="3200" y="7009"/>
                    <a:pt x="1904" y="6983"/>
                  </a:cubicBezTo>
                  <a:lnTo>
                    <a:pt x="0" y="6983"/>
                  </a:lnTo>
                  <a:lnTo>
                    <a:pt x="0" y="6983"/>
                  </a:lnTo>
                  <a:lnTo>
                    <a:pt x="6983" y="9015"/>
                  </a:lnTo>
                  <a:lnTo>
                    <a:pt x="1270190" y="369474"/>
                  </a:lnTo>
                  <a:lnTo>
                    <a:pt x="1273999" y="370490"/>
                  </a:lnTo>
                  <a:cubicBezTo>
                    <a:pt x="1274545" y="370629"/>
                    <a:pt x="1275104" y="370629"/>
                    <a:pt x="1275650" y="370490"/>
                  </a:cubicBezTo>
                  <a:cubicBezTo>
                    <a:pt x="1274152" y="370541"/>
                    <a:pt x="1272692" y="369995"/>
                    <a:pt x="1271587" y="368966"/>
                  </a:cubicBezTo>
                  <a:cubicBezTo>
                    <a:pt x="1269962" y="367049"/>
                    <a:pt x="1270127" y="364205"/>
                    <a:pt x="1271968" y="362491"/>
                  </a:cubicBezTo>
                  <a:close/>
                </a:path>
              </a:pathLst>
            </a:custGeom>
            <a:solidFill>
              <a:srgbClr val="000000"/>
            </a:solidFill>
            <a:ln w="12690" cap="flat">
              <a:noFill/>
              <a:prstDash val="solid"/>
              <a:miter/>
            </a:ln>
          </p:spPr>
          <p:txBody>
            <a:bodyPr rtlCol="0" anchor="ctr"/>
            <a:lstStyle/>
            <a:p>
              <a:endParaRPr lang="en-US" sz="1350"/>
            </a:p>
          </p:txBody>
        </p:sp>
        <p:sp>
          <p:nvSpPr>
            <p:cNvPr id="636" name="Freeform: Shape 635">
              <a:extLst>
                <a:ext uri="{FF2B5EF4-FFF2-40B4-BE49-F238E27FC236}">
                  <a16:creationId xmlns:a16="http://schemas.microsoft.com/office/drawing/2014/main" id="{943BBFE7-0B84-446A-BE40-DD3671B31D11}"/>
                </a:ext>
              </a:extLst>
            </p:cNvPr>
            <p:cNvSpPr/>
            <p:nvPr/>
          </p:nvSpPr>
          <p:spPr>
            <a:xfrm>
              <a:off x="10025123" y="2340343"/>
              <a:ext cx="1261087" cy="385627"/>
            </a:xfrm>
            <a:custGeom>
              <a:avLst/>
              <a:gdLst>
                <a:gd name="connsiteX0" fmla="*/ 3213 w 1261087"/>
                <a:gd name="connsiteY0" fmla="*/ 9424 h 385627"/>
                <a:gd name="connsiteX1" fmla="*/ 315808 w 1261087"/>
                <a:gd name="connsiteY1" fmla="*/ 103888 h 385627"/>
                <a:gd name="connsiteX2" fmla="*/ 1074951 w 1261087"/>
                <a:gd name="connsiteY2" fmla="*/ 333190 h 385627"/>
                <a:gd name="connsiteX3" fmla="*/ 1248644 w 1261087"/>
                <a:gd name="connsiteY3" fmla="*/ 385627 h 385627"/>
                <a:gd name="connsiteX4" fmla="*/ 1255501 w 1261087"/>
                <a:gd name="connsiteY4" fmla="*/ 380041 h 385627"/>
                <a:gd name="connsiteX5" fmla="*/ 1261087 w 1261087"/>
                <a:gd name="connsiteY5" fmla="*/ 379152 h 385627"/>
                <a:gd name="connsiteX6" fmla="*/ 1261087 w 1261087"/>
                <a:gd name="connsiteY6" fmla="*/ 379152 h 385627"/>
                <a:gd name="connsiteX7" fmla="*/ 6894 w 1261087"/>
                <a:gd name="connsiteY7" fmla="*/ 282 h 385627"/>
                <a:gd name="connsiteX8" fmla="*/ 38 w 1261087"/>
                <a:gd name="connsiteY8" fmla="*/ 3329 h 385627"/>
                <a:gd name="connsiteX9" fmla="*/ 38 w 1261087"/>
                <a:gd name="connsiteY9" fmla="*/ 4345 h 385627"/>
                <a:gd name="connsiteX10" fmla="*/ 3213 w 1261087"/>
                <a:gd name="connsiteY10" fmla="*/ 9424 h 385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1087" h="385627">
                  <a:moveTo>
                    <a:pt x="3213" y="9424"/>
                  </a:moveTo>
                  <a:lnTo>
                    <a:pt x="315808" y="103888"/>
                  </a:lnTo>
                  <a:lnTo>
                    <a:pt x="1074951" y="333190"/>
                  </a:lnTo>
                  <a:lnTo>
                    <a:pt x="1248644" y="385627"/>
                  </a:lnTo>
                  <a:lnTo>
                    <a:pt x="1255501" y="380041"/>
                  </a:lnTo>
                  <a:cubicBezTo>
                    <a:pt x="1257100" y="378822"/>
                    <a:pt x="1259196" y="378492"/>
                    <a:pt x="1261087" y="379152"/>
                  </a:cubicBezTo>
                  <a:lnTo>
                    <a:pt x="1261087" y="379152"/>
                  </a:lnTo>
                  <a:lnTo>
                    <a:pt x="6894" y="282"/>
                  </a:lnTo>
                  <a:cubicBezTo>
                    <a:pt x="4165" y="-619"/>
                    <a:pt x="1194" y="701"/>
                    <a:pt x="38" y="3329"/>
                  </a:cubicBezTo>
                  <a:cubicBezTo>
                    <a:pt x="-13" y="3660"/>
                    <a:pt x="-13" y="4003"/>
                    <a:pt x="38" y="4345"/>
                  </a:cubicBezTo>
                  <a:cubicBezTo>
                    <a:pt x="-165" y="6554"/>
                    <a:pt x="1130" y="8637"/>
                    <a:pt x="3213" y="9424"/>
                  </a:cubicBezTo>
                  <a:close/>
                </a:path>
              </a:pathLst>
            </a:custGeom>
            <a:solidFill>
              <a:srgbClr val="000000"/>
            </a:solidFill>
            <a:ln w="12690" cap="flat">
              <a:noFill/>
              <a:prstDash val="solid"/>
              <a:miter/>
            </a:ln>
          </p:spPr>
          <p:txBody>
            <a:bodyPr rtlCol="0" anchor="ctr"/>
            <a:lstStyle/>
            <a:p>
              <a:endParaRPr lang="en-US" sz="1350"/>
            </a:p>
          </p:txBody>
        </p:sp>
        <p:sp>
          <p:nvSpPr>
            <p:cNvPr id="637" name="Freeform: Shape 636">
              <a:extLst>
                <a:ext uri="{FF2B5EF4-FFF2-40B4-BE49-F238E27FC236}">
                  <a16:creationId xmlns:a16="http://schemas.microsoft.com/office/drawing/2014/main" id="{7DAE9C85-0B6D-405B-8AFC-4B194DE54046}"/>
                </a:ext>
              </a:extLst>
            </p:cNvPr>
            <p:cNvSpPr/>
            <p:nvPr/>
          </p:nvSpPr>
          <p:spPr>
            <a:xfrm>
              <a:off x="11289384" y="2724955"/>
              <a:ext cx="47" cy="761"/>
            </a:xfrm>
            <a:custGeom>
              <a:avLst/>
              <a:gdLst>
                <a:gd name="connsiteX0" fmla="*/ 0 w 47"/>
                <a:gd name="connsiteY0" fmla="*/ 635 h 761"/>
                <a:gd name="connsiteX1" fmla="*/ 0 w 47"/>
                <a:gd name="connsiteY1" fmla="*/ 0 h 761"/>
                <a:gd name="connsiteX2" fmla="*/ 0 w 47"/>
                <a:gd name="connsiteY2" fmla="*/ 762 h 761"/>
              </a:gdLst>
              <a:ahLst/>
              <a:cxnLst>
                <a:cxn ang="0">
                  <a:pos x="connsiteX0" y="connsiteY0"/>
                </a:cxn>
                <a:cxn ang="0">
                  <a:pos x="connsiteX1" y="connsiteY1"/>
                </a:cxn>
                <a:cxn ang="0">
                  <a:pos x="connsiteX2" y="connsiteY2"/>
                </a:cxn>
              </a:cxnLst>
              <a:rect l="l" t="t" r="r" b="b"/>
              <a:pathLst>
                <a:path w="47" h="761">
                  <a:moveTo>
                    <a:pt x="0" y="635"/>
                  </a:moveTo>
                  <a:cubicBezTo>
                    <a:pt x="64" y="432"/>
                    <a:pt x="64" y="203"/>
                    <a:pt x="0" y="0"/>
                  </a:cubicBezTo>
                  <a:cubicBezTo>
                    <a:pt x="50" y="254"/>
                    <a:pt x="50" y="508"/>
                    <a:pt x="0" y="762"/>
                  </a:cubicBezTo>
                  <a:close/>
                </a:path>
              </a:pathLst>
            </a:custGeom>
            <a:solidFill>
              <a:srgbClr val="000000"/>
            </a:solidFill>
            <a:ln w="12690" cap="flat">
              <a:noFill/>
              <a:prstDash val="solid"/>
              <a:miter/>
            </a:ln>
          </p:spPr>
          <p:txBody>
            <a:bodyPr rtlCol="0" anchor="ctr"/>
            <a:lstStyle/>
            <a:p>
              <a:endParaRPr lang="en-US" sz="1350"/>
            </a:p>
          </p:txBody>
        </p:sp>
        <p:sp>
          <p:nvSpPr>
            <p:cNvPr id="638" name="Freeform: Shape 637">
              <a:extLst>
                <a:ext uri="{FF2B5EF4-FFF2-40B4-BE49-F238E27FC236}">
                  <a16:creationId xmlns:a16="http://schemas.microsoft.com/office/drawing/2014/main" id="{5341BFD5-0C39-414D-A02F-11275A84E86F}"/>
                </a:ext>
              </a:extLst>
            </p:cNvPr>
            <p:cNvSpPr/>
            <p:nvPr/>
          </p:nvSpPr>
          <p:spPr>
            <a:xfrm>
              <a:off x="11104869" y="2721066"/>
              <a:ext cx="184435" cy="152824"/>
            </a:xfrm>
            <a:custGeom>
              <a:avLst/>
              <a:gdLst>
                <a:gd name="connsiteX0" fmla="*/ 182992 w 184435"/>
                <a:gd name="connsiteY0" fmla="*/ 6556 h 152824"/>
                <a:gd name="connsiteX1" fmla="*/ 184388 w 184435"/>
                <a:gd name="connsiteY1" fmla="*/ 4651 h 152824"/>
                <a:gd name="connsiteX2" fmla="*/ 184388 w 184435"/>
                <a:gd name="connsiteY2" fmla="*/ 3889 h 152824"/>
                <a:gd name="connsiteX3" fmla="*/ 184388 w 184435"/>
                <a:gd name="connsiteY3" fmla="*/ 2873 h 152824"/>
                <a:gd name="connsiteX4" fmla="*/ 184388 w 184435"/>
                <a:gd name="connsiteY4" fmla="*/ 1985 h 152824"/>
                <a:gd name="connsiteX5" fmla="*/ 184388 w 184435"/>
                <a:gd name="connsiteY5" fmla="*/ 1096 h 152824"/>
                <a:gd name="connsiteX6" fmla="*/ 184388 w 184435"/>
                <a:gd name="connsiteY6" fmla="*/ 334 h 152824"/>
                <a:gd name="connsiteX7" fmla="*/ 184388 w 184435"/>
                <a:gd name="connsiteY7" fmla="*/ 334 h 152824"/>
                <a:gd name="connsiteX8" fmla="*/ 184388 w 184435"/>
                <a:gd name="connsiteY8" fmla="*/ 334 h 152824"/>
                <a:gd name="connsiteX9" fmla="*/ 183626 w 184435"/>
                <a:gd name="connsiteY9" fmla="*/ 334 h 152824"/>
                <a:gd name="connsiteX10" fmla="*/ 182610 w 184435"/>
                <a:gd name="connsiteY10" fmla="*/ 334 h 152824"/>
                <a:gd name="connsiteX11" fmla="*/ 177024 w 184435"/>
                <a:gd name="connsiteY11" fmla="*/ 1223 h 152824"/>
                <a:gd name="connsiteX12" fmla="*/ 170168 w 184435"/>
                <a:gd name="connsiteY12" fmla="*/ 6809 h 152824"/>
                <a:gd name="connsiteX13" fmla="*/ 3839 w 184435"/>
                <a:gd name="connsiteY13" fmla="*/ 142410 h 152824"/>
                <a:gd name="connsiteX14" fmla="*/ 1554 w 184435"/>
                <a:gd name="connsiteY14" fmla="*/ 144315 h 152824"/>
                <a:gd name="connsiteX15" fmla="*/ 1211 w 184435"/>
                <a:gd name="connsiteY15" fmla="*/ 150955 h 152824"/>
                <a:gd name="connsiteX16" fmla="*/ 1554 w 184435"/>
                <a:gd name="connsiteY16" fmla="*/ 151298 h 152824"/>
                <a:gd name="connsiteX17" fmla="*/ 5617 w 184435"/>
                <a:gd name="connsiteY17" fmla="*/ 152822 h 152824"/>
                <a:gd name="connsiteX18" fmla="*/ 8918 w 184435"/>
                <a:gd name="connsiteY18" fmla="*/ 151679 h 152824"/>
                <a:gd name="connsiteX19" fmla="*/ 8918 w 184435"/>
                <a:gd name="connsiteY19" fmla="*/ 151679 h 152824"/>
                <a:gd name="connsiteX20" fmla="*/ 10696 w 184435"/>
                <a:gd name="connsiteY20" fmla="*/ 150282 h 152824"/>
                <a:gd name="connsiteX21" fmla="*/ 180833 w 184435"/>
                <a:gd name="connsiteY21" fmla="*/ 11634 h 152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84435" h="152824">
                  <a:moveTo>
                    <a:pt x="182992" y="6556"/>
                  </a:moveTo>
                  <a:cubicBezTo>
                    <a:pt x="183664" y="6111"/>
                    <a:pt x="184160" y="5425"/>
                    <a:pt x="184388" y="4651"/>
                  </a:cubicBezTo>
                  <a:cubicBezTo>
                    <a:pt x="184439" y="4397"/>
                    <a:pt x="184439" y="4143"/>
                    <a:pt x="184388" y="3889"/>
                  </a:cubicBezTo>
                  <a:cubicBezTo>
                    <a:pt x="184452" y="3559"/>
                    <a:pt x="184452" y="3204"/>
                    <a:pt x="184388" y="2873"/>
                  </a:cubicBezTo>
                  <a:cubicBezTo>
                    <a:pt x="184452" y="2581"/>
                    <a:pt x="184452" y="2277"/>
                    <a:pt x="184388" y="1985"/>
                  </a:cubicBezTo>
                  <a:cubicBezTo>
                    <a:pt x="184388" y="1985"/>
                    <a:pt x="184388" y="1985"/>
                    <a:pt x="184388" y="1096"/>
                  </a:cubicBezTo>
                  <a:cubicBezTo>
                    <a:pt x="184388" y="207"/>
                    <a:pt x="184388" y="1096"/>
                    <a:pt x="184388" y="334"/>
                  </a:cubicBezTo>
                  <a:lnTo>
                    <a:pt x="184388" y="334"/>
                  </a:lnTo>
                  <a:lnTo>
                    <a:pt x="184388" y="334"/>
                  </a:lnTo>
                  <a:lnTo>
                    <a:pt x="183626" y="334"/>
                  </a:lnTo>
                  <a:lnTo>
                    <a:pt x="182610" y="334"/>
                  </a:lnTo>
                  <a:cubicBezTo>
                    <a:pt x="180719" y="-326"/>
                    <a:pt x="178624" y="4"/>
                    <a:pt x="177024" y="1223"/>
                  </a:cubicBezTo>
                  <a:lnTo>
                    <a:pt x="170168" y="6809"/>
                  </a:lnTo>
                  <a:lnTo>
                    <a:pt x="3839" y="142410"/>
                  </a:lnTo>
                  <a:lnTo>
                    <a:pt x="1554" y="144315"/>
                  </a:lnTo>
                  <a:cubicBezTo>
                    <a:pt x="-376" y="146054"/>
                    <a:pt x="-529" y="149025"/>
                    <a:pt x="1211" y="150955"/>
                  </a:cubicBezTo>
                  <a:cubicBezTo>
                    <a:pt x="1313" y="151069"/>
                    <a:pt x="1427" y="151184"/>
                    <a:pt x="1554" y="151298"/>
                  </a:cubicBezTo>
                  <a:cubicBezTo>
                    <a:pt x="2659" y="152326"/>
                    <a:pt x="4119" y="152872"/>
                    <a:pt x="5617" y="152822"/>
                  </a:cubicBezTo>
                  <a:cubicBezTo>
                    <a:pt x="6810" y="152809"/>
                    <a:pt x="7979" y="152415"/>
                    <a:pt x="8918" y="151679"/>
                  </a:cubicBezTo>
                  <a:lnTo>
                    <a:pt x="8918" y="151679"/>
                  </a:lnTo>
                  <a:lnTo>
                    <a:pt x="10696" y="150282"/>
                  </a:lnTo>
                  <a:lnTo>
                    <a:pt x="180833" y="11634"/>
                  </a:lnTo>
                  <a:close/>
                </a:path>
              </a:pathLst>
            </a:custGeom>
            <a:solidFill>
              <a:srgbClr val="000000"/>
            </a:solidFill>
            <a:ln w="12690" cap="flat">
              <a:noFill/>
              <a:prstDash val="solid"/>
              <a:miter/>
            </a:ln>
          </p:spPr>
          <p:txBody>
            <a:bodyPr rtlCol="0" anchor="ctr"/>
            <a:lstStyle/>
            <a:p>
              <a:endParaRPr lang="en-US" sz="1350"/>
            </a:p>
          </p:txBody>
        </p:sp>
        <p:sp>
          <p:nvSpPr>
            <p:cNvPr id="639" name="Freeform: Shape 638">
              <a:extLst>
                <a:ext uri="{FF2B5EF4-FFF2-40B4-BE49-F238E27FC236}">
                  <a16:creationId xmlns:a16="http://schemas.microsoft.com/office/drawing/2014/main" id="{957CD6AA-B64C-4035-8DBB-F9494D161B61}"/>
                </a:ext>
              </a:extLst>
            </p:cNvPr>
            <p:cNvSpPr/>
            <p:nvPr/>
          </p:nvSpPr>
          <p:spPr>
            <a:xfrm>
              <a:off x="11617470" y="2340221"/>
              <a:ext cx="379901" cy="502813"/>
            </a:xfrm>
            <a:custGeom>
              <a:avLst/>
              <a:gdLst>
                <a:gd name="connsiteX0" fmla="*/ 379890 w 379901"/>
                <a:gd name="connsiteY0" fmla="*/ 6372 h 502813"/>
                <a:gd name="connsiteX1" fmla="*/ 379890 w 379901"/>
                <a:gd name="connsiteY1" fmla="*/ 5357 h 502813"/>
                <a:gd name="connsiteX2" fmla="*/ 377604 w 379901"/>
                <a:gd name="connsiteY2" fmla="*/ 913 h 502813"/>
                <a:gd name="connsiteX3" fmla="*/ 370113 w 379901"/>
                <a:gd name="connsiteY3" fmla="*/ 2055 h 502813"/>
                <a:gd name="connsiteX4" fmla="*/ 369097 w 379901"/>
                <a:gd name="connsiteY4" fmla="*/ 3325 h 502813"/>
                <a:gd name="connsiteX5" fmla="*/ 889 w 379901"/>
                <a:gd name="connsiteY5" fmla="*/ 484276 h 502813"/>
                <a:gd name="connsiteX6" fmla="*/ 889 w 379901"/>
                <a:gd name="connsiteY6" fmla="*/ 499893 h 502813"/>
                <a:gd name="connsiteX7" fmla="*/ 889 w 379901"/>
                <a:gd name="connsiteY7" fmla="*/ 500655 h 502813"/>
                <a:gd name="connsiteX8" fmla="*/ 889 w 379901"/>
                <a:gd name="connsiteY8" fmla="*/ 501417 h 502813"/>
                <a:gd name="connsiteX9" fmla="*/ 889 w 379901"/>
                <a:gd name="connsiteY9" fmla="*/ 501417 h 502813"/>
                <a:gd name="connsiteX10" fmla="*/ 0 w 379901"/>
                <a:gd name="connsiteY10" fmla="*/ 502813 h 502813"/>
                <a:gd name="connsiteX11" fmla="*/ 0 w 379901"/>
                <a:gd name="connsiteY11" fmla="*/ 502813 h 502813"/>
                <a:gd name="connsiteX12" fmla="*/ 379001 w 379901"/>
                <a:gd name="connsiteY12" fmla="*/ 7642 h 502813"/>
                <a:gd name="connsiteX13" fmla="*/ 379001 w 379901"/>
                <a:gd name="connsiteY13" fmla="*/ 7642 h 502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79901" h="502813">
                  <a:moveTo>
                    <a:pt x="379890" y="6372"/>
                  </a:moveTo>
                  <a:cubicBezTo>
                    <a:pt x="379890" y="6372"/>
                    <a:pt x="379890" y="5738"/>
                    <a:pt x="379890" y="5357"/>
                  </a:cubicBezTo>
                  <a:cubicBezTo>
                    <a:pt x="380016" y="3566"/>
                    <a:pt x="379128" y="1852"/>
                    <a:pt x="377604" y="913"/>
                  </a:cubicBezTo>
                  <a:cubicBezTo>
                    <a:pt x="375179" y="-649"/>
                    <a:pt x="371966" y="-167"/>
                    <a:pt x="370113" y="2055"/>
                  </a:cubicBezTo>
                  <a:lnTo>
                    <a:pt x="369097" y="3325"/>
                  </a:lnTo>
                  <a:lnTo>
                    <a:pt x="889" y="484276"/>
                  </a:lnTo>
                  <a:lnTo>
                    <a:pt x="889" y="499893"/>
                  </a:lnTo>
                  <a:cubicBezTo>
                    <a:pt x="889" y="499893"/>
                    <a:pt x="889" y="499893"/>
                    <a:pt x="889" y="500655"/>
                  </a:cubicBezTo>
                  <a:cubicBezTo>
                    <a:pt x="889" y="501417"/>
                    <a:pt x="889" y="500655"/>
                    <a:pt x="889" y="501417"/>
                  </a:cubicBezTo>
                  <a:lnTo>
                    <a:pt x="889" y="501417"/>
                  </a:lnTo>
                  <a:lnTo>
                    <a:pt x="0" y="502813"/>
                  </a:lnTo>
                  <a:cubicBezTo>
                    <a:pt x="0" y="502813"/>
                    <a:pt x="0" y="502813"/>
                    <a:pt x="0" y="502813"/>
                  </a:cubicBezTo>
                  <a:lnTo>
                    <a:pt x="379001" y="7642"/>
                  </a:lnTo>
                  <a:lnTo>
                    <a:pt x="379001" y="7642"/>
                  </a:lnTo>
                  <a:close/>
                </a:path>
              </a:pathLst>
            </a:custGeom>
            <a:solidFill>
              <a:srgbClr val="000000"/>
            </a:solidFill>
            <a:ln w="12690" cap="flat">
              <a:noFill/>
              <a:prstDash val="solid"/>
              <a:miter/>
            </a:ln>
          </p:spPr>
          <p:txBody>
            <a:bodyPr rtlCol="0" anchor="ctr"/>
            <a:lstStyle/>
            <a:p>
              <a:endParaRPr lang="en-US" sz="1350"/>
            </a:p>
          </p:txBody>
        </p:sp>
        <p:sp>
          <p:nvSpPr>
            <p:cNvPr id="640" name="Freeform: Shape 639">
              <a:extLst>
                <a:ext uri="{FF2B5EF4-FFF2-40B4-BE49-F238E27FC236}">
                  <a16:creationId xmlns:a16="http://schemas.microsoft.com/office/drawing/2014/main" id="{4D165065-B22C-4305-A1B7-3508D67B6882}"/>
                </a:ext>
              </a:extLst>
            </p:cNvPr>
            <p:cNvSpPr/>
            <p:nvPr/>
          </p:nvSpPr>
          <p:spPr>
            <a:xfrm>
              <a:off x="11279052" y="2743111"/>
              <a:ext cx="47" cy="1015"/>
            </a:xfrm>
            <a:custGeom>
              <a:avLst/>
              <a:gdLst>
                <a:gd name="connsiteX0" fmla="*/ 48 w 47"/>
                <a:gd name="connsiteY0" fmla="*/ 1016 h 1015"/>
                <a:gd name="connsiteX1" fmla="*/ 48 w 47"/>
                <a:gd name="connsiteY1" fmla="*/ 0 h 1015"/>
                <a:gd name="connsiteX2" fmla="*/ 48 w 47"/>
                <a:gd name="connsiteY2" fmla="*/ 1016 h 1015"/>
              </a:gdLst>
              <a:ahLst/>
              <a:cxnLst>
                <a:cxn ang="0">
                  <a:pos x="connsiteX0" y="connsiteY0"/>
                </a:cxn>
                <a:cxn ang="0">
                  <a:pos x="connsiteX1" y="connsiteY1"/>
                </a:cxn>
                <a:cxn ang="0">
                  <a:pos x="connsiteX2" y="connsiteY2"/>
                </a:cxn>
              </a:cxnLst>
              <a:rect l="l" t="t" r="r" b="b"/>
              <a:pathLst>
                <a:path w="47" h="1015">
                  <a:moveTo>
                    <a:pt x="48" y="1016"/>
                  </a:moveTo>
                  <a:cubicBezTo>
                    <a:pt x="-16" y="685"/>
                    <a:pt x="-16" y="330"/>
                    <a:pt x="48" y="0"/>
                  </a:cubicBezTo>
                  <a:lnTo>
                    <a:pt x="48" y="1016"/>
                  </a:lnTo>
                  <a:close/>
                </a:path>
              </a:pathLst>
            </a:custGeom>
            <a:solidFill>
              <a:srgbClr val="000000"/>
            </a:solidFill>
            <a:ln w="12690" cap="flat">
              <a:noFill/>
              <a:prstDash val="solid"/>
              <a:miter/>
            </a:ln>
          </p:spPr>
          <p:txBody>
            <a:bodyPr rtlCol="0" anchor="ctr"/>
            <a:lstStyle/>
            <a:p>
              <a:endParaRPr lang="en-US" sz="1350"/>
            </a:p>
          </p:txBody>
        </p:sp>
        <p:sp>
          <p:nvSpPr>
            <p:cNvPr id="641" name="Freeform: Shape 640">
              <a:extLst>
                <a:ext uri="{FF2B5EF4-FFF2-40B4-BE49-F238E27FC236}">
                  <a16:creationId xmlns:a16="http://schemas.microsoft.com/office/drawing/2014/main" id="{F2B85CB5-61C1-44B8-9825-A2472BB1649A}"/>
                </a:ext>
              </a:extLst>
            </p:cNvPr>
            <p:cNvSpPr/>
            <p:nvPr/>
          </p:nvSpPr>
          <p:spPr>
            <a:xfrm>
              <a:off x="11618476" y="2840876"/>
              <a:ext cx="9" cy="888"/>
            </a:xfrm>
            <a:custGeom>
              <a:avLst/>
              <a:gdLst>
                <a:gd name="connsiteX0" fmla="*/ 9 w 9"/>
                <a:gd name="connsiteY0" fmla="*/ 762 h 888"/>
                <a:gd name="connsiteX1" fmla="*/ 9 w 9"/>
                <a:gd name="connsiteY1" fmla="*/ 0 h 888"/>
                <a:gd name="connsiteX2" fmla="*/ 9 w 9"/>
                <a:gd name="connsiteY2" fmla="*/ 889 h 888"/>
              </a:gdLst>
              <a:ahLst/>
              <a:cxnLst>
                <a:cxn ang="0">
                  <a:pos x="connsiteX0" y="connsiteY0"/>
                </a:cxn>
                <a:cxn ang="0">
                  <a:pos x="connsiteX1" y="connsiteY1"/>
                </a:cxn>
                <a:cxn ang="0">
                  <a:pos x="connsiteX2" y="connsiteY2"/>
                </a:cxn>
              </a:cxnLst>
              <a:rect l="l" t="t" r="r" b="b"/>
              <a:pathLst>
                <a:path w="9" h="888">
                  <a:moveTo>
                    <a:pt x="9" y="762"/>
                  </a:moveTo>
                  <a:cubicBezTo>
                    <a:pt x="9" y="762"/>
                    <a:pt x="9" y="762"/>
                    <a:pt x="9" y="0"/>
                  </a:cubicBezTo>
                  <a:cubicBezTo>
                    <a:pt x="-3" y="292"/>
                    <a:pt x="-3" y="597"/>
                    <a:pt x="9" y="889"/>
                  </a:cubicBezTo>
                  <a:close/>
                </a:path>
              </a:pathLst>
            </a:custGeom>
            <a:solidFill>
              <a:srgbClr val="000000"/>
            </a:solidFill>
            <a:ln w="12690" cap="flat">
              <a:noFill/>
              <a:prstDash val="solid"/>
              <a:miter/>
            </a:ln>
          </p:spPr>
          <p:txBody>
            <a:bodyPr rtlCol="0" anchor="ctr"/>
            <a:lstStyle/>
            <a:p>
              <a:endParaRPr lang="en-US" sz="1350"/>
            </a:p>
          </p:txBody>
        </p:sp>
        <p:sp>
          <p:nvSpPr>
            <p:cNvPr id="642" name="Freeform: Shape 641">
              <a:extLst>
                <a:ext uri="{FF2B5EF4-FFF2-40B4-BE49-F238E27FC236}">
                  <a16:creationId xmlns:a16="http://schemas.microsoft.com/office/drawing/2014/main" id="{935F2256-7B90-47EB-885D-9CFBA1B18BDD}"/>
                </a:ext>
              </a:extLst>
            </p:cNvPr>
            <p:cNvSpPr/>
            <p:nvPr/>
          </p:nvSpPr>
          <p:spPr>
            <a:xfrm>
              <a:off x="11285067" y="2740191"/>
              <a:ext cx="328213" cy="104754"/>
            </a:xfrm>
            <a:custGeom>
              <a:avLst/>
              <a:gdLst>
                <a:gd name="connsiteX0" fmla="*/ 322880 w 328213"/>
                <a:gd name="connsiteY0" fmla="*/ 99923 h 104754"/>
                <a:gd name="connsiteX1" fmla="*/ 322880 w 328213"/>
                <a:gd name="connsiteY1" fmla="*/ 93194 h 104754"/>
                <a:gd name="connsiteX2" fmla="*/ 889 w 328213"/>
                <a:gd name="connsiteY2" fmla="*/ 0 h 104754"/>
                <a:gd name="connsiteX3" fmla="*/ 0 w 328213"/>
                <a:gd name="connsiteY3" fmla="*/ 0 h 104754"/>
                <a:gd name="connsiteX4" fmla="*/ 4698 w 328213"/>
                <a:gd name="connsiteY4" fmla="*/ 4825 h 104754"/>
                <a:gd name="connsiteX5" fmla="*/ 4698 w 328213"/>
                <a:gd name="connsiteY5" fmla="*/ 11554 h 104754"/>
                <a:gd name="connsiteX6" fmla="*/ 326563 w 328213"/>
                <a:gd name="connsiteY6" fmla="*/ 104748 h 104754"/>
                <a:gd name="connsiteX7" fmla="*/ 328213 w 328213"/>
                <a:gd name="connsiteY7" fmla="*/ 104748 h 104754"/>
                <a:gd name="connsiteX8" fmla="*/ 322880 w 328213"/>
                <a:gd name="connsiteY8" fmla="*/ 99936 h 104754"/>
                <a:gd name="connsiteX9" fmla="*/ 322880 w 328213"/>
                <a:gd name="connsiteY9" fmla="*/ 99923 h 104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28213" h="104754">
                  <a:moveTo>
                    <a:pt x="322880" y="99923"/>
                  </a:moveTo>
                  <a:lnTo>
                    <a:pt x="322880" y="93194"/>
                  </a:lnTo>
                  <a:lnTo>
                    <a:pt x="889" y="0"/>
                  </a:lnTo>
                  <a:lnTo>
                    <a:pt x="0" y="0"/>
                  </a:lnTo>
                  <a:cubicBezTo>
                    <a:pt x="2565" y="191"/>
                    <a:pt x="4571" y="2260"/>
                    <a:pt x="4698" y="4825"/>
                  </a:cubicBezTo>
                  <a:lnTo>
                    <a:pt x="4698" y="11554"/>
                  </a:lnTo>
                  <a:lnTo>
                    <a:pt x="326563" y="104748"/>
                  </a:lnTo>
                  <a:lnTo>
                    <a:pt x="328213" y="104748"/>
                  </a:lnTo>
                  <a:cubicBezTo>
                    <a:pt x="325407" y="104887"/>
                    <a:pt x="323020" y="102742"/>
                    <a:pt x="322880" y="99936"/>
                  </a:cubicBezTo>
                  <a:cubicBezTo>
                    <a:pt x="322880" y="99936"/>
                    <a:pt x="322880" y="99923"/>
                    <a:pt x="322880" y="99923"/>
                  </a:cubicBezTo>
                  <a:close/>
                </a:path>
              </a:pathLst>
            </a:custGeom>
            <a:solidFill>
              <a:srgbClr val="000000"/>
            </a:solidFill>
            <a:ln w="12690" cap="flat">
              <a:noFill/>
              <a:prstDash val="solid"/>
              <a:miter/>
            </a:ln>
          </p:spPr>
          <p:txBody>
            <a:bodyPr rtlCol="0" anchor="ctr"/>
            <a:lstStyle/>
            <a:p>
              <a:endParaRPr lang="en-US" sz="1350"/>
            </a:p>
          </p:txBody>
        </p:sp>
        <p:sp>
          <p:nvSpPr>
            <p:cNvPr id="643" name="Freeform: Shape 642">
              <a:extLst>
                <a:ext uri="{FF2B5EF4-FFF2-40B4-BE49-F238E27FC236}">
                  <a16:creationId xmlns:a16="http://schemas.microsoft.com/office/drawing/2014/main" id="{8C7207F2-0C92-4CEA-B004-5B339852F28E}"/>
                </a:ext>
              </a:extLst>
            </p:cNvPr>
            <p:cNvSpPr/>
            <p:nvPr/>
          </p:nvSpPr>
          <p:spPr>
            <a:xfrm>
              <a:off x="9832709" y="2320830"/>
              <a:ext cx="166804" cy="51410"/>
            </a:xfrm>
            <a:custGeom>
              <a:avLst/>
              <a:gdLst>
                <a:gd name="connsiteX0" fmla="*/ 166805 w 166804"/>
                <a:gd name="connsiteY0" fmla="*/ 45951 h 51410"/>
                <a:gd name="connsiteX1" fmla="*/ 166805 w 166804"/>
                <a:gd name="connsiteY1" fmla="*/ 45951 h 51410"/>
                <a:gd name="connsiteX2" fmla="*/ 33108 w 166804"/>
                <a:gd name="connsiteY2" fmla="*/ 7861 h 51410"/>
                <a:gd name="connsiteX3" fmla="*/ 10634 w 166804"/>
                <a:gd name="connsiteY3" fmla="*/ 1386 h 51410"/>
                <a:gd name="connsiteX4" fmla="*/ 6825 w 166804"/>
                <a:gd name="connsiteY4" fmla="*/ 243 h 51410"/>
                <a:gd name="connsiteX5" fmla="*/ 95 w 166804"/>
                <a:gd name="connsiteY5" fmla="*/ 3544 h 51410"/>
                <a:gd name="connsiteX6" fmla="*/ 95 w 166804"/>
                <a:gd name="connsiteY6" fmla="*/ 5195 h 51410"/>
                <a:gd name="connsiteX7" fmla="*/ 95 w 166804"/>
                <a:gd name="connsiteY7" fmla="*/ 6211 h 51410"/>
                <a:gd name="connsiteX8" fmla="*/ 95 w 166804"/>
                <a:gd name="connsiteY8" fmla="*/ 7099 h 51410"/>
                <a:gd name="connsiteX9" fmla="*/ 95 w 166804"/>
                <a:gd name="connsiteY9" fmla="*/ 7099 h 51410"/>
                <a:gd name="connsiteX10" fmla="*/ 731 w 166804"/>
                <a:gd name="connsiteY10" fmla="*/ 7861 h 51410"/>
                <a:gd name="connsiteX11" fmla="*/ 1493 w 166804"/>
                <a:gd name="connsiteY11" fmla="*/ 7861 h 51410"/>
                <a:gd name="connsiteX12" fmla="*/ 2508 w 166804"/>
                <a:gd name="connsiteY12" fmla="*/ 7861 h 51410"/>
                <a:gd name="connsiteX13" fmla="*/ 2508 w 166804"/>
                <a:gd name="connsiteY13" fmla="*/ 7861 h 51410"/>
                <a:gd name="connsiteX14" fmla="*/ 153346 w 166804"/>
                <a:gd name="connsiteY14" fmla="*/ 51411 h 51410"/>
                <a:gd name="connsiteX15" fmla="*/ 160456 w 166804"/>
                <a:gd name="connsiteY15" fmla="*/ 45698 h 51410"/>
                <a:gd name="connsiteX16" fmla="*/ 166805 w 166804"/>
                <a:gd name="connsiteY16" fmla="*/ 45951 h 514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66804" h="51410">
                  <a:moveTo>
                    <a:pt x="166805" y="45951"/>
                  </a:moveTo>
                  <a:lnTo>
                    <a:pt x="166805" y="45951"/>
                  </a:lnTo>
                  <a:lnTo>
                    <a:pt x="33108" y="7861"/>
                  </a:lnTo>
                  <a:lnTo>
                    <a:pt x="10634" y="1386"/>
                  </a:lnTo>
                  <a:lnTo>
                    <a:pt x="6825" y="243"/>
                  </a:lnTo>
                  <a:cubicBezTo>
                    <a:pt x="4057" y="-607"/>
                    <a:pt x="1111" y="840"/>
                    <a:pt x="95" y="3544"/>
                  </a:cubicBezTo>
                  <a:cubicBezTo>
                    <a:pt x="-32" y="4090"/>
                    <a:pt x="-32" y="4649"/>
                    <a:pt x="95" y="5195"/>
                  </a:cubicBezTo>
                  <a:cubicBezTo>
                    <a:pt x="95" y="5195"/>
                    <a:pt x="95" y="5830"/>
                    <a:pt x="95" y="6211"/>
                  </a:cubicBezTo>
                  <a:cubicBezTo>
                    <a:pt x="108" y="6503"/>
                    <a:pt x="108" y="6807"/>
                    <a:pt x="95" y="7099"/>
                  </a:cubicBezTo>
                  <a:lnTo>
                    <a:pt x="95" y="7099"/>
                  </a:lnTo>
                  <a:cubicBezTo>
                    <a:pt x="197" y="7430"/>
                    <a:pt x="425" y="7709"/>
                    <a:pt x="731" y="7861"/>
                  </a:cubicBezTo>
                  <a:lnTo>
                    <a:pt x="1493" y="7861"/>
                  </a:lnTo>
                  <a:lnTo>
                    <a:pt x="2508" y="7861"/>
                  </a:lnTo>
                  <a:lnTo>
                    <a:pt x="2508" y="7861"/>
                  </a:lnTo>
                  <a:lnTo>
                    <a:pt x="153346" y="51411"/>
                  </a:lnTo>
                  <a:lnTo>
                    <a:pt x="160456" y="45698"/>
                  </a:lnTo>
                  <a:cubicBezTo>
                    <a:pt x="162437" y="44529"/>
                    <a:pt x="164925" y="44618"/>
                    <a:pt x="166805" y="45951"/>
                  </a:cubicBezTo>
                  <a:close/>
                </a:path>
              </a:pathLst>
            </a:custGeom>
            <a:solidFill>
              <a:srgbClr val="000000"/>
            </a:solidFill>
            <a:ln w="12690" cap="flat">
              <a:noFill/>
              <a:prstDash val="solid"/>
              <a:miter/>
            </a:ln>
          </p:spPr>
          <p:txBody>
            <a:bodyPr rtlCol="0" anchor="ctr"/>
            <a:lstStyle/>
            <a:p>
              <a:endParaRPr lang="en-US" sz="1350"/>
            </a:p>
          </p:txBody>
        </p:sp>
        <p:sp>
          <p:nvSpPr>
            <p:cNvPr id="644" name="Freeform: Shape 643">
              <a:extLst>
                <a:ext uri="{FF2B5EF4-FFF2-40B4-BE49-F238E27FC236}">
                  <a16:creationId xmlns:a16="http://schemas.microsoft.com/office/drawing/2014/main" id="{F212344B-9E7D-45ED-B90E-6848FB7EBA65}"/>
                </a:ext>
              </a:extLst>
            </p:cNvPr>
            <p:cNvSpPr/>
            <p:nvPr/>
          </p:nvSpPr>
          <p:spPr>
            <a:xfrm>
              <a:off x="10002687" y="2372748"/>
              <a:ext cx="47" cy="761"/>
            </a:xfrm>
            <a:custGeom>
              <a:avLst/>
              <a:gdLst>
                <a:gd name="connsiteX0" fmla="*/ 0 w 47"/>
                <a:gd name="connsiteY0" fmla="*/ 0 h 761"/>
                <a:gd name="connsiteX1" fmla="*/ 0 w 47"/>
                <a:gd name="connsiteY1" fmla="*/ 0 h 761"/>
                <a:gd name="connsiteX2" fmla="*/ 0 w 47"/>
                <a:gd name="connsiteY2" fmla="*/ 762 h 761"/>
                <a:gd name="connsiteX3" fmla="*/ 0 w 47"/>
                <a:gd name="connsiteY3" fmla="*/ 762 h 761"/>
              </a:gdLst>
              <a:ahLst/>
              <a:cxnLst>
                <a:cxn ang="0">
                  <a:pos x="connsiteX0" y="connsiteY0"/>
                </a:cxn>
                <a:cxn ang="0">
                  <a:pos x="connsiteX1" y="connsiteY1"/>
                </a:cxn>
                <a:cxn ang="0">
                  <a:pos x="connsiteX2" y="connsiteY2"/>
                </a:cxn>
                <a:cxn ang="0">
                  <a:pos x="connsiteX3" y="connsiteY3"/>
                </a:cxn>
              </a:cxnLst>
              <a:rect l="l" t="t" r="r" b="b"/>
              <a:pathLst>
                <a:path w="47" h="761">
                  <a:moveTo>
                    <a:pt x="0" y="0"/>
                  </a:moveTo>
                  <a:lnTo>
                    <a:pt x="0" y="0"/>
                  </a:lnTo>
                  <a:cubicBezTo>
                    <a:pt x="64" y="254"/>
                    <a:pt x="64" y="508"/>
                    <a:pt x="0" y="762"/>
                  </a:cubicBezTo>
                  <a:lnTo>
                    <a:pt x="0" y="762"/>
                  </a:lnTo>
                  <a:close/>
                </a:path>
              </a:pathLst>
            </a:custGeom>
            <a:solidFill>
              <a:srgbClr val="000000"/>
            </a:solidFill>
            <a:ln w="12690" cap="flat">
              <a:noFill/>
              <a:prstDash val="solid"/>
              <a:miter/>
            </a:ln>
          </p:spPr>
          <p:txBody>
            <a:bodyPr rtlCol="0" anchor="ctr"/>
            <a:lstStyle/>
            <a:p>
              <a:endParaRPr lang="en-US" sz="1350"/>
            </a:p>
          </p:txBody>
        </p:sp>
        <p:sp>
          <p:nvSpPr>
            <p:cNvPr id="645" name="Freeform: Shape 644">
              <a:extLst>
                <a:ext uri="{FF2B5EF4-FFF2-40B4-BE49-F238E27FC236}">
                  <a16:creationId xmlns:a16="http://schemas.microsoft.com/office/drawing/2014/main" id="{11FA837D-6E68-47F5-A307-EF2F983ED2CE}"/>
                </a:ext>
              </a:extLst>
            </p:cNvPr>
            <p:cNvSpPr/>
            <p:nvPr/>
          </p:nvSpPr>
          <p:spPr>
            <a:xfrm>
              <a:off x="11610614" y="2134414"/>
              <a:ext cx="386148" cy="498743"/>
            </a:xfrm>
            <a:custGeom>
              <a:avLst/>
              <a:gdLst>
                <a:gd name="connsiteX0" fmla="*/ 386110 w 386148"/>
                <a:gd name="connsiteY0" fmla="*/ 5858 h 498743"/>
                <a:gd name="connsiteX1" fmla="*/ 386110 w 386148"/>
                <a:gd name="connsiteY1" fmla="*/ 4842 h 498743"/>
                <a:gd name="connsiteX2" fmla="*/ 386110 w 386148"/>
                <a:gd name="connsiteY2" fmla="*/ 4842 h 498743"/>
                <a:gd name="connsiteX3" fmla="*/ 386110 w 386148"/>
                <a:gd name="connsiteY3" fmla="*/ 3826 h 498743"/>
                <a:gd name="connsiteX4" fmla="*/ 386110 w 386148"/>
                <a:gd name="connsiteY4" fmla="*/ 2937 h 498743"/>
                <a:gd name="connsiteX5" fmla="*/ 386110 w 386148"/>
                <a:gd name="connsiteY5" fmla="*/ 2175 h 498743"/>
                <a:gd name="connsiteX6" fmla="*/ 386110 w 386148"/>
                <a:gd name="connsiteY6" fmla="*/ 2175 h 498743"/>
                <a:gd name="connsiteX7" fmla="*/ 386110 w 386148"/>
                <a:gd name="connsiteY7" fmla="*/ 1287 h 498743"/>
                <a:gd name="connsiteX8" fmla="*/ 386110 w 386148"/>
                <a:gd name="connsiteY8" fmla="*/ 1287 h 498743"/>
                <a:gd name="connsiteX9" fmla="*/ 386110 w 386148"/>
                <a:gd name="connsiteY9" fmla="*/ 1287 h 498743"/>
                <a:gd name="connsiteX10" fmla="*/ 385348 w 386148"/>
                <a:gd name="connsiteY10" fmla="*/ 525 h 498743"/>
                <a:gd name="connsiteX11" fmla="*/ 385348 w 386148"/>
                <a:gd name="connsiteY11" fmla="*/ 525 h 498743"/>
                <a:gd name="connsiteX12" fmla="*/ 385348 w 386148"/>
                <a:gd name="connsiteY12" fmla="*/ 525 h 498743"/>
                <a:gd name="connsiteX13" fmla="*/ 378492 w 386148"/>
                <a:gd name="connsiteY13" fmla="*/ 2049 h 498743"/>
                <a:gd name="connsiteX14" fmla="*/ 374429 w 386148"/>
                <a:gd name="connsiteY14" fmla="*/ 7381 h 498743"/>
                <a:gd name="connsiteX15" fmla="*/ 0 w 386148"/>
                <a:gd name="connsiteY15" fmla="*/ 492776 h 498743"/>
                <a:gd name="connsiteX16" fmla="*/ 3809 w 386148"/>
                <a:gd name="connsiteY16" fmla="*/ 493792 h 498743"/>
                <a:gd name="connsiteX17" fmla="*/ 3809 w 386148"/>
                <a:gd name="connsiteY17" fmla="*/ 493792 h 498743"/>
                <a:gd name="connsiteX18" fmla="*/ 4825 w 386148"/>
                <a:gd name="connsiteY18" fmla="*/ 493792 h 498743"/>
                <a:gd name="connsiteX19" fmla="*/ 5587 w 386148"/>
                <a:gd name="connsiteY19" fmla="*/ 493792 h 498743"/>
                <a:gd name="connsiteX20" fmla="*/ 5587 w 386148"/>
                <a:gd name="connsiteY20" fmla="*/ 494554 h 498743"/>
                <a:gd name="connsiteX21" fmla="*/ 6221 w 386148"/>
                <a:gd name="connsiteY21" fmla="*/ 495315 h 498743"/>
                <a:gd name="connsiteX22" fmla="*/ 6221 w 386148"/>
                <a:gd name="connsiteY22" fmla="*/ 496204 h 498743"/>
                <a:gd name="connsiteX23" fmla="*/ 6221 w 386148"/>
                <a:gd name="connsiteY23" fmla="*/ 497220 h 498743"/>
                <a:gd name="connsiteX24" fmla="*/ 6221 w 386148"/>
                <a:gd name="connsiteY24" fmla="*/ 497220 h 498743"/>
                <a:gd name="connsiteX25" fmla="*/ 6221 w 386148"/>
                <a:gd name="connsiteY25" fmla="*/ 498744 h 498743"/>
                <a:gd name="connsiteX26" fmla="*/ 374429 w 386148"/>
                <a:gd name="connsiteY26" fmla="*/ 17920 h 498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86148" h="498743">
                  <a:moveTo>
                    <a:pt x="386110" y="5858"/>
                  </a:moveTo>
                  <a:cubicBezTo>
                    <a:pt x="386110" y="5858"/>
                    <a:pt x="386110" y="5223"/>
                    <a:pt x="386110" y="4842"/>
                  </a:cubicBezTo>
                  <a:lnTo>
                    <a:pt x="386110" y="4842"/>
                  </a:lnTo>
                  <a:cubicBezTo>
                    <a:pt x="386110" y="4842"/>
                    <a:pt x="386110" y="4207"/>
                    <a:pt x="386110" y="3826"/>
                  </a:cubicBezTo>
                  <a:lnTo>
                    <a:pt x="386110" y="2937"/>
                  </a:lnTo>
                  <a:cubicBezTo>
                    <a:pt x="386161" y="2683"/>
                    <a:pt x="386161" y="2430"/>
                    <a:pt x="386110" y="2175"/>
                  </a:cubicBezTo>
                  <a:lnTo>
                    <a:pt x="386110" y="2175"/>
                  </a:lnTo>
                  <a:lnTo>
                    <a:pt x="386110" y="1287"/>
                  </a:lnTo>
                  <a:lnTo>
                    <a:pt x="386110" y="1287"/>
                  </a:lnTo>
                  <a:lnTo>
                    <a:pt x="386110" y="1287"/>
                  </a:lnTo>
                  <a:lnTo>
                    <a:pt x="385348" y="525"/>
                  </a:lnTo>
                  <a:lnTo>
                    <a:pt x="385348" y="525"/>
                  </a:lnTo>
                  <a:lnTo>
                    <a:pt x="385348" y="525"/>
                  </a:lnTo>
                  <a:cubicBezTo>
                    <a:pt x="382975" y="-554"/>
                    <a:pt x="380181" y="68"/>
                    <a:pt x="378492" y="2049"/>
                  </a:cubicBezTo>
                  <a:lnTo>
                    <a:pt x="374429" y="7381"/>
                  </a:lnTo>
                  <a:lnTo>
                    <a:pt x="0" y="492776"/>
                  </a:lnTo>
                  <a:lnTo>
                    <a:pt x="3809" y="493792"/>
                  </a:lnTo>
                  <a:lnTo>
                    <a:pt x="3809" y="493792"/>
                  </a:lnTo>
                  <a:lnTo>
                    <a:pt x="4825" y="493792"/>
                  </a:lnTo>
                  <a:lnTo>
                    <a:pt x="5587" y="493792"/>
                  </a:lnTo>
                  <a:lnTo>
                    <a:pt x="5587" y="494554"/>
                  </a:lnTo>
                  <a:lnTo>
                    <a:pt x="6221" y="495315"/>
                  </a:lnTo>
                  <a:cubicBezTo>
                    <a:pt x="6234" y="495608"/>
                    <a:pt x="6234" y="495912"/>
                    <a:pt x="6221" y="496204"/>
                  </a:cubicBezTo>
                  <a:cubicBezTo>
                    <a:pt x="6221" y="496204"/>
                    <a:pt x="6221" y="496839"/>
                    <a:pt x="6221" y="497220"/>
                  </a:cubicBezTo>
                  <a:lnTo>
                    <a:pt x="6221" y="497220"/>
                  </a:lnTo>
                  <a:lnTo>
                    <a:pt x="6221" y="498744"/>
                  </a:lnTo>
                  <a:lnTo>
                    <a:pt x="374429" y="17920"/>
                  </a:lnTo>
                  <a:close/>
                </a:path>
              </a:pathLst>
            </a:custGeom>
            <a:solidFill>
              <a:srgbClr val="000000"/>
            </a:solidFill>
            <a:ln w="12690" cap="flat">
              <a:noFill/>
              <a:prstDash val="solid"/>
              <a:miter/>
            </a:ln>
          </p:spPr>
          <p:txBody>
            <a:bodyPr rtlCol="0" anchor="ctr"/>
            <a:lstStyle/>
            <a:p>
              <a:endParaRPr lang="en-US" sz="1350"/>
            </a:p>
          </p:txBody>
        </p:sp>
        <p:sp>
          <p:nvSpPr>
            <p:cNvPr id="646" name="Freeform: Shape 645">
              <a:extLst>
                <a:ext uri="{FF2B5EF4-FFF2-40B4-BE49-F238E27FC236}">
                  <a16:creationId xmlns:a16="http://schemas.microsoft.com/office/drawing/2014/main" id="{FF3BFB68-2EF1-49E3-B0CA-155D238B464B}"/>
                </a:ext>
              </a:extLst>
            </p:cNvPr>
            <p:cNvSpPr/>
            <p:nvPr/>
          </p:nvSpPr>
          <p:spPr>
            <a:xfrm>
              <a:off x="11608074" y="2632904"/>
              <a:ext cx="10586" cy="212187"/>
            </a:xfrm>
            <a:custGeom>
              <a:avLst/>
              <a:gdLst>
                <a:gd name="connsiteX0" fmla="*/ 10539 w 10586"/>
                <a:gd name="connsiteY0" fmla="*/ 207972 h 212187"/>
                <a:gd name="connsiteX1" fmla="*/ 10539 w 10586"/>
                <a:gd name="connsiteY1" fmla="*/ 207210 h 212187"/>
                <a:gd name="connsiteX2" fmla="*/ 10539 w 10586"/>
                <a:gd name="connsiteY2" fmla="*/ 0 h 212187"/>
                <a:gd name="connsiteX3" fmla="*/ 10539 w 10586"/>
                <a:gd name="connsiteY3" fmla="*/ 0 h 212187"/>
                <a:gd name="connsiteX4" fmla="*/ 10539 w 10586"/>
                <a:gd name="connsiteY4" fmla="*/ 1651 h 212187"/>
                <a:gd name="connsiteX5" fmla="*/ 5332 w 10586"/>
                <a:gd name="connsiteY5" fmla="*/ 5079 h 212187"/>
                <a:gd name="connsiteX6" fmla="*/ 3683 w 10586"/>
                <a:gd name="connsiteY6" fmla="*/ 5079 h 212187"/>
                <a:gd name="connsiteX7" fmla="*/ 0 w 10586"/>
                <a:gd name="connsiteY7" fmla="*/ 4063 h 212187"/>
                <a:gd name="connsiteX8" fmla="*/ 0 w 10586"/>
                <a:gd name="connsiteY8" fmla="*/ 207210 h 212187"/>
                <a:gd name="connsiteX9" fmla="*/ 5320 w 10586"/>
                <a:gd name="connsiteY9" fmla="*/ 212035 h 212187"/>
                <a:gd name="connsiteX10" fmla="*/ 5332 w 10586"/>
                <a:gd name="connsiteY10" fmla="*/ 212035 h 212187"/>
                <a:gd name="connsiteX11" fmla="*/ 7619 w 10586"/>
                <a:gd name="connsiteY11" fmla="*/ 212035 h 212187"/>
                <a:gd name="connsiteX12" fmla="*/ 8253 w 10586"/>
                <a:gd name="connsiteY12" fmla="*/ 212035 h 212187"/>
                <a:gd name="connsiteX13" fmla="*/ 8253 w 10586"/>
                <a:gd name="connsiteY13" fmla="*/ 212035 h 212187"/>
                <a:gd name="connsiteX14" fmla="*/ 8253 w 10586"/>
                <a:gd name="connsiteY14" fmla="*/ 212035 h 212187"/>
                <a:gd name="connsiteX15" fmla="*/ 9015 w 10586"/>
                <a:gd name="connsiteY15" fmla="*/ 211273 h 212187"/>
                <a:gd name="connsiteX16" fmla="*/ 9904 w 10586"/>
                <a:gd name="connsiteY16" fmla="*/ 209877 h 212187"/>
                <a:gd name="connsiteX17" fmla="*/ 10539 w 10586"/>
                <a:gd name="connsiteY17" fmla="*/ 207972 h 212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0586" h="212187">
                  <a:moveTo>
                    <a:pt x="10539" y="207972"/>
                  </a:moveTo>
                  <a:cubicBezTo>
                    <a:pt x="10539" y="207972"/>
                    <a:pt x="10539" y="207972"/>
                    <a:pt x="10539" y="207210"/>
                  </a:cubicBezTo>
                  <a:lnTo>
                    <a:pt x="10539" y="0"/>
                  </a:lnTo>
                  <a:lnTo>
                    <a:pt x="10539" y="0"/>
                  </a:lnTo>
                  <a:cubicBezTo>
                    <a:pt x="10602" y="546"/>
                    <a:pt x="10602" y="1105"/>
                    <a:pt x="10539" y="1651"/>
                  </a:cubicBezTo>
                  <a:cubicBezTo>
                    <a:pt x="9662" y="3746"/>
                    <a:pt x="7605" y="5104"/>
                    <a:pt x="5332" y="5079"/>
                  </a:cubicBezTo>
                  <a:lnTo>
                    <a:pt x="3683" y="5079"/>
                  </a:lnTo>
                  <a:lnTo>
                    <a:pt x="0" y="4063"/>
                  </a:lnTo>
                  <a:lnTo>
                    <a:pt x="0" y="207210"/>
                  </a:lnTo>
                  <a:cubicBezTo>
                    <a:pt x="139" y="210016"/>
                    <a:pt x="2514" y="212175"/>
                    <a:pt x="5320" y="212035"/>
                  </a:cubicBezTo>
                  <a:cubicBezTo>
                    <a:pt x="5320" y="212035"/>
                    <a:pt x="5332" y="212035"/>
                    <a:pt x="5332" y="212035"/>
                  </a:cubicBezTo>
                  <a:cubicBezTo>
                    <a:pt x="6082" y="212238"/>
                    <a:pt x="6869" y="212238"/>
                    <a:pt x="7619" y="212035"/>
                  </a:cubicBezTo>
                  <a:lnTo>
                    <a:pt x="8253" y="212035"/>
                  </a:lnTo>
                  <a:lnTo>
                    <a:pt x="8253" y="212035"/>
                  </a:lnTo>
                  <a:lnTo>
                    <a:pt x="8253" y="212035"/>
                  </a:lnTo>
                  <a:lnTo>
                    <a:pt x="9015" y="211273"/>
                  </a:lnTo>
                  <a:lnTo>
                    <a:pt x="9904" y="209877"/>
                  </a:lnTo>
                  <a:cubicBezTo>
                    <a:pt x="10031" y="209217"/>
                    <a:pt x="10246" y="208582"/>
                    <a:pt x="10539" y="207972"/>
                  </a:cubicBezTo>
                  <a:close/>
                </a:path>
              </a:pathLst>
            </a:custGeom>
            <a:solidFill>
              <a:srgbClr val="000000"/>
            </a:solidFill>
            <a:ln w="12690" cap="flat">
              <a:noFill/>
              <a:prstDash val="solid"/>
              <a:miter/>
            </a:ln>
          </p:spPr>
          <p:txBody>
            <a:bodyPr rtlCol="0" anchor="ctr"/>
            <a:lstStyle/>
            <a:p>
              <a:endParaRPr lang="en-US" sz="1350"/>
            </a:p>
          </p:txBody>
        </p:sp>
        <p:sp>
          <p:nvSpPr>
            <p:cNvPr id="647" name="Freeform: Shape 646">
              <a:extLst>
                <a:ext uri="{FF2B5EF4-FFF2-40B4-BE49-F238E27FC236}">
                  <a16:creationId xmlns:a16="http://schemas.microsoft.com/office/drawing/2014/main" id="{C9C1DC1E-5A93-4723-9452-FAE670995B0B}"/>
                </a:ext>
              </a:extLst>
            </p:cNvPr>
            <p:cNvSpPr/>
            <p:nvPr/>
          </p:nvSpPr>
          <p:spPr>
            <a:xfrm>
              <a:off x="9833010" y="2113154"/>
              <a:ext cx="1785220" cy="523050"/>
            </a:xfrm>
            <a:custGeom>
              <a:avLst/>
              <a:gdLst>
                <a:gd name="connsiteX0" fmla="*/ 1785221 w 1785220"/>
                <a:gd name="connsiteY0" fmla="*/ 517718 h 523050"/>
                <a:gd name="connsiteX1" fmla="*/ 1784586 w 1785220"/>
                <a:gd name="connsiteY1" fmla="*/ 516956 h 523050"/>
                <a:gd name="connsiteX2" fmla="*/ 1784586 w 1785220"/>
                <a:gd name="connsiteY2" fmla="*/ 516194 h 523050"/>
                <a:gd name="connsiteX3" fmla="*/ 1783825 w 1785220"/>
                <a:gd name="connsiteY3" fmla="*/ 516194 h 523050"/>
                <a:gd name="connsiteX4" fmla="*/ 1782809 w 1785220"/>
                <a:gd name="connsiteY4" fmla="*/ 516194 h 523050"/>
                <a:gd name="connsiteX5" fmla="*/ 1782809 w 1785220"/>
                <a:gd name="connsiteY5" fmla="*/ 516194 h 523050"/>
                <a:gd name="connsiteX6" fmla="*/ 1779000 w 1785220"/>
                <a:gd name="connsiteY6" fmla="*/ 515179 h 523050"/>
                <a:gd name="connsiteX7" fmla="*/ 15157 w 1785220"/>
                <a:gd name="connsiteY7" fmla="*/ 2867 h 523050"/>
                <a:gd name="connsiteX8" fmla="*/ 6269 w 1785220"/>
                <a:gd name="connsiteY8" fmla="*/ 200 h 523050"/>
                <a:gd name="connsiteX9" fmla="*/ 809 w 1785220"/>
                <a:gd name="connsiteY9" fmla="*/ 1470 h 523050"/>
                <a:gd name="connsiteX10" fmla="*/ 48 w 1785220"/>
                <a:gd name="connsiteY10" fmla="*/ 2359 h 523050"/>
                <a:gd name="connsiteX11" fmla="*/ 48 w 1785220"/>
                <a:gd name="connsiteY11" fmla="*/ 3120 h 523050"/>
                <a:gd name="connsiteX12" fmla="*/ 48 w 1785220"/>
                <a:gd name="connsiteY12" fmla="*/ 3120 h 523050"/>
                <a:gd name="connsiteX13" fmla="*/ 48 w 1785220"/>
                <a:gd name="connsiteY13" fmla="*/ 3755 h 523050"/>
                <a:gd name="connsiteX14" fmla="*/ 48 w 1785220"/>
                <a:gd name="connsiteY14" fmla="*/ 4771 h 523050"/>
                <a:gd name="connsiteX15" fmla="*/ 48 w 1785220"/>
                <a:gd name="connsiteY15" fmla="*/ 5660 h 523050"/>
                <a:gd name="connsiteX16" fmla="*/ 48 w 1785220"/>
                <a:gd name="connsiteY16" fmla="*/ 6549 h 523050"/>
                <a:gd name="connsiteX17" fmla="*/ 48 w 1785220"/>
                <a:gd name="connsiteY17" fmla="*/ 7438 h 523050"/>
                <a:gd name="connsiteX18" fmla="*/ 48 w 1785220"/>
                <a:gd name="connsiteY18" fmla="*/ 7438 h 523050"/>
                <a:gd name="connsiteX19" fmla="*/ 1064 w 1785220"/>
                <a:gd name="connsiteY19" fmla="*/ 8199 h 523050"/>
                <a:gd name="connsiteX20" fmla="*/ 1952 w 1785220"/>
                <a:gd name="connsiteY20" fmla="*/ 8199 h 523050"/>
                <a:gd name="connsiteX21" fmla="*/ 1952 w 1785220"/>
                <a:gd name="connsiteY21" fmla="*/ 8199 h 523050"/>
                <a:gd name="connsiteX22" fmla="*/ 8936 w 1785220"/>
                <a:gd name="connsiteY22" fmla="*/ 10231 h 523050"/>
                <a:gd name="connsiteX23" fmla="*/ 1773794 w 1785220"/>
                <a:gd name="connsiteY23" fmla="*/ 522035 h 523050"/>
                <a:gd name="connsiteX24" fmla="*/ 1777476 w 1785220"/>
                <a:gd name="connsiteY24" fmla="*/ 523051 h 523050"/>
                <a:gd name="connsiteX25" fmla="*/ 1779127 w 1785220"/>
                <a:gd name="connsiteY25" fmla="*/ 523051 h 523050"/>
                <a:gd name="connsiteX26" fmla="*/ 1784333 w 1785220"/>
                <a:gd name="connsiteY26" fmla="*/ 519623 h 523050"/>
                <a:gd name="connsiteX27" fmla="*/ 1784333 w 1785220"/>
                <a:gd name="connsiteY27" fmla="*/ 517972 h 523050"/>
                <a:gd name="connsiteX28" fmla="*/ 1784333 w 1785220"/>
                <a:gd name="connsiteY28" fmla="*/ 516956 h 523050"/>
                <a:gd name="connsiteX29" fmla="*/ 1785221 w 1785220"/>
                <a:gd name="connsiteY29" fmla="*/ 517718 h 523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1785220" h="523050">
                  <a:moveTo>
                    <a:pt x="1785221" y="517718"/>
                  </a:moveTo>
                  <a:lnTo>
                    <a:pt x="1784586" y="516956"/>
                  </a:lnTo>
                  <a:lnTo>
                    <a:pt x="1784586" y="516194"/>
                  </a:lnTo>
                  <a:lnTo>
                    <a:pt x="1783825" y="516194"/>
                  </a:lnTo>
                  <a:lnTo>
                    <a:pt x="1782809" y="516194"/>
                  </a:lnTo>
                  <a:lnTo>
                    <a:pt x="1782809" y="516194"/>
                  </a:lnTo>
                  <a:lnTo>
                    <a:pt x="1779000" y="515179"/>
                  </a:lnTo>
                  <a:lnTo>
                    <a:pt x="15157" y="2867"/>
                  </a:lnTo>
                  <a:lnTo>
                    <a:pt x="6269" y="200"/>
                  </a:lnTo>
                  <a:cubicBezTo>
                    <a:pt x="4352" y="-308"/>
                    <a:pt x="2307" y="162"/>
                    <a:pt x="809" y="1470"/>
                  </a:cubicBezTo>
                  <a:lnTo>
                    <a:pt x="48" y="2359"/>
                  </a:lnTo>
                  <a:lnTo>
                    <a:pt x="48" y="3120"/>
                  </a:lnTo>
                  <a:lnTo>
                    <a:pt x="48" y="3120"/>
                  </a:lnTo>
                  <a:cubicBezTo>
                    <a:pt x="48" y="3120"/>
                    <a:pt x="48" y="3120"/>
                    <a:pt x="48" y="3755"/>
                  </a:cubicBezTo>
                  <a:lnTo>
                    <a:pt x="48" y="4771"/>
                  </a:lnTo>
                  <a:cubicBezTo>
                    <a:pt x="-16" y="5063"/>
                    <a:pt x="-16" y="5368"/>
                    <a:pt x="48" y="5660"/>
                  </a:cubicBezTo>
                  <a:cubicBezTo>
                    <a:pt x="-3" y="5952"/>
                    <a:pt x="-3" y="6257"/>
                    <a:pt x="48" y="6549"/>
                  </a:cubicBezTo>
                  <a:lnTo>
                    <a:pt x="48" y="7438"/>
                  </a:lnTo>
                  <a:lnTo>
                    <a:pt x="48" y="7438"/>
                  </a:lnTo>
                  <a:lnTo>
                    <a:pt x="1064" y="8199"/>
                  </a:lnTo>
                  <a:lnTo>
                    <a:pt x="1952" y="8199"/>
                  </a:lnTo>
                  <a:lnTo>
                    <a:pt x="1952" y="8199"/>
                  </a:lnTo>
                  <a:lnTo>
                    <a:pt x="8936" y="10231"/>
                  </a:lnTo>
                  <a:lnTo>
                    <a:pt x="1773794" y="522035"/>
                  </a:lnTo>
                  <a:lnTo>
                    <a:pt x="1777476" y="523051"/>
                  </a:lnTo>
                  <a:lnTo>
                    <a:pt x="1779127" y="523051"/>
                  </a:lnTo>
                  <a:cubicBezTo>
                    <a:pt x="1781400" y="523076"/>
                    <a:pt x="1783456" y="521717"/>
                    <a:pt x="1784333" y="519623"/>
                  </a:cubicBezTo>
                  <a:cubicBezTo>
                    <a:pt x="1784396" y="519077"/>
                    <a:pt x="1784396" y="518518"/>
                    <a:pt x="1784333" y="517972"/>
                  </a:cubicBezTo>
                  <a:cubicBezTo>
                    <a:pt x="1784333" y="517972"/>
                    <a:pt x="1784333" y="517210"/>
                    <a:pt x="1784333" y="516956"/>
                  </a:cubicBezTo>
                  <a:cubicBezTo>
                    <a:pt x="1784612" y="517235"/>
                    <a:pt x="1784904" y="517490"/>
                    <a:pt x="1785221" y="517718"/>
                  </a:cubicBezTo>
                  <a:close/>
                </a:path>
              </a:pathLst>
            </a:custGeom>
            <a:solidFill>
              <a:srgbClr val="000000"/>
            </a:solidFill>
            <a:ln w="12690" cap="flat">
              <a:noFill/>
              <a:prstDash val="solid"/>
              <a:miter/>
            </a:ln>
          </p:spPr>
          <p:txBody>
            <a:bodyPr rtlCol="0" anchor="ctr"/>
            <a:lstStyle/>
            <a:p>
              <a:endParaRPr lang="en-US" sz="1350"/>
            </a:p>
          </p:txBody>
        </p:sp>
        <p:sp>
          <p:nvSpPr>
            <p:cNvPr id="661" name="Freeform: Shape 660">
              <a:extLst>
                <a:ext uri="{FF2B5EF4-FFF2-40B4-BE49-F238E27FC236}">
                  <a16:creationId xmlns:a16="http://schemas.microsoft.com/office/drawing/2014/main" id="{14D74880-161F-4FDF-A12D-1DE769BA6089}"/>
                </a:ext>
              </a:extLst>
            </p:cNvPr>
            <p:cNvSpPr/>
            <p:nvPr/>
          </p:nvSpPr>
          <p:spPr>
            <a:xfrm>
              <a:off x="9848167" y="355369"/>
              <a:ext cx="218004" cy="175087"/>
            </a:xfrm>
            <a:custGeom>
              <a:avLst/>
              <a:gdLst>
                <a:gd name="connsiteX0" fmla="*/ 3047 w 218004"/>
                <a:gd name="connsiteY0" fmla="*/ 172421 h 175087"/>
                <a:gd name="connsiteX1" fmla="*/ 11808 w 218004"/>
                <a:gd name="connsiteY1" fmla="*/ 175088 h 175087"/>
                <a:gd name="connsiteX2" fmla="*/ 218004 w 218004"/>
                <a:gd name="connsiteY2" fmla="*/ 7364 h 175087"/>
                <a:gd name="connsiteX3" fmla="*/ 214450 w 218004"/>
                <a:gd name="connsiteY3" fmla="*/ 8634 h 175087"/>
                <a:gd name="connsiteX4" fmla="*/ 210386 w 218004"/>
                <a:gd name="connsiteY4" fmla="*/ 6983 h 175087"/>
                <a:gd name="connsiteX5" fmla="*/ 210031 w 218004"/>
                <a:gd name="connsiteY5" fmla="*/ 343 h 175087"/>
                <a:gd name="connsiteX6" fmla="*/ 210386 w 218004"/>
                <a:gd name="connsiteY6" fmla="*/ 0 h 175087"/>
                <a:gd name="connsiteX7" fmla="*/ 208609 w 218004"/>
                <a:gd name="connsiteY7" fmla="*/ 1524 h 175087"/>
                <a:gd name="connsiteX8" fmla="*/ 0 w 218004"/>
                <a:gd name="connsiteY8" fmla="*/ 171152 h 1750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8004" h="175087">
                  <a:moveTo>
                    <a:pt x="3047" y="172421"/>
                  </a:moveTo>
                  <a:lnTo>
                    <a:pt x="11808" y="175088"/>
                  </a:lnTo>
                  <a:lnTo>
                    <a:pt x="218004" y="7364"/>
                  </a:lnTo>
                  <a:cubicBezTo>
                    <a:pt x="216989" y="8151"/>
                    <a:pt x="215745" y="8596"/>
                    <a:pt x="214450" y="8634"/>
                  </a:cubicBezTo>
                  <a:cubicBezTo>
                    <a:pt x="212926" y="8634"/>
                    <a:pt x="211478" y="8037"/>
                    <a:pt x="210386" y="6983"/>
                  </a:cubicBezTo>
                  <a:cubicBezTo>
                    <a:pt x="208456" y="5244"/>
                    <a:pt x="208304" y="2273"/>
                    <a:pt x="210031" y="343"/>
                  </a:cubicBezTo>
                  <a:cubicBezTo>
                    <a:pt x="210145" y="229"/>
                    <a:pt x="210259" y="114"/>
                    <a:pt x="210386" y="0"/>
                  </a:cubicBezTo>
                  <a:lnTo>
                    <a:pt x="208609" y="1524"/>
                  </a:lnTo>
                  <a:lnTo>
                    <a:pt x="0" y="171152"/>
                  </a:lnTo>
                  <a:close/>
                </a:path>
              </a:pathLst>
            </a:custGeom>
            <a:solidFill>
              <a:srgbClr val="000000"/>
            </a:solidFill>
            <a:ln w="12690" cap="flat">
              <a:noFill/>
              <a:prstDash val="solid"/>
              <a:miter/>
            </a:ln>
          </p:spPr>
          <p:txBody>
            <a:bodyPr rtlCol="0" anchor="ctr"/>
            <a:lstStyle/>
            <a:p>
              <a:endParaRPr lang="en-US" sz="1350"/>
            </a:p>
          </p:txBody>
        </p:sp>
        <p:sp>
          <p:nvSpPr>
            <p:cNvPr id="662" name="Freeform: Shape 661">
              <a:extLst>
                <a:ext uri="{FF2B5EF4-FFF2-40B4-BE49-F238E27FC236}">
                  <a16:creationId xmlns:a16="http://schemas.microsoft.com/office/drawing/2014/main" id="{74B98E08-3332-445B-AB2E-71DE885CBE42}"/>
                </a:ext>
              </a:extLst>
            </p:cNvPr>
            <p:cNvSpPr/>
            <p:nvPr/>
          </p:nvSpPr>
          <p:spPr>
            <a:xfrm>
              <a:off x="10056255" y="317787"/>
              <a:ext cx="55909" cy="45835"/>
            </a:xfrm>
            <a:custGeom>
              <a:avLst/>
              <a:gdLst>
                <a:gd name="connsiteX0" fmla="*/ 2299 w 55909"/>
                <a:gd name="connsiteY0" fmla="*/ 44184 h 45835"/>
                <a:gd name="connsiteX1" fmla="*/ 6362 w 55909"/>
                <a:gd name="connsiteY1" fmla="*/ 45835 h 45835"/>
                <a:gd name="connsiteX2" fmla="*/ 9917 w 55909"/>
                <a:gd name="connsiteY2" fmla="*/ 44565 h 45835"/>
                <a:gd name="connsiteX3" fmla="*/ 52071 w 55909"/>
                <a:gd name="connsiteY3" fmla="*/ 10284 h 45835"/>
                <a:gd name="connsiteX4" fmla="*/ 54356 w 55909"/>
                <a:gd name="connsiteY4" fmla="*/ 8380 h 45835"/>
                <a:gd name="connsiteX5" fmla="*/ 54699 w 55909"/>
                <a:gd name="connsiteY5" fmla="*/ 1739 h 45835"/>
                <a:gd name="connsiteX6" fmla="*/ 54356 w 55909"/>
                <a:gd name="connsiteY6" fmla="*/ 1397 h 45835"/>
                <a:gd name="connsiteX7" fmla="*/ 51309 w 55909"/>
                <a:gd name="connsiteY7" fmla="*/ 0 h 45835"/>
                <a:gd name="connsiteX8" fmla="*/ 49151 w 55909"/>
                <a:gd name="connsiteY8" fmla="*/ 0 h 45835"/>
                <a:gd name="connsiteX9" fmla="*/ 48262 w 55909"/>
                <a:gd name="connsiteY9" fmla="*/ 0 h 45835"/>
                <a:gd name="connsiteX10" fmla="*/ 47246 w 55909"/>
                <a:gd name="connsiteY10" fmla="*/ 0 h 45835"/>
                <a:gd name="connsiteX11" fmla="*/ 46611 w 55909"/>
                <a:gd name="connsiteY11" fmla="*/ 0 h 45835"/>
                <a:gd name="connsiteX12" fmla="*/ 11187 w 55909"/>
                <a:gd name="connsiteY12" fmla="*/ 28821 h 45835"/>
                <a:gd name="connsiteX13" fmla="*/ 2172 w 55909"/>
                <a:gd name="connsiteY13" fmla="*/ 36185 h 45835"/>
                <a:gd name="connsiteX14" fmla="*/ 738 w 55909"/>
                <a:gd name="connsiteY14" fmla="*/ 42674 h 45835"/>
                <a:gd name="connsiteX15" fmla="*/ 2299 w 55909"/>
                <a:gd name="connsiteY15" fmla="*/ 44184 h 458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5909" h="45835">
                  <a:moveTo>
                    <a:pt x="2299" y="44184"/>
                  </a:moveTo>
                  <a:cubicBezTo>
                    <a:pt x="3391" y="45238"/>
                    <a:pt x="4851" y="45835"/>
                    <a:pt x="6362" y="45835"/>
                  </a:cubicBezTo>
                  <a:cubicBezTo>
                    <a:pt x="7657" y="45797"/>
                    <a:pt x="8902" y="45353"/>
                    <a:pt x="9917" y="44565"/>
                  </a:cubicBezTo>
                  <a:lnTo>
                    <a:pt x="52071" y="10284"/>
                  </a:lnTo>
                  <a:lnTo>
                    <a:pt x="54356" y="8380"/>
                  </a:lnTo>
                  <a:cubicBezTo>
                    <a:pt x="56286" y="6640"/>
                    <a:pt x="56438" y="3669"/>
                    <a:pt x="54699" y="1739"/>
                  </a:cubicBezTo>
                  <a:cubicBezTo>
                    <a:pt x="54598" y="1625"/>
                    <a:pt x="54483" y="1511"/>
                    <a:pt x="54356" y="1397"/>
                  </a:cubicBezTo>
                  <a:cubicBezTo>
                    <a:pt x="53506" y="635"/>
                    <a:pt x="52439" y="139"/>
                    <a:pt x="51309" y="0"/>
                  </a:cubicBezTo>
                  <a:lnTo>
                    <a:pt x="49151" y="0"/>
                  </a:lnTo>
                  <a:lnTo>
                    <a:pt x="48262" y="0"/>
                  </a:lnTo>
                  <a:lnTo>
                    <a:pt x="47246" y="0"/>
                  </a:lnTo>
                  <a:lnTo>
                    <a:pt x="46611" y="0"/>
                  </a:lnTo>
                  <a:lnTo>
                    <a:pt x="11187" y="28821"/>
                  </a:lnTo>
                  <a:lnTo>
                    <a:pt x="2172" y="36185"/>
                  </a:lnTo>
                  <a:cubicBezTo>
                    <a:pt x="-12" y="37582"/>
                    <a:pt x="-660" y="40490"/>
                    <a:pt x="738" y="42674"/>
                  </a:cubicBezTo>
                  <a:cubicBezTo>
                    <a:pt x="1131" y="43296"/>
                    <a:pt x="1665" y="43804"/>
                    <a:pt x="2299" y="44184"/>
                  </a:cubicBezTo>
                  <a:close/>
                </a:path>
              </a:pathLst>
            </a:custGeom>
            <a:solidFill>
              <a:srgbClr val="000000"/>
            </a:solidFill>
            <a:ln w="12690" cap="flat">
              <a:noFill/>
              <a:prstDash val="solid"/>
              <a:miter/>
            </a:ln>
          </p:spPr>
          <p:txBody>
            <a:bodyPr rtlCol="0" anchor="ctr"/>
            <a:lstStyle/>
            <a:p>
              <a:endParaRPr lang="en-US" sz="1350"/>
            </a:p>
          </p:txBody>
        </p:sp>
        <p:sp>
          <p:nvSpPr>
            <p:cNvPr id="666" name="Freeform: Shape 665">
              <a:extLst>
                <a:ext uri="{FF2B5EF4-FFF2-40B4-BE49-F238E27FC236}">
                  <a16:creationId xmlns:a16="http://schemas.microsoft.com/office/drawing/2014/main" id="{B1889F87-AE1E-4B38-BD29-9359CF5881A6}"/>
                </a:ext>
              </a:extLst>
            </p:cNvPr>
            <p:cNvSpPr/>
            <p:nvPr/>
          </p:nvSpPr>
          <p:spPr>
            <a:xfrm>
              <a:off x="9211168" y="515220"/>
              <a:ext cx="133697" cy="111225"/>
            </a:xfrm>
            <a:custGeom>
              <a:avLst/>
              <a:gdLst>
                <a:gd name="connsiteX0" fmla="*/ 381 w 133697"/>
                <a:gd name="connsiteY0" fmla="*/ 104875 h 111225"/>
                <a:gd name="connsiteX1" fmla="*/ 381 w 133697"/>
                <a:gd name="connsiteY1" fmla="*/ 104875 h 111225"/>
                <a:gd name="connsiteX2" fmla="*/ 381 w 133697"/>
                <a:gd name="connsiteY2" fmla="*/ 105637 h 111225"/>
                <a:gd name="connsiteX3" fmla="*/ 381 w 133697"/>
                <a:gd name="connsiteY3" fmla="*/ 105637 h 111225"/>
                <a:gd name="connsiteX4" fmla="*/ 381 w 133697"/>
                <a:gd name="connsiteY4" fmla="*/ 105637 h 111225"/>
                <a:gd name="connsiteX5" fmla="*/ 381 w 133697"/>
                <a:gd name="connsiteY5" fmla="*/ 106398 h 111225"/>
                <a:gd name="connsiteX6" fmla="*/ 381 w 133697"/>
                <a:gd name="connsiteY6" fmla="*/ 107287 h 111225"/>
                <a:gd name="connsiteX7" fmla="*/ 381 w 133697"/>
                <a:gd name="connsiteY7" fmla="*/ 107287 h 111225"/>
                <a:gd name="connsiteX8" fmla="*/ 381 w 133697"/>
                <a:gd name="connsiteY8" fmla="*/ 108176 h 111225"/>
                <a:gd name="connsiteX9" fmla="*/ 381 w 133697"/>
                <a:gd name="connsiteY9" fmla="*/ 109192 h 111225"/>
                <a:gd name="connsiteX10" fmla="*/ 381 w 133697"/>
                <a:gd name="connsiteY10" fmla="*/ 109954 h 111225"/>
                <a:gd name="connsiteX11" fmla="*/ 381 w 133697"/>
                <a:gd name="connsiteY11" fmla="*/ 110588 h 111225"/>
                <a:gd name="connsiteX12" fmla="*/ 381 w 133697"/>
                <a:gd name="connsiteY12" fmla="*/ 110588 h 111225"/>
                <a:gd name="connsiteX13" fmla="*/ 1396 w 133697"/>
                <a:gd name="connsiteY13" fmla="*/ 111223 h 111225"/>
                <a:gd name="connsiteX14" fmla="*/ 2158 w 133697"/>
                <a:gd name="connsiteY14" fmla="*/ 111223 h 111225"/>
                <a:gd name="connsiteX15" fmla="*/ 4063 w 133697"/>
                <a:gd name="connsiteY15" fmla="*/ 111223 h 111225"/>
                <a:gd name="connsiteX16" fmla="*/ 7745 w 133697"/>
                <a:gd name="connsiteY16" fmla="*/ 109954 h 111225"/>
                <a:gd name="connsiteX17" fmla="*/ 14601 w 133697"/>
                <a:gd name="connsiteY17" fmla="*/ 104367 h 111225"/>
                <a:gd name="connsiteX18" fmla="*/ 133697 w 133697"/>
                <a:gd name="connsiteY18" fmla="*/ 7364 h 111225"/>
                <a:gd name="connsiteX19" fmla="*/ 130142 w 133697"/>
                <a:gd name="connsiteY19" fmla="*/ 8507 h 111225"/>
                <a:gd name="connsiteX20" fmla="*/ 126079 w 133697"/>
                <a:gd name="connsiteY20" fmla="*/ 6856 h 111225"/>
                <a:gd name="connsiteX21" fmla="*/ 125673 w 133697"/>
                <a:gd name="connsiteY21" fmla="*/ 406 h 111225"/>
                <a:gd name="connsiteX22" fmla="*/ 126079 w 133697"/>
                <a:gd name="connsiteY22" fmla="*/ 0 h 111225"/>
                <a:gd name="connsiteX23" fmla="*/ 126079 w 133697"/>
                <a:gd name="connsiteY23" fmla="*/ 0 h 111225"/>
                <a:gd name="connsiteX24" fmla="*/ 119096 w 133697"/>
                <a:gd name="connsiteY24" fmla="*/ 5587 h 111225"/>
                <a:gd name="connsiteX25" fmla="*/ 0 w 133697"/>
                <a:gd name="connsiteY25" fmla="*/ 102716 h 111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33697" h="111225">
                  <a:moveTo>
                    <a:pt x="381" y="104875"/>
                  </a:moveTo>
                  <a:lnTo>
                    <a:pt x="381" y="104875"/>
                  </a:lnTo>
                  <a:lnTo>
                    <a:pt x="381" y="105637"/>
                  </a:lnTo>
                  <a:lnTo>
                    <a:pt x="381" y="105637"/>
                  </a:lnTo>
                  <a:lnTo>
                    <a:pt x="381" y="105637"/>
                  </a:lnTo>
                  <a:cubicBezTo>
                    <a:pt x="381" y="105637"/>
                    <a:pt x="381" y="105637"/>
                    <a:pt x="381" y="106398"/>
                  </a:cubicBezTo>
                  <a:cubicBezTo>
                    <a:pt x="381" y="107160"/>
                    <a:pt x="381" y="106398"/>
                    <a:pt x="381" y="107287"/>
                  </a:cubicBezTo>
                  <a:lnTo>
                    <a:pt x="381" y="107287"/>
                  </a:lnTo>
                  <a:cubicBezTo>
                    <a:pt x="381" y="107287"/>
                    <a:pt x="381" y="107287"/>
                    <a:pt x="381" y="108176"/>
                  </a:cubicBezTo>
                  <a:cubicBezTo>
                    <a:pt x="330" y="108519"/>
                    <a:pt x="330" y="108849"/>
                    <a:pt x="381" y="109192"/>
                  </a:cubicBezTo>
                  <a:cubicBezTo>
                    <a:pt x="343" y="109446"/>
                    <a:pt x="343" y="109700"/>
                    <a:pt x="381" y="109954"/>
                  </a:cubicBezTo>
                  <a:cubicBezTo>
                    <a:pt x="343" y="110169"/>
                    <a:pt x="343" y="110373"/>
                    <a:pt x="381" y="110588"/>
                  </a:cubicBezTo>
                  <a:lnTo>
                    <a:pt x="381" y="110588"/>
                  </a:lnTo>
                  <a:lnTo>
                    <a:pt x="1396" y="111223"/>
                  </a:lnTo>
                  <a:lnTo>
                    <a:pt x="2158" y="111223"/>
                  </a:lnTo>
                  <a:lnTo>
                    <a:pt x="4063" y="111223"/>
                  </a:lnTo>
                  <a:cubicBezTo>
                    <a:pt x="5408" y="111261"/>
                    <a:pt x="6717" y="110817"/>
                    <a:pt x="7745" y="109954"/>
                  </a:cubicBezTo>
                  <a:lnTo>
                    <a:pt x="14601" y="104367"/>
                  </a:lnTo>
                  <a:lnTo>
                    <a:pt x="133697" y="7364"/>
                  </a:lnTo>
                  <a:cubicBezTo>
                    <a:pt x="132669" y="8113"/>
                    <a:pt x="131424" y="8520"/>
                    <a:pt x="130142" y="8507"/>
                  </a:cubicBezTo>
                  <a:cubicBezTo>
                    <a:pt x="128619" y="8532"/>
                    <a:pt x="127146" y="7935"/>
                    <a:pt x="126079" y="6856"/>
                  </a:cubicBezTo>
                  <a:cubicBezTo>
                    <a:pt x="124188" y="5180"/>
                    <a:pt x="124009" y="2298"/>
                    <a:pt x="125673" y="406"/>
                  </a:cubicBezTo>
                  <a:cubicBezTo>
                    <a:pt x="125800" y="267"/>
                    <a:pt x="125940" y="127"/>
                    <a:pt x="126079" y="0"/>
                  </a:cubicBezTo>
                  <a:lnTo>
                    <a:pt x="126079" y="0"/>
                  </a:lnTo>
                  <a:lnTo>
                    <a:pt x="119096" y="5587"/>
                  </a:lnTo>
                  <a:lnTo>
                    <a:pt x="0" y="102716"/>
                  </a:lnTo>
                  <a:close/>
                </a:path>
              </a:pathLst>
            </a:custGeom>
            <a:solidFill>
              <a:srgbClr val="000000"/>
            </a:solidFill>
            <a:ln w="12690" cap="flat">
              <a:noFill/>
              <a:prstDash val="solid"/>
              <a:miter/>
            </a:ln>
          </p:spPr>
          <p:txBody>
            <a:bodyPr rtlCol="0" anchor="ctr"/>
            <a:lstStyle/>
            <a:p>
              <a:endParaRPr lang="en-US" sz="1350"/>
            </a:p>
          </p:txBody>
        </p:sp>
        <p:sp>
          <p:nvSpPr>
            <p:cNvPr id="667" name="Freeform: Shape 666">
              <a:extLst>
                <a:ext uri="{FF2B5EF4-FFF2-40B4-BE49-F238E27FC236}">
                  <a16:creationId xmlns:a16="http://schemas.microsoft.com/office/drawing/2014/main" id="{035C74EC-84A5-40F4-B82A-725834FC0241}"/>
                </a:ext>
              </a:extLst>
            </p:cNvPr>
            <p:cNvSpPr/>
            <p:nvPr/>
          </p:nvSpPr>
          <p:spPr>
            <a:xfrm>
              <a:off x="9336337" y="413520"/>
              <a:ext cx="134734" cy="112239"/>
            </a:xfrm>
            <a:custGeom>
              <a:avLst/>
              <a:gdLst>
                <a:gd name="connsiteX0" fmla="*/ 1545 w 134734"/>
                <a:gd name="connsiteY0" fmla="*/ 103732 h 112239"/>
                <a:gd name="connsiteX1" fmla="*/ 1139 w 134734"/>
                <a:gd name="connsiteY1" fmla="*/ 110182 h 112239"/>
                <a:gd name="connsiteX2" fmla="*/ 1545 w 134734"/>
                <a:gd name="connsiteY2" fmla="*/ 110588 h 112239"/>
                <a:gd name="connsiteX3" fmla="*/ 5608 w 134734"/>
                <a:gd name="connsiteY3" fmla="*/ 112239 h 112239"/>
                <a:gd name="connsiteX4" fmla="*/ 9163 w 134734"/>
                <a:gd name="connsiteY4" fmla="*/ 111096 h 112239"/>
                <a:gd name="connsiteX5" fmla="*/ 9163 w 134734"/>
                <a:gd name="connsiteY5" fmla="*/ 111096 h 112239"/>
                <a:gd name="connsiteX6" fmla="*/ 134735 w 134734"/>
                <a:gd name="connsiteY6" fmla="*/ 9523 h 112239"/>
                <a:gd name="connsiteX7" fmla="*/ 131815 w 134734"/>
                <a:gd name="connsiteY7" fmla="*/ 8634 h 112239"/>
                <a:gd name="connsiteX8" fmla="*/ 128221 w 134734"/>
                <a:gd name="connsiteY8" fmla="*/ 3047 h 112239"/>
                <a:gd name="connsiteX9" fmla="*/ 130418 w 134734"/>
                <a:gd name="connsiteY9" fmla="*/ 0 h 112239"/>
                <a:gd name="connsiteX10" fmla="*/ 130418 w 134734"/>
                <a:gd name="connsiteY10" fmla="*/ 0 h 112239"/>
                <a:gd name="connsiteX11" fmla="*/ 4847 w 134734"/>
                <a:gd name="connsiteY11" fmla="*/ 101574 h 112239"/>
                <a:gd name="connsiteX12" fmla="*/ 2561 w 134734"/>
                <a:gd name="connsiteY12" fmla="*/ 103478 h 1122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4734" h="112239">
                  <a:moveTo>
                    <a:pt x="1545" y="103732"/>
                  </a:moveTo>
                  <a:cubicBezTo>
                    <a:pt x="-346" y="105408"/>
                    <a:pt x="-525" y="108290"/>
                    <a:pt x="1139" y="110182"/>
                  </a:cubicBezTo>
                  <a:cubicBezTo>
                    <a:pt x="1266" y="110322"/>
                    <a:pt x="1406" y="110461"/>
                    <a:pt x="1545" y="110588"/>
                  </a:cubicBezTo>
                  <a:cubicBezTo>
                    <a:pt x="2612" y="111667"/>
                    <a:pt x="4085" y="112264"/>
                    <a:pt x="5608" y="112239"/>
                  </a:cubicBezTo>
                  <a:cubicBezTo>
                    <a:pt x="6891" y="112252"/>
                    <a:pt x="8135" y="111845"/>
                    <a:pt x="9163" y="111096"/>
                  </a:cubicBezTo>
                  <a:lnTo>
                    <a:pt x="9163" y="111096"/>
                  </a:lnTo>
                  <a:lnTo>
                    <a:pt x="134735" y="9523"/>
                  </a:lnTo>
                  <a:lnTo>
                    <a:pt x="131815" y="8634"/>
                  </a:lnTo>
                  <a:cubicBezTo>
                    <a:pt x="129275" y="8088"/>
                    <a:pt x="127676" y="5587"/>
                    <a:pt x="128221" y="3047"/>
                  </a:cubicBezTo>
                  <a:cubicBezTo>
                    <a:pt x="128501" y="1765"/>
                    <a:pt x="129288" y="660"/>
                    <a:pt x="130418" y="0"/>
                  </a:cubicBezTo>
                  <a:lnTo>
                    <a:pt x="130418" y="0"/>
                  </a:lnTo>
                  <a:lnTo>
                    <a:pt x="4847" y="101574"/>
                  </a:lnTo>
                  <a:lnTo>
                    <a:pt x="2561" y="103478"/>
                  </a:lnTo>
                  <a:close/>
                </a:path>
              </a:pathLst>
            </a:custGeom>
            <a:solidFill>
              <a:srgbClr val="000000"/>
            </a:solidFill>
            <a:ln w="12690" cap="flat">
              <a:noFill/>
              <a:prstDash val="solid"/>
              <a:miter/>
            </a:ln>
          </p:spPr>
          <p:txBody>
            <a:bodyPr rtlCol="0" anchor="ctr"/>
            <a:lstStyle/>
            <a:p>
              <a:endParaRPr lang="en-US" sz="1350"/>
            </a:p>
          </p:txBody>
        </p:sp>
        <p:sp>
          <p:nvSpPr>
            <p:cNvPr id="668" name="Freeform: Shape 667">
              <a:extLst>
                <a:ext uri="{FF2B5EF4-FFF2-40B4-BE49-F238E27FC236}">
                  <a16:creationId xmlns:a16="http://schemas.microsoft.com/office/drawing/2014/main" id="{57F60F63-9FB3-4059-9278-9ADF5468C486}"/>
                </a:ext>
              </a:extLst>
            </p:cNvPr>
            <p:cNvSpPr/>
            <p:nvPr/>
          </p:nvSpPr>
          <p:spPr>
            <a:xfrm>
              <a:off x="9847786" y="527155"/>
              <a:ext cx="1048638" cy="324528"/>
            </a:xfrm>
            <a:custGeom>
              <a:avLst/>
              <a:gdLst>
                <a:gd name="connsiteX0" fmla="*/ 6857 w 1048638"/>
                <a:gd name="connsiteY0" fmla="*/ 6475 h 324528"/>
                <a:gd name="connsiteX1" fmla="*/ 1651 w 1048638"/>
                <a:gd name="connsiteY1" fmla="*/ 9903 h 324528"/>
                <a:gd name="connsiteX2" fmla="*/ 0 w 1048638"/>
                <a:gd name="connsiteY2" fmla="*/ 9903 h 324528"/>
                <a:gd name="connsiteX3" fmla="*/ 1032760 w 1048638"/>
                <a:gd name="connsiteY3" fmla="*/ 321862 h 324528"/>
                <a:gd name="connsiteX4" fmla="*/ 1041648 w 1048638"/>
                <a:gd name="connsiteY4" fmla="*/ 324528 h 324528"/>
                <a:gd name="connsiteX5" fmla="*/ 1043299 w 1048638"/>
                <a:gd name="connsiteY5" fmla="*/ 324528 h 324528"/>
                <a:gd name="connsiteX6" fmla="*/ 1048377 w 1048638"/>
                <a:gd name="connsiteY6" fmla="*/ 321100 h 324528"/>
                <a:gd name="connsiteX7" fmla="*/ 1045381 w 1048638"/>
                <a:gd name="connsiteY7" fmla="*/ 314967 h 324528"/>
                <a:gd name="connsiteX8" fmla="*/ 1045076 w 1048638"/>
                <a:gd name="connsiteY8" fmla="*/ 314878 h 324528"/>
                <a:gd name="connsiteX9" fmla="*/ 12189 w 1048638"/>
                <a:gd name="connsiteY9" fmla="*/ 2666 h 324528"/>
                <a:gd name="connsiteX10" fmla="*/ 3428 w 1048638"/>
                <a:gd name="connsiteY10" fmla="*/ 0 h 324528"/>
                <a:gd name="connsiteX11" fmla="*/ 6996 w 1048638"/>
                <a:gd name="connsiteY11" fmla="*/ 6031 h 324528"/>
                <a:gd name="connsiteX12" fmla="*/ 6857 w 1048638"/>
                <a:gd name="connsiteY12" fmla="*/ 6475 h 324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48638" h="324528">
                  <a:moveTo>
                    <a:pt x="6857" y="6475"/>
                  </a:moveTo>
                  <a:cubicBezTo>
                    <a:pt x="6006" y="8596"/>
                    <a:pt x="3936" y="9967"/>
                    <a:pt x="1651" y="9903"/>
                  </a:cubicBezTo>
                  <a:lnTo>
                    <a:pt x="0" y="9903"/>
                  </a:lnTo>
                  <a:lnTo>
                    <a:pt x="1032760" y="321862"/>
                  </a:lnTo>
                  <a:lnTo>
                    <a:pt x="1041648" y="324528"/>
                  </a:lnTo>
                  <a:lnTo>
                    <a:pt x="1043299" y="324528"/>
                  </a:lnTo>
                  <a:cubicBezTo>
                    <a:pt x="1045546" y="324566"/>
                    <a:pt x="1047577" y="323195"/>
                    <a:pt x="1048377" y="321100"/>
                  </a:cubicBezTo>
                  <a:cubicBezTo>
                    <a:pt x="1049240" y="318573"/>
                    <a:pt x="1047895" y="315831"/>
                    <a:pt x="1045381" y="314967"/>
                  </a:cubicBezTo>
                  <a:cubicBezTo>
                    <a:pt x="1045279" y="314942"/>
                    <a:pt x="1045178" y="314904"/>
                    <a:pt x="1045076" y="314878"/>
                  </a:cubicBezTo>
                  <a:lnTo>
                    <a:pt x="12189" y="2666"/>
                  </a:lnTo>
                  <a:lnTo>
                    <a:pt x="3428" y="0"/>
                  </a:lnTo>
                  <a:cubicBezTo>
                    <a:pt x="6082" y="686"/>
                    <a:pt x="7669" y="3377"/>
                    <a:pt x="6996" y="6031"/>
                  </a:cubicBezTo>
                  <a:cubicBezTo>
                    <a:pt x="6958" y="6183"/>
                    <a:pt x="6907" y="6323"/>
                    <a:pt x="6857" y="6475"/>
                  </a:cubicBezTo>
                  <a:close/>
                </a:path>
              </a:pathLst>
            </a:custGeom>
            <a:solidFill>
              <a:srgbClr val="000000"/>
            </a:solidFill>
            <a:ln w="12690" cap="flat">
              <a:noFill/>
              <a:prstDash val="solid"/>
              <a:miter/>
            </a:ln>
          </p:spPr>
          <p:txBody>
            <a:bodyPr rtlCol="0" anchor="ctr"/>
            <a:lstStyle/>
            <a:p>
              <a:endParaRPr lang="en-US" sz="1350"/>
            </a:p>
          </p:txBody>
        </p:sp>
        <p:sp>
          <p:nvSpPr>
            <p:cNvPr id="671" name="Freeform: Shape 670">
              <a:extLst>
                <a:ext uri="{FF2B5EF4-FFF2-40B4-BE49-F238E27FC236}">
                  <a16:creationId xmlns:a16="http://schemas.microsoft.com/office/drawing/2014/main" id="{3E07789D-D840-4937-ACFC-D521ECE81736}"/>
                </a:ext>
              </a:extLst>
            </p:cNvPr>
            <p:cNvSpPr/>
            <p:nvPr/>
          </p:nvSpPr>
          <p:spPr>
            <a:xfrm>
              <a:off x="8949740" y="234750"/>
              <a:ext cx="38" cy="888"/>
            </a:xfrm>
            <a:custGeom>
              <a:avLst/>
              <a:gdLst>
                <a:gd name="connsiteX0" fmla="*/ 0 w 38"/>
                <a:gd name="connsiteY0" fmla="*/ 0 h 888"/>
                <a:gd name="connsiteX1" fmla="*/ 0 w 38"/>
                <a:gd name="connsiteY1" fmla="*/ 889 h 888"/>
                <a:gd name="connsiteX2" fmla="*/ 0 w 38"/>
                <a:gd name="connsiteY2" fmla="*/ 254 h 888"/>
              </a:gdLst>
              <a:ahLst/>
              <a:cxnLst>
                <a:cxn ang="0">
                  <a:pos x="connsiteX0" y="connsiteY0"/>
                </a:cxn>
                <a:cxn ang="0">
                  <a:pos x="connsiteX1" y="connsiteY1"/>
                </a:cxn>
                <a:cxn ang="0">
                  <a:pos x="connsiteX2" y="connsiteY2"/>
                </a:cxn>
              </a:cxnLst>
              <a:rect l="l" t="t" r="r" b="b"/>
              <a:pathLst>
                <a:path w="38" h="888">
                  <a:moveTo>
                    <a:pt x="0" y="0"/>
                  </a:moveTo>
                  <a:cubicBezTo>
                    <a:pt x="51" y="292"/>
                    <a:pt x="51" y="597"/>
                    <a:pt x="0" y="889"/>
                  </a:cubicBezTo>
                  <a:lnTo>
                    <a:pt x="0" y="254"/>
                  </a:lnTo>
                  <a:close/>
                </a:path>
              </a:pathLst>
            </a:custGeom>
            <a:solidFill>
              <a:srgbClr val="000000"/>
            </a:solidFill>
            <a:ln w="12690" cap="flat">
              <a:noFill/>
              <a:prstDash val="solid"/>
              <a:miter/>
            </a:ln>
          </p:spPr>
          <p:txBody>
            <a:bodyPr rtlCol="0" anchor="ctr"/>
            <a:lstStyle/>
            <a:p>
              <a:endParaRPr lang="en-US" sz="1350"/>
            </a:p>
          </p:txBody>
        </p:sp>
        <p:sp>
          <p:nvSpPr>
            <p:cNvPr id="672" name="Freeform: Shape 671">
              <a:extLst>
                <a:ext uri="{FF2B5EF4-FFF2-40B4-BE49-F238E27FC236}">
                  <a16:creationId xmlns:a16="http://schemas.microsoft.com/office/drawing/2014/main" id="{6AAB312E-4CB1-452D-BFC5-8C176D723F6F}"/>
                </a:ext>
              </a:extLst>
            </p:cNvPr>
            <p:cNvSpPr/>
            <p:nvPr/>
          </p:nvSpPr>
          <p:spPr>
            <a:xfrm>
              <a:off x="8948598" y="233227"/>
              <a:ext cx="12696" cy="761"/>
            </a:xfrm>
            <a:custGeom>
              <a:avLst/>
              <a:gdLst>
                <a:gd name="connsiteX0" fmla="*/ 0 w 12696"/>
                <a:gd name="connsiteY0" fmla="*/ 0 h 761"/>
                <a:gd name="connsiteX1" fmla="*/ 0 w 12696"/>
                <a:gd name="connsiteY1" fmla="*/ 762 h 761"/>
                <a:gd name="connsiteX2" fmla="*/ 0 w 12696"/>
                <a:gd name="connsiteY2" fmla="*/ 762 h 761"/>
              </a:gdLst>
              <a:ahLst/>
              <a:cxnLst>
                <a:cxn ang="0">
                  <a:pos x="connsiteX0" y="connsiteY0"/>
                </a:cxn>
                <a:cxn ang="0">
                  <a:pos x="connsiteX1" y="connsiteY1"/>
                </a:cxn>
                <a:cxn ang="0">
                  <a:pos x="connsiteX2" y="connsiteY2"/>
                </a:cxn>
              </a:cxnLst>
              <a:rect l="l" t="t" r="r" b="b"/>
              <a:pathLst>
                <a:path w="12696" h="761">
                  <a:moveTo>
                    <a:pt x="0" y="0"/>
                  </a:moveTo>
                  <a:lnTo>
                    <a:pt x="0" y="762"/>
                  </a:lnTo>
                  <a:lnTo>
                    <a:pt x="0" y="762"/>
                  </a:lnTo>
                  <a:close/>
                </a:path>
              </a:pathLst>
            </a:custGeom>
            <a:solidFill>
              <a:srgbClr val="000000"/>
            </a:solidFill>
            <a:ln w="12690" cap="flat">
              <a:noFill/>
              <a:prstDash val="solid"/>
              <a:miter/>
            </a:ln>
          </p:spPr>
          <p:txBody>
            <a:bodyPr rtlCol="0" anchor="ctr"/>
            <a:lstStyle/>
            <a:p>
              <a:endParaRPr lang="en-US" sz="1350"/>
            </a:p>
          </p:txBody>
        </p:sp>
        <p:sp>
          <p:nvSpPr>
            <p:cNvPr id="673" name="Freeform: Shape 672">
              <a:extLst>
                <a:ext uri="{FF2B5EF4-FFF2-40B4-BE49-F238E27FC236}">
                  <a16:creationId xmlns:a16="http://schemas.microsoft.com/office/drawing/2014/main" id="{6E47ADDE-C601-4FFE-8BE1-3A785F358604}"/>
                </a:ext>
              </a:extLst>
            </p:cNvPr>
            <p:cNvSpPr/>
            <p:nvPr/>
          </p:nvSpPr>
          <p:spPr>
            <a:xfrm>
              <a:off x="8946820" y="232211"/>
              <a:ext cx="1015" cy="12696"/>
            </a:xfrm>
            <a:custGeom>
              <a:avLst/>
              <a:gdLst>
                <a:gd name="connsiteX0" fmla="*/ 0 w 1015"/>
                <a:gd name="connsiteY0" fmla="*/ 0 h 12696"/>
                <a:gd name="connsiteX1" fmla="*/ 1016 w 1015"/>
                <a:gd name="connsiteY1" fmla="*/ 0 h 12696"/>
                <a:gd name="connsiteX2" fmla="*/ 253 w 1015"/>
                <a:gd name="connsiteY2" fmla="*/ 0 h 12696"/>
              </a:gdLst>
              <a:ahLst/>
              <a:cxnLst>
                <a:cxn ang="0">
                  <a:pos x="connsiteX0" y="connsiteY0"/>
                </a:cxn>
                <a:cxn ang="0">
                  <a:pos x="connsiteX1" y="connsiteY1"/>
                </a:cxn>
                <a:cxn ang="0">
                  <a:pos x="connsiteX2" y="connsiteY2"/>
                </a:cxn>
              </a:cxnLst>
              <a:rect l="l" t="t" r="r" b="b"/>
              <a:pathLst>
                <a:path w="1015" h="12696">
                  <a:moveTo>
                    <a:pt x="0" y="0"/>
                  </a:moveTo>
                  <a:lnTo>
                    <a:pt x="1016" y="0"/>
                  </a:lnTo>
                  <a:lnTo>
                    <a:pt x="253" y="0"/>
                  </a:lnTo>
                  <a:close/>
                </a:path>
              </a:pathLst>
            </a:custGeom>
            <a:solidFill>
              <a:srgbClr val="000000"/>
            </a:solidFill>
            <a:ln w="12690" cap="flat">
              <a:noFill/>
              <a:prstDash val="solid"/>
              <a:miter/>
            </a:ln>
          </p:spPr>
          <p:txBody>
            <a:bodyPr rtlCol="0" anchor="ctr"/>
            <a:lstStyle/>
            <a:p>
              <a:endParaRPr lang="en-US" sz="1350"/>
            </a:p>
          </p:txBody>
        </p:sp>
        <p:sp>
          <p:nvSpPr>
            <p:cNvPr id="674" name="Freeform: Shape 673">
              <a:extLst>
                <a:ext uri="{FF2B5EF4-FFF2-40B4-BE49-F238E27FC236}">
                  <a16:creationId xmlns:a16="http://schemas.microsoft.com/office/drawing/2014/main" id="{4D99BDBF-544E-4799-882E-F0560BECC1E7}"/>
                </a:ext>
              </a:extLst>
            </p:cNvPr>
            <p:cNvSpPr/>
            <p:nvPr/>
          </p:nvSpPr>
          <p:spPr>
            <a:xfrm>
              <a:off x="8939455" y="236782"/>
              <a:ext cx="11014" cy="164041"/>
            </a:xfrm>
            <a:custGeom>
              <a:avLst/>
              <a:gdLst>
                <a:gd name="connsiteX0" fmla="*/ 0 w 11014"/>
                <a:gd name="connsiteY0" fmla="*/ 164041 h 164041"/>
                <a:gd name="connsiteX1" fmla="*/ 5460 w 11014"/>
                <a:gd name="connsiteY1" fmla="*/ 159217 h 164041"/>
                <a:gd name="connsiteX2" fmla="*/ 10919 w 11014"/>
                <a:gd name="connsiteY2" fmla="*/ 164041 h 164041"/>
                <a:gd name="connsiteX3" fmla="*/ 10919 w 11014"/>
                <a:gd name="connsiteY3" fmla="*/ 0 h 164041"/>
                <a:gd name="connsiteX4" fmla="*/ 10919 w 11014"/>
                <a:gd name="connsiteY4" fmla="*/ 0 h 164041"/>
                <a:gd name="connsiteX5" fmla="*/ 10919 w 11014"/>
                <a:gd name="connsiteY5" fmla="*/ 1651 h 164041"/>
                <a:gd name="connsiteX6" fmla="*/ 5841 w 11014"/>
                <a:gd name="connsiteY6" fmla="*/ 5079 h 164041"/>
                <a:gd name="connsiteX7" fmla="*/ 4190 w 11014"/>
                <a:gd name="connsiteY7" fmla="*/ 5079 h 164041"/>
                <a:gd name="connsiteX8" fmla="*/ 381 w 11014"/>
                <a:gd name="connsiteY8" fmla="*/ 3936 h 164041"/>
                <a:gd name="connsiteX9" fmla="*/ 381 w 11014"/>
                <a:gd name="connsiteY9" fmla="*/ 164041 h 1640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14" h="164041">
                  <a:moveTo>
                    <a:pt x="0" y="164041"/>
                  </a:moveTo>
                  <a:cubicBezTo>
                    <a:pt x="203" y="161210"/>
                    <a:pt x="2629" y="159077"/>
                    <a:pt x="5460" y="159217"/>
                  </a:cubicBezTo>
                  <a:cubicBezTo>
                    <a:pt x="8291" y="159077"/>
                    <a:pt x="10716" y="161210"/>
                    <a:pt x="10919" y="164041"/>
                  </a:cubicBezTo>
                  <a:lnTo>
                    <a:pt x="10919" y="0"/>
                  </a:lnTo>
                  <a:lnTo>
                    <a:pt x="10919" y="0"/>
                  </a:lnTo>
                  <a:cubicBezTo>
                    <a:pt x="11046" y="546"/>
                    <a:pt x="11046" y="1105"/>
                    <a:pt x="10919" y="1651"/>
                  </a:cubicBezTo>
                  <a:cubicBezTo>
                    <a:pt x="10145" y="3771"/>
                    <a:pt x="8101" y="5155"/>
                    <a:pt x="5841" y="5079"/>
                  </a:cubicBezTo>
                  <a:lnTo>
                    <a:pt x="4190" y="5079"/>
                  </a:lnTo>
                  <a:lnTo>
                    <a:pt x="381" y="3936"/>
                  </a:lnTo>
                  <a:lnTo>
                    <a:pt x="381" y="164041"/>
                  </a:lnTo>
                  <a:close/>
                </a:path>
              </a:pathLst>
            </a:custGeom>
            <a:solidFill>
              <a:srgbClr val="000000"/>
            </a:solidFill>
            <a:ln w="12690" cap="flat">
              <a:noFill/>
              <a:prstDash val="solid"/>
              <a:miter/>
            </a:ln>
          </p:spPr>
          <p:txBody>
            <a:bodyPr rtlCol="0" anchor="ctr"/>
            <a:lstStyle/>
            <a:p>
              <a:endParaRPr lang="en-US" sz="1350"/>
            </a:p>
          </p:txBody>
        </p:sp>
        <p:sp>
          <p:nvSpPr>
            <p:cNvPr id="675" name="Freeform: Shape 674">
              <a:extLst>
                <a:ext uri="{FF2B5EF4-FFF2-40B4-BE49-F238E27FC236}">
                  <a16:creationId xmlns:a16="http://schemas.microsoft.com/office/drawing/2014/main" id="{3BD441C6-EB70-4E7A-808D-0F1B70A3A3E2}"/>
                </a:ext>
              </a:extLst>
            </p:cNvPr>
            <p:cNvSpPr/>
            <p:nvPr/>
          </p:nvSpPr>
          <p:spPr>
            <a:xfrm>
              <a:off x="8938439" y="395992"/>
              <a:ext cx="10967" cy="466870"/>
            </a:xfrm>
            <a:custGeom>
              <a:avLst/>
              <a:gdLst>
                <a:gd name="connsiteX0" fmla="*/ 1016 w 10967"/>
                <a:gd name="connsiteY0" fmla="*/ 461913 h 466870"/>
                <a:gd name="connsiteX1" fmla="*/ 6463 w 10967"/>
                <a:gd name="connsiteY1" fmla="*/ 466864 h 466870"/>
                <a:gd name="connsiteX2" fmla="*/ 6476 w 10967"/>
                <a:gd name="connsiteY2" fmla="*/ 466864 h 466870"/>
                <a:gd name="connsiteX3" fmla="*/ 10158 w 10967"/>
                <a:gd name="connsiteY3" fmla="*/ 465468 h 466870"/>
                <a:gd name="connsiteX4" fmla="*/ 10920 w 10967"/>
                <a:gd name="connsiteY4" fmla="*/ 464579 h 466870"/>
                <a:gd name="connsiteX5" fmla="*/ 10920 w 10967"/>
                <a:gd name="connsiteY5" fmla="*/ 464579 h 466870"/>
                <a:gd name="connsiteX6" fmla="*/ 10920 w 10967"/>
                <a:gd name="connsiteY6" fmla="*/ 463817 h 466870"/>
                <a:gd name="connsiteX7" fmla="*/ 10920 w 10967"/>
                <a:gd name="connsiteY7" fmla="*/ 462674 h 466870"/>
                <a:gd name="connsiteX8" fmla="*/ 10920 w 10967"/>
                <a:gd name="connsiteY8" fmla="*/ 462674 h 466870"/>
                <a:gd name="connsiteX9" fmla="*/ 10920 w 10967"/>
                <a:gd name="connsiteY9" fmla="*/ 4831 h 466870"/>
                <a:gd name="connsiteX10" fmla="*/ 5460 w 10967"/>
                <a:gd name="connsiteY10" fmla="*/ 6 h 466870"/>
                <a:gd name="connsiteX11" fmla="*/ 0 w 10967"/>
                <a:gd name="connsiteY11" fmla="*/ 4831 h 466870"/>
                <a:gd name="connsiteX12" fmla="*/ 0 w 10967"/>
                <a:gd name="connsiteY12" fmla="*/ 461913 h 466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967" h="466870">
                  <a:moveTo>
                    <a:pt x="1016" y="461913"/>
                  </a:moveTo>
                  <a:cubicBezTo>
                    <a:pt x="1155" y="464782"/>
                    <a:pt x="3593" y="467004"/>
                    <a:pt x="6463" y="466864"/>
                  </a:cubicBezTo>
                  <a:cubicBezTo>
                    <a:pt x="6463" y="466864"/>
                    <a:pt x="6476" y="466864"/>
                    <a:pt x="6476" y="466864"/>
                  </a:cubicBezTo>
                  <a:cubicBezTo>
                    <a:pt x="7834" y="466864"/>
                    <a:pt x="9142" y="466369"/>
                    <a:pt x="10158" y="465468"/>
                  </a:cubicBezTo>
                  <a:lnTo>
                    <a:pt x="10920" y="464579"/>
                  </a:lnTo>
                  <a:lnTo>
                    <a:pt x="10920" y="464579"/>
                  </a:lnTo>
                  <a:cubicBezTo>
                    <a:pt x="10983" y="464325"/>
                    <a:pt x="10983" y="464071"/>
                    <a:pt x="10920" y="463817"/>
                  </a:cubicBezTo>
                  <a:cubicBezTo>
                    <a:pt x="10983" y="463436"/>
                    <a:pt x="10983" y="463055"/>
                    <a:pt x="10920" y="462674"/>
                  </a:cubicBezTo>
                  <a:lnTo>
                    <a:pt x="10920" y="462674"/>
                  </a:lnTo>
                  <a:lnTo>
                    <a:pt x="10920" y="4831"/>
                  </a:lnTo>
                  <a:cubicBezTo>
                    <a:pt x="10716" y="2000"/>
                    <a:pt x="8291" y="-133"/>
                    <a:pt x="5460" y="6"/>
                  </a:cubicBezTo>
                  <a:cubicBezTo>
                    <a:pt x="2629" y="-133"/>
                    <a:pt x="204" y="2000"/>
                    <a:pt x="0" y="4831"/>
                  </a:cubicBezTo>
                  <a:lnTo>
                    <a:pt x="0" y="461913"/>
                  </a:lnTo>
                  <a:close/>
                </a:path>
              </a:pathLst>
            </a:custGeom>
            <a:solidFill>
              <a:srgbClr val="000000"/>
            </a:solidFill>
            <a:ln w="12690" cap="flat">
              <a:noFill/>
              <a:prstDash val="solid"/>
              <a:miter/>
            </a:ln>
          </p:spPr>
          <p:txBody>
            <a:bodyPr rtlCol="0" anchor="ctr"/>
            <a:lstStyle/>
            <a:p>
              <a:endParaRPr lang="en-US" sz="1350"/>
            </a:p>
          </p:txBody>
        </p:sp>
        <p:sp>
          <p:nvSpPr>
            <p:cNvPr id="693" name="Freeform: Shape 692">
              <a:extLst>
                <a:ext uri="{FF2B5EF4-FFF2-40B4-BE49-F238E27FC236}">
                  <a16:creationId xmlns:a16="http://schemas.microsoft.com/office/drawing/2014/main" id="{AAC41EFD-4C88-45E3-A223-4037D72DA6D0}"/>
                </a:ext>
              </a:extLst>
            </p:cNvPr>
            <p:cNvSpPr/>
            <p:nvPr/>
          </p:nvSpPr>
          <p:spPr>
            <a:xfrm>
              <a:off x="9146541" y="1273975"/>
              <a:ext cx="497461" cy="104494"/>
            </a:xfrm>
            <a:custGeom>
              <a:avLst/>
              <a:gdLst>
                <a:gd name="connsiteX0" fmla="*/ 490986 w 497461"/>
                <a:gd name="connsiteY0" fmla="*/ 98907 h 104494"/>
                <a:gd name="connsiteX1" fmla="*/ 497462 w 497461"/>
                <a:gd name="connsiteY1" fmla="*/ 95099 h 104494"/>
                <a:gd name="connsiteX2" fmla="*/ 403632 w 497461"/>
                <a:gd name="connsiteY2" fmla="*/ 77069 h 104494"/>
                <a:gd name="connsiteX3" fmla="*/ 3174 w 497461"/>
                <a:gd name="connsiteY3" fmla="*/ 0 h 104494"/>
                <a:gd name="connsiteX4" fmla="*/ 3174 w 497461"/>
                <a:gd name="connsiteY4" fmla="*/ 0 h 104494"/>
                <a:gd name="connsiteX5" fmla="*/ 6742 w 497461"/>
                <a:gd name="connsiteY5" fmla="*/ 5612 h 104494"/>
                <a:gd name="connsiteX6" fmla="*/ 6603 w 497461"/>
                <a:gd name="connsiteY6" fmla="*/ 6095 h 104494"/>
                <a:gd name="connsiteX7" fmla="*/ 1396 w 497461"/>
                <a:gd name="connsiteY7" fmla="*/ 9523 h 104494"/>
                <a:gd name="connsiteX8" fmla="*/ 0 w 497461"/>
                <a:gd name="connsiteY8" fmla="*/ 9523 h 104494"/>
                <a:gd name="connsiteX9" fmla="*/ 0 w 497461"/>
                <a:gd name="connsiteY9" fmla="*/ 9523 h 104494"/>
                <a:gd name="connsiteX10" fmla="*/ 94337 w 497461"/>
                <a:gd name="connsiteY10" fmla="*/ 27679 h 104494"/>
                <a:gd name="connsiteX11" fmla="*/ 495176 w 497461"/>
                <a:gd name="connsiteY11" fmla="*/ 104494 h 104494"/>
                <a:gd name="connsiteX12" fmla="*/ 490986 w 497461"/>
                <a:gd name="connsiteY12" fmla="*/ 98907 h 10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97461" h="104494">
                  <a:moveTo>
                    <a:pt x="490986" y="98907"/>
                  </a:moveTo>
                  <a:cubicBezTo>
                    <a:pt x="491787" y="96114"/>
                    <a:pt x="494631" y="94451"/>
                    <a:pt x="497462" y="95099"/>
                  </a:cubicBezTo>
                  <a:lnTo>
                    <a:pt x="403632" y="77069"/>
                  </a:lnTo>
                  <a:lnTo>
                    <a:pt x="3174" y="0"/>
                  </a:lnTo>
                  <a:lnTo>
                    <a:pt x="3174" y="0"/>
                  </a:lnTo>
                  <a:cubicBezTo>
                    <a:pt x="5701" y="559"/>
                    <a:pt x="7301" y="3073"/>
                    <a:pt x="6742" y="5612"/>
                  </a:cubicBezTo>
                  <a:cubicBezTo>
                    <a:pt x="6704" y="5777"/>
                    <a:pt x="6653" y="5929"/>
                    <a:pt x="6603" y="6095"/>
                  </a:cubicBezTo>
                  <a:cubicBezTo>
                    <a:pt x="5752" y="8215"/>
                    <a:pt x="3682" y="9586"/>
                    <a:pt x="1396" y="9523"/>
                  </a:cubicBezTo>
                  <a:lnTo>
                    <a:pt x="0" y="9523"/>
                  </a:lnTo>
                  <a:lnTo>
                    <a:pt x="0" y="9523"/>
                  </a:lnTo>
                  <a:lnTo>
                    <a:pt x="94337" y="27679"/>
                  </a:lnTo>
                  <a:lnTo>
                    <a:pt x="495176" y="104494"/>
                  </a:lnTo>
                  <a:cubicBezTo>
                    <a:pt x="492485" y="104100"/>
                    <a:pt x="490606" y="101599"/>
                    <a:pt x="490986" y="98907"/>
                  </a:cubicBezTo>
                  <a:close/>
                </a:path>
              </a:pathLst>
            </a:custGeom>
            <a:solidFill>
              <a:srgbClr val="000000"/>
            </a:solidFill>
            <a:ln w="12690" cap="flat">
              <a:noFill/>
              <a:prstDash val="solid"/>
              <a:miter/>
            </a:ln>
          </p:spPr>
          <p:txBody>
            <a:bodyPr rtlCol="0" anchor="ctr"/>
            <a:lstStyle/>
            <a:p>
              <a:endParaRPr lang="en-US" sz="1350"/>
            </a:p>
          </p:txBody>
        </p:sp>
        <p:sp>
          <p:nvSpPr>
            <p:cNvPr id="694" name="Freeform: Shape 693">
              <a:extLst>
                <a:ext uri="{FF2B5EF4-FFF2-40B4-BE49-F238E27FC236}">
                  <a16:creationId xmlns:a16="http://schemas.microsoft.com/office/drawing/2014/main" id="{35E1C776-0A05-4AE5-B209-CCA5D7422557}"/>
                </a:ext>
              </a:extLst>
            </p:cNvPr>
            <p:cNvSpPr/>
            <p:nvPr/>
          </p:nvSpPr>
          <p:spPr>
            <a:xfrm>
              <a:off x="9637563" y="1369061"/>
              <a:ext cx="903470" cy="182464"/>
            </a:xfrm>
            <a:custGeom>
              <a:avLst/>
              <a:gdLst>
                <a:gd name="connsiteX0" fmla="*/ 6567 w 903470"/>
                <a:gd name="connsiteY0" fmla="*/ 139 h 182464"/>
                <a:gd name="connsiteX1" fmla="*/ 6567 w 903470"/>
                <a:gd name="connsiteY1" fmla="*/ 139 h 182464"/>
                <a:gd name="connsiteX2" fmla="*/ 91 w 903470"/>
                <a:gd name="connsiteY2" fmla="*/ 3949 h 182464"/>
                <a:gd name="connsiteX3" fmla="*/ 4015 w 903470"/>
                <a:gd name="connsiteY3" fmla="*/ 9751 h 182464"/>
                <a:gd name="connsiteX4" fmla="*/ 4281 w 903470"/>
                <a:gd name="connsiteY4" fmla="*/ 9789 h 182464"/>
                <a:gd name="connsiteX5" fmla="*/ 890647 w 903470"/>
                <a:gd name="connsiteY5" fmla="*/ 180433 h 182464"/>
                <a:gd name="connsiteX6" fmla="*/ 901058 w 903470"/>
                <a:gd name="connsiteY6" fmla="*/ 182464 h 182464"/>
                <a:gd name="connsiteX7" fmla="*/ 901058 w 903470"/>
                <a:gd name="connsiteY7" fmla="*/ 182464 h 182464"/>
                <a:gd name="connsiteX8" fmla="*/ 896983 w 903470"/>
                <a:gd name="connsiteY8" fmla="*/ 176548 h 182464"/>
                <a:gd name="connsiteX9" fmla="*/ 896995 w 903470"/>
                <a:gd name="connsiteY9" fmla="*/ 176497 h 182464"/>
                <a:gd name="connsiteX10" fmla="*/ 903471 w 903470"/>
                <a:gd name="connsiteY10" fmla="*/ 172815 h 182464"/>
                <a:gd name="connsiteX11" fmla="*/ 903471 w 903470"/>
                <a:gd name="connsiteY11" fmla="*/ 172815 h 182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03470" h="182464">
                  <a:moveTo>
                    <a:pt x="6567" y="139"/>
                  </a:moveTo>
                  <a:lnTo>
                    <a:pt x="6567" y="139"/>
                  </a:lnTo>
                  <a:cubicBezTo>
                    <a:pt x="3735" y="-508"/>
                    <a:pt x="891" y="1155"/>
                    <a:pt x="91" y="3949"/>
                  </a:cubicBezTo>
                  <a:cubicBezTo>
                    <a:pt x="-430" y="6628"/>
                    <a:pt x="1336" y="9230"/>
                    <a:pt x="4015" y="9751"/>
                  </a:cubicBezTo>
                  <a:cubicBezTo>
                    <a:pt x="4104" y="9764"/>
                    <a:pt x="4192" y="9776"/>
                    <a:pt x="4281" y="9789"/>
                  </a:cubicBezTo>
                  <a:lnTo>
                    <a:pt x="890647" y="180433"/>
                  </a:lnTo>
                  <a:lnTo>
                    <a:pt x="901058" y="182464"/>
                  </a:lnTo>
                  <a:lnTo>
                    <a:pt x="901058" y="182464"/>
                  </a:lnTo>
                  <a:cubicBezTo>
                    <a:pt x="898303" y="181956"/>
                    <a:pt x="896474" y="179303"/>
                    <a:pt x="896983" y="176548"/>
                  </a:cubicBezTo>
                  <a:cubicBezTo>
                    <a:pt x="896995" y="176535"/>
                    <a:pt x="896995" y="176510"/>
                    <a:pt x="896995" y="176497"/>
                  </a:cubicBezTo>
                  <a:cubicBezTo>
                    <a:pt x="897858" y="173754"/>
                    <a:pt x="900677" y="172155"/>
                    <a:pt x="903471" y="172815"/>
                  </a:cubicBezTo>
                  <a:lnTo>
                    <a:pt x="903471" y="172815"/>
                  </a:lnTo>
                  <a:close/>
                </a:path>
              </a:pathLst>
            </a:custGeom>
            <a:solidFill>
              <a:srgbClr val="000000"/>
            </a:solidFill>
            <a:ln w="12690" cap="flat">
              <a:noFill/>
              <a:prstDash val="solid"/>
              <a:miter/>
            </a:ln>
          </p:spPr>
          <p:txBody>
            <a:bodyPr rtlCol="0" anchor="ctr"/>
            <a:lstStyle/>
            <a:p>
              <a:endParaRPr lang="en-US" sz="1350"/>
            </a:p>
          </p:txBody>
        </p:sp>
        <p:sp>
          <p:nvSpPr>
            <p:cNvPr id="701" name="Freeform: Shape 700">
              <a:extLst>
                <a:ext uri="{FF2B5EF4-FFF2-40B4-BE49-F238E27FC236}">
                  <a16:creationId xmlns:a16="http://schemas.microsoft.com/office/drawing/2014/main" id="{0F941348-6D8F-4783-A2F1-B930F3F930F9}"/>
                </a:ext>
              </a:extLst>
            </p:cNvPr>
            <p:cNvSpPr/>
            <p:nvPr/>
          </p:nvSpPr>
          <p:spPr>
            <a:xfrm>
              <a:off x="8747480" y="1997053"/>
              <a:ext cx="9960" cy="48507"/>
            </a:xfrm>
            <a:custGeom>
              <a:avLst/>
              <a:gdLst>
                <a:gd name="connsiteX0" fmla="*/ 5460 w 9960"/>
                <a:gd name="connsiteY0" fmla="*/ 4825 h 48507"/>
                <a:gd name="connsiteX1" fmla="*/ 0 w 9960"/>
                <a:gd name="connsiteY1" fmla="*/ 0 h 48507"/>
                <a:gd name="connsiteX2" fmla="*/ 0 w 9960"/>
                <a:gd name="connsiteY2" fmla="*/ 43677 h 48507"/>
                <a:gd name="connsiteX3" fmla="*/ 5460 w 9960"/>
                <a:gd name="connsiteY3" fmla="*/ 48502 h 48507"/>
                <a:gd name="connsiteX4" fmla="*/ 9141 w 9960"/>
                <a:gd name="connsiteY4" fmla="*/ 47232 h 48507"/>
                <a:gd name="connsiteX5" fmla="*/ 9904 w 9960"/>
                <a:gd name="connsiteY5" fmla="*/ 46216 h 48507"/>
                <a:gd name="connsiteX6" fmla="*/ 9904 w 9960"/>
                <a:gd name="connsiteY6" fmla="*/ 45581 h 48507"/>
                <a:gd name="connsiteX7" fmla="*/ 9904 w 9960"/>
                <a:gd name="connsiteY7" fmla="*/ 44692 h 48507"/>
                <a:gd name="connsiteX8" fmla="*/ 9904 w 9960"/>
                <a:gd name="connsiteY8" fmla="*/ 43804 h 48507"/>
                <a:gd name="connsiteX9" fmla="*/ 9904 w 9960"/>
                <a:gd name="connsiteY9" fmla="*/ 43804 h 48507"/>
                <a:gd name="connsiteX10" fmla="*/ 9904 w 9960"/>
                <a:gd name="connsiteY10" fmla="*/ 127 h 48507"/>
                <a:gd name="connsiteX11" fmla="*/ 5460 w 9960"/>
                <a:gd name="connsiteY11" fmla="*/ 4825 h 485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0" h="48507">
                  <a:moveTo>
                    <a:pt x="5460" y="4825"/>
                  </a:moveTo>
                  <a:cubicBezTo>
                    <a:pt x="2628" y="4964"/>
                    <a:pt x="203" y="2831"/>
                    <a:pt x="0" y="0"/>
                  </a:cubicBezTo>
                  <a:lnTo>
                    <a:pt x="0" y="43677"/>
                  </a:lnTo>
                  <a:cubicBezTo>
                    <a:pt x="203" y="46508"/>
                    <a:pt x="2628" y="48641"/>
                    <a:pt x="5460" y="48502"/>
                  </a:cubicBezTo>
                  <a:cubicBezTo>
                    <a:pt x="6792" y="48489"/>
                    <a:pt x="8088" y="48044"/>
                    <a:pt x="9141" y="47232"/>
                  </a:cubicBezTo>
                  <a:lnTo>
                    <a:pt x="9904" y="46216"/>
                  </a:lnTo>
                  <a:lnTo>
                    <a:pt x="9904" y="45581"/>
                  </a:lnTo>
                  <a:cubicBezTo>
                    <a:pt x="9980" y="45289"/>
                    <a:pt x="9980" y="44984"/>
                    <a:pt x="9904" y="44692"/>
                  </a:cubicBezTo>
                  <a:cubicBezTo>
                    <a:pt x="9954" y="44400"/>
                    <a:pt x="9954" y="44096"/>
                    <a:pt x="9904" y="43804"/>
                  </a:cubicBezTo>
                  <a:lnTo>
                    <a:pt x="9904" y="43804"/>
                  </a:lnTo>
                  <a:lnTo>
                    <a:pt x="9904" y="127"/>
                  </a:lnTo>
                  <a:cubicBezTo>
                    <a:pt x="9739" y="2552"/>
                    <a:pt x="7872" y="4520"/>
                    <a:pt x="5460" y="4825"/>
                  </a:cubicBezTo>
                  <a:close/>
                </a:path>
              </a:pathLst>
            </a:custGeom>
            <a:solidFill>
              <a:srgbClr val="000000"/>
            </a:solidFill>
            <a:ln w="12690" cap="flat">
              <a:noFill/>
              <a:prstDash val="solid"/>
              <a:miter/>
            </a:ln>
          </p:spPr>
          <p:txBody>
            <a:bodyPr rtlCol="0" anchor="ctr"/>
            <a:lstStyle/>
            <a:p>
              <a:endParaRPr lang="en-US" sz="1350"/>
            </a:p>
          </p:txBody>
        </p:sp>
        <p:sp>
          <p:nvSpPr>
            <p:cNvPr id="702" name="Freeform: Shape 701">
              <a:extLst>
                <a:ext uri="{FF2B5EF4-FFF2-40B4-BE49-F238E27FC236}">
                  <a16:creationId xmlns:a16="http://schemas.microsoft.com/office/drawing/2014/main" id="{80D40C5F-B081-4DE6-86FA-43B3EB016CCC}"/>
                </a:ext>
              </a:extLst>
            </p:cNvPr>
            <p:cNvSpPr/>
            <p:nvPr/>
          </p:nvSpPr>
          <p:spPr>
            <a:xfrm>
              <a:off x="8747734" y="1937124"/>
              <a:ext cx="10791" cy="65070"/>
            </a:xfrm>
            <a:custGeom>
              <a:avLst/>
              <a:gdLst>
                <a:gd name="connsiteX0" fmla="*/ 10538 w 10791"/>
                <a:gd name="connsiteY0" fmla="*/ 0 h 65070"/>
                <a:gd name="connsiteX1" fmla="*/ 10538 w 10791"/>
                <a:gd name="connsiteY1" fmla="*/ 1778 h 65070"/>
                <a:gd name="connsiteX2" fmla="*/ 5460 w 10791"/>
                <a:gd name="connsiteY2" fmla="*/ 5206 h 65070"/>
                <a:gd name="connsiteX3" fmla="*/ 3682 w 10791"/>
                <a:gd name="connsiteY3" fmla="*/ 5206 h 65070"/>
                <a:gd name="connsiteX4" fmla="*/ 0 w 10791"/>
                <a:gd name="connsiteY4" fmla="*/ 4063 h 65070"/>
                <a:gd name="connsiteX5" fmla="*/ 0 w 10791"/>
                <a:gd name="connsiteY5" fmla="*/ 60436 h 65070"/>
                <a:gd name="connsiteX6" fmla="*/ 6221 w 10791"/>
                <a:gd name="connsiteY6" fmla="*/ 65007 h 65070"/>
                <a:gd name="connsiteX7" fmla="*/ 10792 w 10791"/>
                <a:gd name="connsiteY7" fmla="*/ 60436 h 65070"/>
                <a:gd name="connsiteX8" fmla="*/ 10792 w 10791"/>
                <a:gd name="connsiteY8" fmla="*/ 0 h 650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791" h="65070">
                  <a:moveTo>
                    <a:pt x="10538" y="0"/>
                  </a:moveTo>
                  <a:cubicBezTo>
                    <a:pt x="10665" y="584"/>
                    <a:pt x="10665" y="1193"/>
                    <a:pt x="10538" y="1778"/>
                  </a:cubicBezTo>
                  <a:cubicBezTo>
                    <a:pt x="9700" y="3847"/>
                    <a:pt x="7694" y="5206"/>
                    <a:pt x="5460" y="5206"/>
                  </a:cubicBezTo>
                  <a:lnTo>
                    <a:pt x="3682" y="5206"/>
                  </a:lnTo>
                  <a:lnTo>
                    <a:pt x="0" y="4063"/>
                  </a:lnTo>
                  <a:lnTo>
                    <a:pt x="0" y="60436"/>
                  </a:lnTo>
                  <a:cubicBezTo>
                    <a:pt x="457" y="63420"/>
                    <a:pt x="3250" y="65464"/>
                    <a:pt x="6221" y="65007"/>
                  </a:cubicBezTo>
                  <a:cubicBezTo>
                    <a:pt x="8583" y="64639"/>
                    <a:pt x="10424" y="62798"/>
                    <a:pt x="10792" y="60436"/>
                  </a:cubicBezTo>
                  <a:lnTo>
                    <a:pt x="10792" y="0"/>
                  </a:lnTo>
                  <a:close/>
                </a:path>
              </a:pathLst>
            </a:custGeom>
            <a:solidFill>
              <a:srgbClr val="000000"/>
            </a:solidFill>
            <a:ln w="12690" cap="flat">
              <a:noFill/>
              <a:prstDash val="solid"/>
              <a:miter/>
            </a:ln>
          </p:spPr>
          <p:txBody>
            <a:bodyPr rtlCol="0" anchor="ctr"/>
            <a:lstStyle/>
            <a:p>
              <a:endParaRPr lang="en-US" sz="1350"/>
            </a:p>
          </p:txBody>
        </p:sp>
        <p:sp>
          <p:nvSpPr>
            <p:cNvPr id="703" name="Freeform: Shape 702">
              <a:extLst>
                <a:ext uri="{FF2B5EF4-FFF2-40B4-BE49-F238E27FC236}">
                  <a16:creationId xmlns:a16="http://schemas.microsoft.com/office/drawing/2014/main" id="{909B4451-0F04-435A-B998-7A1BC9B457A3}"/>
                </a:ext>
              </a:extLst>
            </p:cNvPr>
            <p:cNvSpPr/>
            <p:nvPr/>
          </p:nvSpPr>
          <p:spPr>
            <a:xfrm>
              <a:off x="8755097" y="1932681"/>
              <a:ext cx="1143" cy="12696"/>
            </a:xfrm>
            <a:custGeom>
              <a:avLst/>
              <a:gdLst>
                <a:gd name="connsiteX0" fmla="*/ 0 w 1143"/>
                <a:gd name="connsiteY0" fmla="*/ 0 h 12696"/>
                <a:gd name="connsiteX1" fmla="*/ 0 w 1143"/>
                <a:gd name="connsiteY1" fmla="*/ 0 h 12696"/>
                <a:gd name="connsiteX2" fmla="*/ 1143 w 1143"/>
                <a:gd name="connsiteY2" fmla="*/ 0 h 12696"/>
              </a:gdLst>
              <a:ahLst/>
              <a:cxnLst>
                <a:cxn ang="0">
                  <a:pos x="connsiteX0" y="connsiteY0"/>
                </a:cxn>
                <a:cxn ang="0">
                  <a:pos x="connsiteX1" y="connsiteY1"/>
                </a:cxn>
                <a:cxn ang="0">
                  <a:pos x="connsiteX2" y="connsiteY2"/>
                </a:cxn>
              </a:cxnLst>
              <a:rect l="l" t="t" r="r" b="b"/>
              <a:pathLst>
                <a:path w="1143" h="12696">
                  <a:moveTo>
                    <a:pt x="0" y="0"/>
                  </a:moveTo>
                  <a:lnTo>
                    <a:pt x="0" y="0"/>
                  </a:lnTo>
                  <a:lnTo>
                    <a:pt x="1143" y="0"/>
                  </a:lnTo>
                  <a:close/>
                </a:path>
              </a:pathLst>
            </a:custGeom>
            <a:solidFill>
              <a:srgbClr val="000000"/>
            </a:solidFill>
            <a:ln w="12690" cap="flat">
              <a:noFill/>
              <a:prstDash val="solid"/>
              <a:miter/>
            </a:ln>
          </p:spPr>
          <p:txBody>
            <a:bodyPr rtlCol="0" anchor="ctr"/>
            <a:lstStyle/>
            <a:p>
              <a:endParaRPr lang="en-US" sz="1350"/>
            </a:p>
          </p:txBody>
        </p:sp>
        <p:sp>
          <p:nvSpPr>
            <p:cNvPr id="704" name="Freeform: Shape 703">
              <a:extLst>
                <a:ext uri="{FF2B5EF4-FFF2-40B4-BE49-F238E27FC236}">
                  <a16:creationId xmlns:a16="http://schemas.microsoft.com/office/drawing/2014/main" id="{ABEE547E-08E0-41F3-AE96-F479A64E8954}"/>
                </a:ext>
              </a:extLst>
            </p:cNvPr>
            <p:cNvSpPr/>
            <p:nvPr/>
          </p:nvSpPr>
          <p:spPr>
            <a:xfrm>
              <a:off x="8757891" y="1935347"/>
              <a:ext cx="85" cy="888"/>
            </a:xfrm>
            <a:custGeom>
              <a:avLst/>
              <a:gdLst>
                <a:gd name="connsiteX0" fmla="*/ 0 w 85"/>
                <a:gd name="connsiteY0" fmla="*/ 0 h 888"/>
                <a:gd name="connsiteX1" fmla="*/ 0 w 85"/>
                <a:gd name="connsiteY1" fmla="*/ 0 h 888"/>
                <a:gd name="connsiteX2" fmla="*/ 0 w 85"/>
                <a:gd name="connsiteY2" fmla="*/ 889 h 888"/>
                <a:gd name="connsiteX3" fmla="*/ 0 w 85"/>
                <a:gd name="connsiteY3" fmla="*/ 0 h 888"/>
              </a:gdLst>
              <a:ahLst/>
              <a:cxnLst>
                <a:cxn ang="0">
                  <a:pos x="connsiteX0" y="connsiteY0"/>
                </a:cxn>
                <a:cxn ang="0">
                  <a:pos x="connsiteX1" y="connsiteY1"/>
                </a:cxn>
                <a:cxn ang="0">
                  <a:pos x="connsiteX2" y="connsiteY2"/>
                </a:cxn>
                <a:cxn ang="0">
                  <a:pos x="connsiteX3" y="connsiteY3"/>
                </a:cxn>
              </a:cxnLst>
              <a:rect l="l" t="t" r="r" b="b"/>
              <a:pathLst>
                <a:path w="85" h="888">
                  <a:moveTo>
                    <a:pt x="0" y="0"/>
                  </a:moveTo>
                  <a:lnTo>
                    <a:pt x="0" y="0"/>
                  </a:lnTo>
                  <a:cubicBezTo>
                    <a:pt x="76" y="292"/>
                    <a:pt x="76" y="597"/>
                    <a:pt x="0" y="889"/>
                  </a:cubicBezTo>
                  <a:cubicBezTo>
                    <a:pt x="114" y="609"/>
                    <a:pt x="114" y="279"/>
                    <a:pt x="0" y="0"/>
                  </a:cubicBezTo>
                  <a:close/>
                </a:path>
              </a:pathLst>
            </a:custGeom>
            <a:solidFill>
              <a:srgbClr val="000000"/>
            </a:solidFill>
            <a:ln w="12690" cap="flat">
              <a:noFill/>
              <a:prstDash val="solid"/>
              <a:miter/>
            </a:ln>
          </p:spPr>
          <p:txBody>
            <a:bodyPr rtlCol="0" anchor="ctr"/>
            <a:lstStyle/>
            <a:p>
              <a:endParaRPr lang="en-US" sz="1350"/>
            </a:p>
          </p:txBody>
        </p:sp>
        <p:sp>
          <p:nvSpPr>
            <p:cNvPr id="705" name="Freeform: Shape 704">
              <a:extLst>
                <a:ext uri="{FF2B5EF4-FFF2-40B4-BE49-F238E27FC236}">
                  <a16:creationId xmlns:a16="http://schemas.microsoft.com/office/drawing/2014/main" id="{54EEA97B-538B-4E20-B7A6-F750FF528304}"/>
                </a:ext>
              </a:extLst>
            </p:cNvPr>
            <p:cNvSpPr/>
            <p:nvPr/>
          </p:nvSpPr>
          <p:spPr>
            <a:xfrm>
              <a:off x="8756748" y="1933823"/>
              <a:ext cx="12696" cy="761"/>
            </a:xfrm>
            <a:custGeom>
              <a:avLst/>
              <a:gdLst>
                <a:gd name="connsiteX0" fmla="*/ 0 w 12696"/>
                <a:gd name="connsiteY0" fmla="*/ 0 h 761"/>
                <a:gd name="connsiteX1" fmla="*/ 0 w 12696"/>
                <a:gd name="connsiteY1" fmla="*/ 0 h 761"/>
                <a:gd name="connsiteX2" fmla="*/ 0 w 12696"/>
                <a:gd name="connsiteY2" fmla="*/ 762 h 761"/>
              </a:gdLst>
              <a:ahLst/>
              <a:cxnLst>
                <a:cxn ang="0">
                  <a:pos x="connsiteX0" y="connsiteY0"/>
                </a:cxn>
                <a:cxn ang="0">
                  <a:pos x="connsiteX1" y="connsiteY1"/>
                </a:cxn>
                <a:cxn ang="0">
                  <a:pos x="connsiteX2" y="connsiteY2"/>
                </a:cxn>
              </a:cxnLst>
              <a:rect l="l" t="t" r="r" b="b"/>
              <a:pathLst>
                <a:path w="12696" h="761">
                  <a:moveTo>
                    <a:pt x="0" y="0"/>
                  </a:moveTo>
                  <a:lnTo>
                    <a:pt x="0" y="0"/>
                  </a:lnTo>
                  <a:lnTo>
                    <a:pt x="0" y="762"/>
                  </a:lnTo>
                  <a:close/>
                </a:path>
              </a:pathLst>
            </a:custGeom>
            <a:solidFill>
              <a:srgbClr val="000000"/>
            </a:solidFill>
            <a:ln w="12690" cap="flat">
              <a:noFill/>
              <a:prstDash val="solid"/>
              <a:miter/>
            </a:ln>
          </p:spPr>
          <p:txBody>
            <a:bodyPr rtlCol="0" anchor="ctr"/>
            <a:lstStyle/>
            <a:p>
              <a:endParaRPr lang="en-US" sz="1350"/>
            </a:p>
          </p:txBody>
        </p:sp>
        <p:sp>
          <p:nvSpPr>
            <p:cNvPr id="706" name="Freeform: Shape 705">
              <a:extLst>
                <a:ext uri="{FF2B5EF4-FFF2-40B4-BE49-F238E27FC236}">
                  <a16:creationId xmlns:a16="http://schemas.microsoft.com/office/drawing/2014/main" id="{B461FD70-C730-4772-9C0D-A3DBEE295955}"/>
                </a:ext>
              </a:extLst>
            </p:cNvPr>
            <p:cNvSpPr/>
            <p:nvPr/>
          </p:nvSpPr>
          <p:spPr>
            <a:xfrm>
              <a:off x="8583389" y="1882920"/>
              <a:ext cx="83084" cy="32493"/>
            </a:xfrm>
            <a:custGeom>
              <a:avLst/>
              <a:gdLst>
                <a:gd name="connsiteX0" fmla="*/ 81561 w 83084"/>
                <a:gd name="connsiteY0" fmla="*/ 32493 h 32493"/>
                <a:gd name="connsiteX1" fmla="*/ 80418 w 83084"/>
                <a:gd name="connsiteY1" fmla="*/ 32493 h 32493"/>
                <a:gd name="connsiteX2" fmla="*/ 80418 w 83084"/>
                <a:gd name="connsiteY2" fmla="*/ 32493 h 32493"/>
                <a:gd name="connsiteX3" fmla="*/ 79783 w 83084"/>
                <a:gd name="connsiteY3" fmla="*/ 31732 h 32493"/>
                <a:gd name="connsiteX4" fmla="*/ 79783 w 83084"/>
                <a:gd name="connsiteY4" fmla="*/ 30970 h 32493"/>
                <a:gd name="connsiteX5" fmla="*/ 79783 w 83084"/>
                <a:gd name="connsiteY5" fmla="*/ 30081 h 32493"/>
                <a:gd name="connsiteX6" fmla="*/ 79783 w 83084"/>
                <a:gd name="connsiteY6" fmla="*/ 29065 h 32493"/>
                <a:gd name="connsiteX7" fmla="*/ 79783 w 83084"/>
                <a:gd name="connsiteY7" fmla="*/ 29065 h 32493"/>
                <a:gd name="connsiteX8" fmla="*/ 79783 w 83084"/>
                <a:gd name="connsiteY8" fmla="*/ 22209 h 32493"/>
                <a:gd name="connsiteX9" fmla="*/ 15030 w 83084"/>
                <a:gd name="connsiteY9" fmla="*/ 2910 h 32493"/>
                <a:gd name="connsiteX10" fmla="*/ 6269 w 83084"/>
                <a:gd name="connsiteY10" fmla="*/ 244 h 32493"/>
                <a:gd name="connsiteX11" fmla="*/ 682 w 83084"/>
                <a:gd name="connsiteY11" fmla="*/ 1513 h 32493"/>
                <a:gd name="connsiteX12" fmla="*/ 48 w 83084"/>
                <a:gd name="connsiteY12" fmla="*/ 2275 h 32493"/>
                <a:gd name="connsiteX13" fmla="*/ 48 w 83084"/>
                <a:gd name="connsiteY13" fmla="*/ 3037 h 32493"/>
                <a:gd name="connsiteX14" fmla="*/ 48 w 83084"/>
                <a:gd name="connsiteY14" fmla="*/ 3037 h 32493"/>
                <a:gd name="connsiteX15" fmla="*/ 48 w 83084"/>
                <a:gd name="connsiteY15" fmla="*/ 3037 h 32493"/>
                <a:gd name="connsiteX16" fmla="*/ 48 w 83084"/>
                <a:gd name="connsiteY16" fmla="*/ 4052 h 32493"/>
                <a:gd name="connsiteX17" fmla="*/ 48 w 83084"/>
                <a:gd name="connsiteY17" fmla="*/ 4941 h 32493"/>
                <a:gd name="connsiteX18" fmla="*/ 48 w 83084"/>
                <a:gd name="connsiteY18" fmla="*/ 5830 h 32493"/>
                <a:gd name="connsiteX19" fmla="*/ 48 w 83084"/>
                <a:gd name="connsiteY19" fmla="*/ 6719 h 32493"/>
                <a:gd name="connsiteX20" fmla="*/ 682 w 83084"/>
                <a:gd name="connsiteY20" fmla="*/ 7481 h 32493"/>
                <a:gd name="connsiteX21" fmla="*/ 1698 w 83084"/>
                <a:gd name="connsiteY21" fmla="*/ 8115 h 32493"/>
                <a:gd name="connsiteX22" fmla="*/ 2460 w 83084"/>
                <a:gd name="connsiteY22" fmla="*/ 8115 h 32493"/>
                <a:gd name="connsiteX23" fmla="*/ 2460 w 83084"/>
                <a:gd name="connsiteY23" fmla="*/ 8115 h 32493"/>
                <a:gd name="connsiteX24" fmla="*/ 83085 w 83084"/>
                <a:gd name="connsiteY24" fmla="*/ 32239 h 32493"/>
                <a:gd name="connsiteX25" fmla="*/ 83085 w 83084"/>
                <a:gd name="connsiteY25" fmla="*/ 32239 h 32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83084" h="32493">
                  <a:moveTo>
                    <a:pt x="81561" y="32493"/>
                  </a:moveTo>
                  <a:lnTo>
                    <a:pt x="80418" y="32493"/>
                  </a:lnTo>
                  <a:lnTo>
                    <a:pt x="80418" y="32493"/>
                  </a:lnTo>
                  <a:lnTo>
                    <a:pt x="79783" y="31732"/>
                  </a:lnTo>
                  <a:lnTo>
                    <a:pt x="79783" y="30970"/>
                  </a:lnTo>
                  <a:cubicBezTo>
                    <a:pt x="79783" y="30970"/>
                    <a:pt x="79783" y="30335"/>
                    <a:pt x="79783" y="30081"/>
                  </a:cubicBezTo>
                  <a:cubicBezTo>
                    <a:pt x="79733" y="29751"/>
                    <a:pt x="79733" y="29395"/>
                    <a:pt x="79783" y="29065"/>
                  </a:cubicBezTo>
                  <a:lnTo>
                    <a:pt x="79783" y="29065"/>
                  </a:lnTo>
                  <a:lnTo>
                    <a:pt x="79783" y="22209"/>
                  </a:lnTo>
                  <a:lnTo>
                    <a:pt x="15030" y="2910"/>
                  </a:lnTo>
                  <a:lnTo>
                    <a:pt x="6269" y="244"/>
                  </a:lnTo>
                  <a:cubicBezTo>
                    <a:pt x="4314" y="-340"/>
                    <a:pt x="2194" y="142"/>
                    <a:pt x="682" y="1513"/>
                  </a:cubicBezTo>
                  <a:cubicBezTo>
                    <a:pt x="682" y="1513"/>
                    <a:pt x="682" y="1513"/>
                    <a:pt x="48" y="2275"/>
                  </a:cubicBezTo>
                  <a:lnTo>
                    <a:pt x="48" y="3037"/>
                  </a:lnTo>
                  <a:lnTo>
                    <a:pt x="48" y="3037"/>
                  </a:lnTo>
                  <a:cubicBezTo>
                    <a:pt x="48" y="3037"/>
                    <a:pt x="48" y="3037"/>
                    <a:pt x="48" y="3037"/>
                  </a:cubicBezTo>
                  <a:cubicBezTo>
                    <a:pt x="48" y="3037"/>
                    <a:pt x="48" y="3672"/>
                    <a:pt x="48" y="4052"/>
                  </a:cubicBezTo>
                  <a:cubicBezTo>
                    <a:pt x="48" y="4433"/>
                    <a:pt x="48" y="4052"/>
                    <a:pt x="48" y="4941"/>
                  </a:cubicBezTo>
                  <a:cubicBezTo>
                    <a:pt x="48" y="5830"/>
                    <a:pt x="48" y="5576"/>
                    <a:pt x="48" y="5830"/>
                  </a:cubicBezTo>
                  <a:cubicBezTo>
                    <a:pt x="-16" y="6122"/>
                    <a:pt x="-16" y="6427"/>
                    <a:pt x="48" y="6719"/>
                  </a:cubicBezTo>
                  <a:lnTo>
                    <a:pt x="682" y="7481"/>
                  </a:lnTo>
                  <a:lnTo>
                    <a:pt x="1698" y="8115"/>
                  </a:lnTo>
                  <a:lnTo>
                    <a:pt x="2460" y="8115"/>
                  </a:lnTo>
                  <a:lnTo>
                    <a:pt x="2460" y="8115"/>
                  </a:lnTo>
                  <a:lnTo>
                    <a:pt x="83085" y="32239"/>
                  </a:lnTo>
                  <a:lnTo>
                    <a:pt x="83085" y="32239"/>
                  </a:lnTo>
                  <a:close/>
                </a:path>
              </a:pathLst>
            </a:custGeom>
            <a:solidFill>
              <a:srgbClr val="000000"/>
            </a:solidFill>
            <a:ln w="12690" cap="flat">
              <a:noFill/>
              <a:prstDash val="solid"/>
              <a:miter/>
            </a:ln>
          </p:spPr>
          <p:txBody>
            <a:bodyPr rtlCol="0" anchor="ctr"/>
            <a:lstStyle/>
            <a:p>
              <a:endParaRPr lang="en-US" sz="1350"/>
            </a:p>
          </p:txBody>
        </p:sp>
        <p:sp>
          <p:nvSpPr>
            <p:cNvPr id="707" name="Freeform: Shape 706">
              <a:extLst>
                <a:ext uri="{FF2B5EF4-FFF2-40B4-BE49-F238E27FC236}">
                  <a16:creationId xmlns:a16="http://schemas.microsoft.com/office/drawing/2014/main" id="{2A12B2EA-5B29-4E71-BE05-43E95C9F6AE2}"/>
                </a:ext>
              </a:extLst>
            </p:cNvPr>
            <p:cNvSpPr/>
            <p:nvPr/>
          </p:nvSpPr>
          <p:spPr>
            <a:xfrm>
              <a:off x="8664443" y="1908303"/>
              <a:ext cx="93416" cy="33773"/>
            </a:xfrm>
            <a:custGeom>
              <a:avLst/>
              <a:gdLst>
                <a:gd name="connsiteX0" fmla="*/ 1904 w 93416"/>
                <a:gd name="connsiteY0" fmla="*/ 7491 h 33773"/>
                <a:gd name="connsiteX1" fmla="*/ 0 w 93416"/>
                <a:gd name="connsiteY1" fmla="*/ 7491 h 33773"/>
                <a:gd name="connsiteX2" fmla="*/ 0 w 93416"/>
                <a:gd name="connsiteY2" fmla="*/ 7491 h 33773"/>
                <a:gd name="connsiteX3" fmla="*/ 77705 w 93416"/>
                <a:gd name="connsiteY3" fmla="*/ 31107 h 33773"/>
                <a:gd name="connsiteX4" fmla="*/ 82783 w 93416"/>
                <a:gd name="connsiteY4" fmla="*/ 32630 h 33773"/>
                <a:gd name="connsiteX5" fmla="*/ 86465 w 93416"/>
                <a:gd name="connsiteY5" fmla="*/ 33773 h 33773"/>
                <a:gd name="connsiteX6" fmla="*/ 88242 w 93416"/>
                <a:gd name="connsiteY6" fmla="*/ 33773 h 33773"/>
                <a:gd name="connsiteX7" fmla="*/ 93321 w 93416"/>
                <a:gd name="connsiteY7" fmla="*/ 30345 h 33773"/>
                <a:gd name="connsiteX8" fmla="*/ 93321 w 93416"/>
                <a:gd name="connsiteY8" fmla="*/ 28568 h 33773"/>
                <a:gd name="connsiteX9" fmla="*/ 93321 w 93416"/>
                <a:gd name="connsiteY9" fmla="*/ 27806 h 33773"/>
                <a:gd name="connsiteX10" fmla="*/ 93321 w 93416"/>
                <a:gd name="connsiteY10" fmla="*/ 27806 h 33773"/>
                <a:gd name="connsiteX11" fmla="*/ 93321 w 93416"/>
                <a:gd name="connsiteY11" fmla="*/ 26917 h 33773"/>
                <a:gd name="connsiteX12" fmla="*/ 93321 w 93416"/>
                <a:gd name="connsiteY12" fmla="*/ 26155 h 33773"/>
                <a:gd name="connsiteX13" fmla="*/ 93321 w 93416"/>
                <a:gd name="connsiteY13" fmla="*/ 26155 h 33773"/>
                <a:gd name="connsiteX14" fmla="*/ 93321 w 93416"/>
                <a:gd name="connsiteY14" fmla="*/ 25393 h 33773"/>
                <a:gd name="connsiteX15" fmla="*/ 92560 w 93416"/>
                <a:gd name="connsiteY15" fmla="*/ 25393 h 33773"/>
                <a:gd name="connsiteX16" fmla="*/ 92560 w 93416"/>
                <a:gd name="connsiteY16" fmla="*/ 25393 h 33773"/>
                <a:gd name="connsiteX17" fmla="*/ 91417 w 93416"/>
                <a:gd name="connsiteY17" fmla="*/ 25393 h 33773"/>
                <a:gd name="connsiteX18" fmla="*/ 91417 w 93416"/>
                <a:gd name="connsiteY18" fmla="*/ 25393 h 33773"/>
                <a:gd name="connsiteX19" fmla="*/ 8507 w 93416"/>
                <a:gd name="connsiteY19" fmla="*/ 0 h 33773"/>
                <a:gd name="connsiteX20" fmla="*/ 8507 w 93416"/>
                <a:gd name="connsiteY20" fmla="*/ 3555 h 33773"/>
                <a:gd name="connsiteX21" fmla="*/ 2628 w 93416"/>
                <a:gd name="connsiteY21" fmla="*/ 7669 h 33773"/>
                <a:gd name="connsiteX22" fmla="*/ 1904 w 93416"/>
                <a:gd name="connsiteY22" fmla="*/ 7491 h 337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3416" h="33773">
                  <a:moveTo>
                    <a:pt x="1904" y="7491"/>
                  </a:moveTo>
                  <a:cubicBezTo>
                    <a:pt x="1282" y="7643"/>
                    <a:pt x="622" y="7643"/>
                    <a:pt x="0" y="7491"/>
                  </a:cubicBezTo>
                  <a:lnTo>
                    <a:pt x="0" y="7491"/>
                  </a:lnTo>
                  <a:lnTo>
                    <a:pt x="77705" y="31107"/>
                  </a:lnTo>
                  <a:lnTo>
                    <a:pt x="82783" y="32630"/>
                  </a:lnTo>
                  <a:lnTo>
                    <a:pt x="86465" y="33773"/>
                  </a:lnTo>
                  <a:lnTo>
                    <a:pt x="88242" y="33773"/>
                  </a:lnTo>
                  <a:cubicBezTo>
                    <a:pt x="90477" y="33773"/>
                    <a:pt x="92484" y="32414"/>
                    <a:pt x="93321" y="30345"/>
                  </a:cubicBezTo>
                  <a:cubicBezTo>
                    <a:pt x="93448" y="29761"/>
                    <a:pt x="93448" y="29152"/>
                    <a:pt x="93321" y="28568"/>
                  </a:cubicBezTo>
                  <a:cubicBezTo>
                    <a:pt x="93321" y="28568"/>
                    <a:pt x="93321" y="28568"/>
                    <a:pt x="93321" y="27806"/>
                  </a:cubicBezTo>
                  <a:lnTo>
                    <a:pt x="93321" y="27806"/>
                  </a:lnTo>
                  <a:cubicBezTo>
                    <a:pt x="93397" y="27514"/>
                    <a:pt x="93397" y="27209"/>
                    <a:pt x="93321" y="26917"/>
                  </a:cubicBezTo>
                  <a:lnTo>
                    <a:pt x="93321" y="26155"/>
                  </a:lnTo>
                  <a:lnTo>
                    <a:pt x="93321" y="26155"/>
                  </a:lnTo>
                  <a:lnTo>
                    <a:pt x="93321" y="25393"/>
                  </a:lnTo>
                  <a:lnTo>
                    <a:pt x="92560" y="25393"/>
                  </a:lnTo>
                  <a:lnTo>
                    <a:pt x="92560" y="25393"/>
                  </a:lnTo>
                  <a:lnTo>
                    <a:pt x="91417" y="25393"/>
                  </a:lnTo>
                  <a:lnTo>
                    <a:pt x="91417" y="25393"/>
                  </a:lnTo>
                  <a:lnTo>
                    <a:pt x="8507" y="0"/>
                  </a:lnTo>
                  <a:lnTo>
                    <a:pt x="8507" y="3555"/>
                  </a:lnTo>
                  <a:cubicBezTo>
                    <a:pt x="8024" y="6323"/>
                    <a:pt x="5383" y="8164"/>
                    <a:pt x="2628" y="7669"/>
                  </a:cubicBezTo>
                  <a:cubicBezTo>
                    <a:pt x="2374" y="7630"/>
                    <a:pt x="2133" y="7567"/>
                    <a:pt x="1904" y="7491"/>
                  </a:cubicBezTo>
                  <a:close/>
                </a:path>
              </a:pathLst>
            </a:custGeom>
            <a:solidFill>
              <a:srgbClr val="000000"/>
            </a:solidFill>
            <a:ln w="12690" cap="flat">
              <a:noFill/>
              <a:prstDash val="solid"/>
              <a:miter/>
            </a:ln>
          </p:spPr>
          <p:txBody>
            <a:bodyPr rtlCol="0" anchor="ctr"/>
            <a:lstStyle/>
            <a:p>
              <a:endParaRPr lang="en-US" sz="1350"/>
            </a:p>
          </p:txBody>
        </p:sp>
        <p:sp>
          <p:nvSpPr>
            <p:cNvPr id="708" name="Freeform: Shape 707">
              <a:extLst>
                <a:ext uri="{FF2B5EF4-FFF2-40B4-BE49-F238E27FC236}">
                  <a16:creationId xmlns:a16="http://schemas.microsoft.com/office/drawing/2014/main" id="{949618D4-43B2-4C4E-82D6-09D3C6FF7EB4}"/>
                </a:ext>
              </a:extLst>
            </p:cNvPr>
            <p:cNvSpPr/>
            <p:nvPr/>
          </p:nvSpPr>
          <p:spPr>
            <a:xfrm>
              <a:off x="4270785" y="33761"/>
              <a:ext cx="9951" cy="613971"/>
            </a:xfrm>
            <a:custGeom>
              <a:avLst/>
              <a:gdLst>
                <a:gd name="connsiteX0" fmla="*/ 9951 w 9951"/>
                <a:gd name="connsiteY0" fmla="*/ 609823 h 613971"/>
                <a:gd name="connsiteX1" fmla="*/ 9951 w 9951"/>
                <a:gd name="connsiteY1" fmla="*/ 3428 h 613971"/>
                <a:gd name="connsiteX2" fmla="*/ 9951 w 9951"/>
                <a:gd name="connsiteY2" fmla="*/ 2666 h 613971"/>
                <a:gd name="connsiteX3" fmla="*/ 9951 w 9951"/>
                <a:gd name="connsiteY3" fmla="*/ 1651 h 613971"/>
                <a:gd name="connsiteX4" fmla="*/ 9316 w 9951"/>
                <a:gd name="connsiteY4" fmla="*/ 762 h 613971"/>
                <a:gd name="connsiteX5" fmla="*/ 9316 w 9951"/>
                <a:gd name="connsiteY5" fmla="*/ 0 h 613971"/>
                <a:gd name="connsiteX6" fmla="*/ 8427 w 9951"/>
                <a:gd name="connsiteY6" fmla="*/ 0 h 613971"/>
                <a:gd name="connsiteX7" fmla="*/ 7539 w 9951"/>
                <a:gd name="connsiteY7" fmla="*/ 0 h 613971"/>
                <a:gd name="connsiteX8" fmla="*/ 6904 w 9951"/>
                <a:gd name="connsiteY8" fmla="*/ 0 h 613971"/>
                <a:gd name="connsiteX9" fmla="*/ 5507 w 9951"/>
                <a:gd name="connsiteY9" fmla="*/ 0 h 613971"/>
                <a:gd name="connsiteX10" fmla="*/ 4745 w 9951"/>
                <a:gd name="connsiteY10" fmla="*/ 0 h 613971"/>
                <a:gd name="connsiteX11" fmla="*/ 3476 w 9951"/>
                <a:gd name="connsiteY11" fmla="*/ 0 h 613971"/>
                <a:gd name="connsiteX12" fmla="*/ 2587 w 9951"/>
                <a:gd name="connsiteY12" fmla="*/ 0 h 613971"/>
                <a:gd name="connsiteX13" fmla="*/ 48 w 9951"/>
                <a:gd name="connsiteY13" fmla="*/ 4063 h 613971"/>
                <a:gd name="connsiteX14" fmla="*/ 48 w 9951"/>
                <a:gd name="connsiteY14" fmla="*/ 610458 h 613971"/>
                <a:gd name="connsiteX15" fmla="*/ 48 w 9951"/>
                <a:gd name="connsiteY15" fmla="*/ 610458 h 613971"/>
                <a:gd name="connsiteX16" fmla="*/ 48 w 9951"/>
                <a:gd name="connsiteY16" fmla="*/ 611600 h 613971"/>
                <a:gd name="connsiteX17" fmla="*/ 48 w 9951"/>
                <a:gd name="connsiteY17" fmla="*/ 612362 h 613971"/>
                <a:gd name="connsiteX18" fmla="*/ 682 w 9951"/>
                <a:gd name="connsiteY18" fmla="*/ 613124 h 613971"/>
                <a:gd name="connsiteX19" fmla="*/ 682 w 9951"/>
                <a:gd name="connsiteY19" fmla="*/ 613886 h 613971"/>
                <a:gd name="connsiteX20" fmla="*/ 1571 w 9951"/>
                <a:gd name="connsiteY20" fmla="*/ 613886 h 613971"/>
                <a:gd name="connsiteX21" fmla="*/ 2460 w 9951"/>
                <a:gd name="connsiteY21" fmla="*/ 613886 h 613971"/>
                <a:gd name="connsiteX22" fmla="*/ 4365 w 9951"/>
                <a:gd name="connsiteY22" fmla="*/ 613886 h 613971"/>
                <a:gd name="connsiteX23" fmla="*/ 9951 w 9951"/>
                <a:gd name="connsiteY23" fmla="*/ 609823 h 6139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9951" h="613971">
                  <a:moveTo>
                    <a:pt x="9951" y="609823"/>
                  </a:moveTo>
                  <a:lnTo>
                    <a:pt x="9951" y="3428"/>
                  </a:lnTo>
                  <a:cubicBezTo>
                    <a:pt x="9951" y="3428"/>
                    <a:pt x="9951" y="3428"/>
                    <a:pt x="9951" y="2666"/>
                  </a:cubicBezTo>
                  <a:cubicBezTo>
                    <a:pt x="9951" y="1905"/>
                    <a:pt x="9951" y="2032"/>
                    <a:pt x="9951" y="1651"/>
                  </a:cubicBezTo>
                  <a:cubicBezTo>
                    <a:pt x="9811" y="1308"/>
                    <a:pt x="9595" y="1003"/>
                    <a:pt x="9316" y="762"/>
                  </a:cubicBezTo>
                  <a:cubicBezTo>
                    <a:pt x="9354" y="508"/>
                    <a:pt x="9354" y="254"/>
                    <a:pt x="9316" y="0"/>
                  </a:cubicBezTo>
                  <a:lnTo>
                    <a:pt x="8427" y="0"/>
                  </a:lnTo>
                  <a:lnTo>
                    <a:pt x="7539" y="0"/>
                  </a:lnTo>
                  <a:lnTo>
                    <a:pt x="6904" y="0"/>
                  </a:lnTo>
                  <a:lnTo>
                    <a:pt x="5507" y="0"/>
                  </a:lnTo>
                  <a:lnTo>
                    <a:pt x="4745" y="0"/>
                  </a:lnTo>
                  <a:lnTo>
                    <a:pt x="3476" y="0"/>
                  </a:lnTo>
                  <a:lnTo>
                    <a:pt x="2587" y="0"/>
                  </a:lnTo>
                  <a:cubicBezTo>
                    <a:pt x="1063" y="787"/>
                    <a:pt x="86" y="2349"/>
                    <a:pt x="48" y="4063"/>
                  </a:cubicBezTo>
                  <a:lnTo>
                    <a:pt x="48" y="610458"/>
                  </a:lnTo>
                  <a:lnTo>
                    <a:pt x="48" y="610458"/>
                  </a:lnTo>
                  <a:cubicBezTo>
                    <a:pt x="-16" y="610838"/>
                    <a:pt x="-16" y="611219"/>
                    <a:pt x="48" y="611600"/>
                  </a:cubicBezTo>
                  <a:cubicBezTo>
                    <a:pt x="-3" y="611854"/>
                    <a:pt x="-3" y="612108"/>
                    <a:pt x="48" y="612362"/>
                  </a:cubicBezTo>
                  <a:lnTo>
                    <a:pt x="682" y="613124"/>
                  </a:lnTo>
                  <a:cubicBezTo>
                    <a:pt x="644" y="613378"/>
                    <a:pt x="644" y="613632"/>
                    <a:pt x="682" y="613886"/>
                  </a:cubicBezTo>
                  <a:lnTo>
                    <a:pt x="1571" y="613886"/>
                  </a:lnTo>
                  <a:lnTo>
                    <a:pt x="2460" y="613886"/>
                  </a:lnTo>
                  <a:cubicBezTo>
                    <a:pt x="3095" y="614000"/>
                    <a:pt x="3729" y="614000"/>
                    <a:pt x="4365" y="613886"/>
                  </a:cubicBezTo>
                  <a:cubicBezTo>
                    <a:pt x="6980" y="614140"/>
                    <a:pt x="9380" y="612400"/>
                    <a:pt x="9951" y="609823"/>
                  </a:cubicBezTo>
                  <a:close/>
                </a:path>
              </a:pathLst>
            </a:custGeom>
            <a:solidFill>
              <a:srgbClr val="000000"/>
            </a:solidFill>
            <a:ln w="12690" cap="flat">
              <a:noFill/>
              <a:prstDash val="solid"/>
              <a:miter/>
            </a:ln>
          </p:spPr>
          <p:txBody>
            <a:bodyPr rtlCol="0" anchor="ctr"/>
            <a:lstStyle/>
            <a:p>
              <a:endParaRPr lang="en-US" sz="1350"/>
            </a:p>
          </p:txBody>
        </p:sp>
        <p:sp>
          <p:nvSpPr>
            <p:cNvPr id="714" name="Freeform: Shape 713">
              <a:extLst>
                <a:ext uri="{FF2B5EF4-FFF2-40B4-BE49-F238E27FC236}">
                  <a16:creationId xmlns:a16="http://schemas.microsoft.com/office/drawing/2014/main" id="{2A9D05B7-39EA-4BC1-B9BF-34B3C71B4EDB}"/>
                </a:ext>
              </a:extLst>
            </p:cNvPr>
            <p:cNvSpPr/>
            <p:nvPr/>
          </p:nvSpPr>
          <p:spPr>
            <a:xfrm>
              <a:off x="4127359" y="152730"/>
              <a:ext cx="10459" cy="191726"/>
            </a:xfrm>
            <a:custGeom>
              <a:avLst/>
              <a:gdLst>
                <a:gd name="connsiteX0" fmla="*/ 5460 w 10459"/>
                <a:gd name="connsiteY0" fmla="*/ 4952 h 191726"/>
                <a:gd name="connsiteX1" fmla="*/ 0 w 10459"/>
                <a:gd name="connsiteY1" fmla="*/ 13 h 191726"/>
                <a:gd name="connsiteX2" fmla="*/ 0 w 10459"/>
                <a:gd name="connsiteY2" fmla="*/ 0 h 191726"/>
                <a:gd name="connsiteX3" fmla="*/ 0 w 10459"/>
                <a:gd name="connsiteY3" fmla="*/ 186768 h 191726"/>
                <a:gd name="connsiteX4" fmla="*/ 5447 w 10459"/>
                <a:gd name="connsiteY4" fmla="*/ 191720 h 191726"/>
                <a:gd name="connsiteX5" fmla="*/ 5460 w 10459"/>
                <a:gd name="connsiteY5" fmla="*/ 191720 h 191726"/>
                <a:gd name="connsiteX6" fmla="*/ 9142 w 10459"/>
                <a:gd name="connsiteY6" fmla="*/ 190323 h 191726"/>
                <a:gd name="connsiteX7" fmla="*/ 9777 w 10459"/>
                <a:gd name="connsiteY7" fmla="*/ 189562 h 191726"/>
                <a:gd name="connsiteX8" fmla="*/ 10411 w 10459"/>
                <a:gd name="connsiteY8" fmla="*/ 188800 h 191726"/>
                <a:gd name="connsiteX9" fmla="*/ 10411 w 10459"/>
                <a:gd name="connsiteY9" fmla="*/ 188038 h 191726"/>
                <a:gd name="connsiteX10" fmla="*/ 10411 w 10459"/>
                <a:gd name="connsiteY10" fmla="*/ 186895 h 191726"/>
                <a:gd name="connsiteX11" fmla="*/ 10411 w 10459"/>
                <a:gd name="connsiteY11" fmla="*/ 186895 h 191726"/>
                <a:gd name="connsiteX12" fmla="*/ 10411 w 10459"/>
                <a:gd name="connsiteY12" fmla="*/ 0 h 191726"/>
                <a:gd name="connsiteX13" fmla="*/ 5460 w 10459"/>
                <a:gd name="connsiteY13" fmla="*/ 4952 h 191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459" h="191726">
                  <a:moveTo>
                    <a:pt x="5460" y="4952"/>
                  </a:moveTo>
                  <a:cubicBezTo>
                    <a:pt x="2590" y="5091"/>
                    <a:pt x="140" y="2882"/>
                    <a:pt x="0" y="13"/>
                  </a:cubicBezTo>
                  <a:cubicBezTo>
                    <a:pt x="0" y="13"/>
                    <a:pt x="0" y="0"/>
                    <a:pt x="0" y="0"/>
                  </a:cubicBezTo>
                  <a:lnTo>
                    <a:pt x="0" y="186768"/>
                  </a:lnTo>
                  <a:cubicBezTo>
                    <a:pt x="140" y="189638"/>
                    <a:pt x="2577" y="191860"/>
                    <a:pt x="5447" y="191720"/>
                  </a:cubicBezTo>
                  <a:cubicBezTo>
                    <a:pt x="5447" y="191720"/>
                    <a:pt x="5460" y="191720"/>
                    <a:pt x="5460" y="191720"/>
                  </a:cubicBezTo>
                  <a:cubicBezTo>
                    <a:pt x="6818" y="191720"/>
                    <a:pt x="8126" y="191225"/>
                    <a:pt x="9142" y="190323"/>
                  </a:cubicBezTo>
                  <a:lnTo>
                    <a:pt x="9777" y="189562"/>
                  </a:lnTo>
                  <a:lnTo>
                    <a:pt x="10411" y="188800"/>
                  </a:lnTo>
                  <a:cubicBezTo>
                    <a:pt x="10411" y="188800"/>
                    <a:pt x="10411" y="188800"/>
                    <a:pt x="10411" y="188038"/>
                  </a:cubicBezTo>
                  <a:cubicBezTo>
                    <a:pt x="10475" y="187657"/>
                    <a:pt x="10475" y="187276"/>
                    <a:pt x="10411" y="186895"/>
                  </a:cubicBezTo>
                  <a:lnTo>
                    <a:pt x="10411" y="186895"/>
                  </a:lnTo>
                  <a:lnTo>
                    <a:pt x="10411" y="0"/>
                  </a:lnTo>
                  <a:cubicBezTo>
                    <a:pt x="10348" y="2704"/>
                    <a:pt x="8164" y="4888"/>
                    <a:pt x="5460" y="4952"/>
                  </a:cubicBezTo>
                  <a:close/>
                </a:path>
              </a:pathLst>
            </a:custGeom>
            <a:solidFill>
              <a:srgbClr val="000000"/>
            </a:solidFill>
            <a:ln w="12690" cap="flat">
              <a:noFill/>
              <a:prstDash val="solid"/>
              <a:miter/>
            </a:ln>
          </p:spPr>
          <p:txBody>
            <a:bodyPr rtlCol="0" anchor="ctr"/>
            <a:lstStyle/>
            <a:p>
              <a:endParaRPr lang="en-US" sz="1350"/>
            </a:p>
          </p:txBody>
        </p:sp>
        <p:sp>
          <p:nvSpPr>
            <p:cNvPr id="715" name="Freeform: Shape 714">
              <a:extLst>
                <a:ext uri="{FF2B5EF4-FFF2-40B4-BE49-F238E27FC236}">
                  <a16:creationId xmlns:a16="http://schemas.microsoft.com/office/drawing/2014/main" id="{183C82C2-1DF9-445F-8AAC-4001E0F304D4}"/>
                </a:ext>
              </a:extLst>
            </p:cNvPr>
            <p:cNvSpPr/>
            <p:nvPr/>
          </p:nvSpPr>
          <p:spPr>
            <a:xfrm>
              <a:off x="8660341" y="1814474"/>
              <a:ext cx="9081" cy="99266"/>
            </a:xfrm>
            <a:custGeom>
              <a:avLst/>
              <a:gdLst>
                <a:gd name="connsiteX0" fmla="*/ 4609 w 9081"/>
                <a:gd name="connsiteY0" fmla="*/ 1397 h 99266"/>
                <a:gd name="connsiteX1" fmla="*/ 3466 w 9081"/>
                <a:gd name="connsiteY1" fmla="*/ 1397 h 99266"/>
                <a:gd name="connsiteX2" fmla="*/ 2451 w 9081"/>
                <a:gd name="connsiteY2" fmla="*/ 1397 h 99266"/>
                <a:gd name="connsiteX3" fmla="*/ 38 w 9081"/>
                <a:gd name="connsiteY3" fmla="*/ 5459 h 99266"/>
                <a:gd name="connsiteX4" fmla="*/ 38 w 9081"/>
                <a:gd name="connsiteY4" fmla="*/ 95733 h 99266"/>
                <a:gd name="connsiteX5" fmla="*/ 38 w 9081"/>
                <a:gd name="connsiteY5" fmla="*/ 95733 h 99266"/>
                <a:gd name="connsiteX6" fmla="*/ 38 w 9081"/>
                <a:gd name="connsiteY6" fmla="*/ 96749 h 99266"/>
                <a:gd name="connsiteX7" fmla="*/ 38 w 9081"/>
                <a:gd name="connsiteY7" fmla="*/ 97638 h 99266"/>
                <a:gd name="connsiteX8" fmla="*/ 38 w 9081"/>
                <a:gd name="connsiteY8" fmla="*/ 98399 h 99266"/>
                <a:gd name="connsiteX9" fmla="*/ 673 w 9081"/>
                <a:gd name="connsiteY9" fmla="*/ 99161 h 99266"/>
                <a:gd name="connsiteX10" fmla="*/ 673 w 9081"/>
                <a:gd name="connsiteY10" fmla="*/ 99161 h 99266"/>
                <a:gd name="connsiteX11" fmla="*/ 1816 w 9081"/>
                <a:gd name="connsiteY11" fmla="*/ 99161 h 99266"/>
                <a:gd name="connsiteX12" fmla="*/ 3720 w 9081"/>
                <a:gd name="connsiteY12" fmla="*/ 99161 h 99266"/>
                <a:gd name="connsiteX13" fmla="*/ 9053 w 9081"/>
                <a:gd name="connsiteY13" fmla="*/ 94349 h 99266"/>
                <a:gd name="connsiteX14" fmla="*/ 9053 w 9081"/>
                <a:gd name="connsiteY14" fmla="*/ 94336 h 99266"/>
                <a:gd name="connsiteX15" fmla="*/ 9053 w 9081"/>
                <a:gd name="connsiteY15" fmla="*/ 4063 h 99266"/>
                <a:gd name="connsiteX16" fmla="*/ 9053 w 9081"/>
                <a:gd name="connsiteY16" fmla="*/ 3301 h 99266"/>
                <a:gd name="connsiteX17" fmla="*/ 9053 w 9081"/>
                <a:gd name="connsiteY17" fmla="*/ 2285 h 99266"/>
                <a:gd name="connsiteX18" fmla="*/ 9053 w 9081"/>
                <a:gd name="connsiteY18" fmla="*/ 1270 h 99266"/>
                <a:gd name="connsiteX19" fmla="*/ 9053 w 9081"/>
                <a:gd name="connsiteY19" fmla="*/ 635 h 99266"/>
                <a:gd name="connsiteX20" fmla="*/ 8037 w 9081"/>
                <a:gd name="connsiteY20" fmla="*/ 0 h 99266"/>
                <a:gd name="connsiteX21" fmla="*/ 7402 w 9081"/>
                <a:gd name="connsiteY21" fmla="*/ 0 h 99266"/>
                <a:gd name="connsiteX22" fmla="*/ 6514 w 9081"/>
                <a:gd name="connsiteY22" fmla="*/ 0 h 99266"/>
                <a:gd name="connsiteX23" fmla="*/ 5371 w 9081"/>
                <a:gd name="connsiteY23" fmla="*/ 0 h 99266"/>
                <a:gd name="connsiteX24" fmla="*/ 4609 w 9081"/>
                <a:gd name="connsiteY24" fmla="*/ 0 h 992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081" h="99266">
                  <a:moveTo>
                    <a:pt x="4609" y="1397"/>
                  </a:moveTo>
                  <a:lnTo>
                    <a:pt x="3466" y="1397"/>
                  </a:lnTo>
                  <a:lnTo>
                    <a:pt x="2451" y="1397"/>
                  </a:lnTo>
                  <a:cubicBezTo>
                    <a:pt x="991" y="2235"/>
                    <a:pt x="76" y="3784"/>
                    <a:pt x="38" y="5459"/>
                  </a:cubicBezTo>
                  <a:lnTo>
                    <a:pt x="38" y="95733"/>
                  </a:lnTo>
                  <a:lnTo>
                    <a:pt x="38" y="95733"/>
                  </a:lnTo>
                  <a:cubicBezTo>
                    <a:pt x="-13" y="96063"/>
                    <a:pt x="-13" y="96419"/>
                    <a:pt x="38" y="96749"/>
                  </a:cubicBezTo>
                  <a:cubicBezTo>
                    <a:pt x="38" y="96749"/>
                    <a:pt x="38" y="97384"/>
                    <a:pt x="38" y="97638"/>
                  </a:cubicBezTo>
                  <a:lnTo>
                    <a:pt x="38" y="98399"/>
                  </a:lnTo>
                  <a:lnTo>
                    <a:pt x="673" y="99161"/>
                  </a:lnTo>
                  <a:lnTo>
                    <a:pt x="673" y="99161"/>
                  </a:lnTo>
                  <a:lnTo>
                    <a:pt x="1816" y="99161"/>
                  </a:lnTo>
                  <a:cubicBezTo>
                    <a:pt x="2438" y="99301"/>
                    <a:pt x="3098" y="99301"/>
                    <a:pt x="3720" y="99161"/>
                  </a:cubicBezTo>
                  <a:cubicBezTo>
                    <a:pt x="6526" y="99301"/>
                    <a:pt x="8913" y="97155"/>
                    <a:pt x="9053" y="94349"/>
                  </a:cubicBezTo>
                  <a:cubicBezTo>
                    <a:pt x="9053" y="94349"/>
                    <a:pt x="9053" y="94336"/>
                    <a:pt x="9053" y="94336"/>
                  </a:cubicBezTo>
                  <a:lnTo>
                    <a:pt x="9053" y="4063"/>
                  </a:lnTo>
                  <a:cubicBezTo>
                    <a:pt x="9053" y="4063"/>
                    <a:pt x="9053" y="4063"/>
                    <a:pt x="9053" y="3301"/>
                  </a:cubicBezTo>
                  <a:lnTo>
                    <a:pt x="9053" y="2285"/>
                  </a:lnTo>
                  <a:cubicBezTo>
                    <a:pt x="9091" y="1943"/>
                    <a:pt x="9091" y="1613"/>
                    <a:pt x="9053" y="1270"/>
                  </a:cubicBezTo>
                  <a:lnTo>
                    <a:pt x="9053" y="635"/>
                  </a:lnTo>
                  <a:lnTo>
                    <a:pt x="8037" y="0"/>
                  </a:lnTo>
                  <a:cubicBezTo>
                    <a:pt x="8037" y="0"/>
                    <a:pt x="8037" y="0"/>
                    <a:pt x="7402" y="0"/>
                  </a:cubicBezTo>
                  <a:lnTo>
                    <a:pt x="6514" y="0"/>
                  </a:lnTo>
                  <a:lnTo>
                    <a:pt x="5371" y="0"/>
                  </a:lnTo>
                  <a:lnTo>
                    <a:pt x="4609" y="0"/>
                  </a:lnTo>
                  <a:close/>
                </a:path>
              </a:pathLst>
            </a:custGeom>
            <a:solidFill>
              <a:srgbClr val="000000"/>
            </a:solidFill>
            <a:ln w="12690" cap="flat">
              <a:noFill/>
              <a:prstDash val="solid"/>
              <a:miter/>
            </a:ln>
          </p:spPr>
          <p:txBody>
            <a:bodyPr rtlCol="0" anchor="ctr"/>
            <a:lstStyle/>
            <a:p>
              <a:endParaRPr lang="en-US" sz="1350"/>
            </a:p>
          </p:txBody>
        </p:sp>
        <p:sp>
          <p:nvSpPr>
            <p:cNvPr id="716" name="Freeform: Shape 715">
              <a:extLst>
                <a:ext uri="{FF2B5EF4-FFF2-40B4-BE49-F238E27FC236}">
                  <a16:creationId xmlns:a16="http://schemas.microsoft.com/office/drawing/2014/main" id="{1DFCC81D-0F06-4C36-B7F7-8B0DF020A3FF}"/>
                </a:ext>
              </a:extLst>
            </p:cNvPr>
            <p:cNvSpPr/>
            <p:nvPr/>
          </p:nvSpPr>
          <p:spPr>
            <a:xfrm>
              <a:off x="9064646" y="1248709"/>
              <a:ext cx="89130" cy="35043"/>
            </a:xfrm>
            <a:custGeom>
              <a:avLst/>
              <a:gdLst>
                <a:gd name="connsiteX0" fmla="*/ 83672 w 89130"/>
                <a:gd name="connsiteY0" fmla="*/ 34916 h 35043"/>
                <a:gd name="connsiteX1" fmla="*/ 88878 w 89130"/>
                <a:gd name="connsiteY1" fmla="*/ 31488 h 35043"/>
                <a:gd name="connsiteX2" fmla="*/ 85932 w 89130"/>
                <a:gd name="connsiteY2" fmla="*/ 25533 h 35043"/>
                <a:gd name="connsiteX3" fmla="*/ 85450 w 89130"/>
                <a:gd name="connsiteY3" fmla="*/ 25393 h 35043"/>
                <a:gd name="connsiteX4" fmla="*/ 85450 w 89130"/>
                <a:gd name="connsiteY4" fmla="*/ 25393 h 35043"/>
                <a:gd name="connsiteX5" fmla="*/ 2412 w 89130"/>
                <a:gd name="connsiteY5" fmla="*/ 0 h 35043"/>
                <a:gd name="connsiteX6" fmla="*/ 2412 w 89130"/>
                <a:gd name="connsiteY6" fmla="*/ 0 h 35043"/>
                <a:gd name="connsiteX7" fmla="*/ 6603 w 89130"/>
                <a:gd name="connsiteY7" fmla="*/ 5333 h 35043"/>
                <a:gd name="connsiteX8" fmla="*/ 1143 w 89130"/>
                <a:gd name="connsiteY8" fmla="*/ 9650 h 35043"/>
                <a:gd name="connsiteX9" fmla="*/ 0 w 89130"/>
                <a:gd name="connsiteY9" fmla="*/ 9650 h 35043"/>
                <a:gd name="connsiteX10" fmla="*/ 82911 w 89130"/>
                <a:gd name="connsiteY10" fmla="*/ 35043 h 35043"/>
                <a:gd name="connsiteX11" fmla="*/ 82911 w 89130"/>
                <a:gd name="connsiteY11" fmla="*/ 35043 h 350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89130" h="35043">
                  <a:moveTo>
                    <a:pt x="83672" y="34916"/>
                  </a:moveTo>
                  <a:cubicBezTo>
                    <a:pt x="85958" y="34979"/>
                    <a:pt x="88028" y="33608"/>
                    <a:pt x="88878" y="31488"/>
                  </a:cubicBezTo>
                  <a:cubicBezTo>
                    <a:pt x="89716" y="29025"/>
                    <a:pt x="88396" y="26358"/>
                    <a:pt x="85932" y="25533"/>
                  </a:cubicBezTo>
                  <a:cubicBezTo>
                    <a:pt x="85780" y="25470"/>
                    <a:pt x="85615" y="25431"/>
                    <a:pt x="85450" y="25393"/>
                  </a:cubicBezTo>
                  <a:lnTo>
                    <a:pt x="85450" y="25393"/>
                  </a:lnTo>
                  <a:lnTo>
                    <a:pt x="2412" y="0"/>
                  </a:lnTo>
                  <a:lnTo>
                    <a:pt x="2412" y="0"/>
                  </a:lnTo>
                  <a:cubicBezTo>
                    <a:pt x="4964" y="444"/>
                    <a:pt x="6768" y="2743"/>
                    <a:pt x="6603" y="5333"/>
                  </a:cubicBezTo>
                  <a:cubicBezTo>
                    <a:pt x="6107" y="7923"/>
                    <a:pt x="3784" y="9764"/>
                    <a:pt x="1143" y="9650"/>
                  </a:cubicBezTo>
                  <a:lnTo>
                    <a:pt x="0" y="9650"/>
                  </a:lnTo>
                  <a:lnTo>
                    <a:pt x="82911" y="35043"/>
                  </a:lnTo>
                  <a:lnTo>
                    <a:pt x="82911" y="35043"/>
                  </a:lnTo>
                  <a:close/>
                </a:path>
              </a:pathLst>
            </a:custGeom>
            <a:solidFill>
              <a:srgbClr val="000000"/>
            </a:solidFill>
            <a:ln w="12690" cap="flat">
              <a:noFill/>
              <a:prstDash val="solid"/>
              <a:miter/>
            </a:ln>
          </p:spPr>
          <p:txBody>
            <a:bodyPr rtlCol="0" anchor="ctr"/>
            <a:lstStyle/>
            <a:p>
              <a:endParaRPr lang="en-US" sz="1350"/>
            </a:p>
          </p:txBody>
        </p:sp>
        <p:sp>
          <p:nvSpPr>
            <p:cNvPr id="717" name="Freeform: Shape 716">
              <a:extLst>
                <a:ext uri="{FF2B5EF4-FFF2-40B4-BE49-F238E27FC236}">
                  <a16:creationId xmlns:a16="http://schemas.microsoft.com/office/drawing/2014/main" id="{77DB7119-EAA1-4164-A8E2-48DCB639408E}"/>
                </a:ext>
              </a:extLst>
            </p:cNvPr>
            <p:cNvSpPr/>
            <p:nvPr/>
          </p:nvSpPr>
          <p:spPr>
            <a:xfrm>
              <a:off x="7762587" y="1114886"/>
              <a:ext cx="1307783" cy="143350"/>
            </a:xfrm>
            <a:custGeom>
              <a:avLst/>
              <a:gdLst>
                <a:gd name="connsiteX0" fmla="*/ 1302313 w 1307783"/>
                <a:gd name="connsiteY0" fmla="*/ 143346 h 143350"/>
                <a:gd name="connsiteX1" fmla="*/ 1307773 w 1307783"/>
                <a:gd name="connsiteY1" fmla="*/ 139029 h 143350"/>
                <a:gd name="connsiteX2" fmla="*/ 1303583 w 1307783"/>
                <a:gd name="connsiteY2" fmla="*/ 133696 h 143350"/>
                <a:gd name="connsiteX3" fmla="*/ 1302948 w 1307783"/>
                <a:gd name="connsiteY3" fmla="*/ 133696 h 143350"/>
                <a:gd name="connsiteX4" fmla="*/ 12570 w 1307783"/>
                <a:gd name="connsiteY4" fmla="*/ 1270 h 143350"/>
                <a:gd name="connsiteX5" fmla="*/ 635 w 1307783"/>
                <a:gd name="connsiteY5" fmla="*/ 0 h 143350"/>
                <a:gd name="connsiteX6" fmla="*/ 5332 w 1307783"/>
                <a:gd name="connsiteY6" fmla="*/ 5434 h 143350"/>
                <a:gd name="connsiteX7" fmla="*/ 5332 w 1307783"/>
                <a:gd name="connsiteY7" fmla="*/ 5459 h 143350"/>
                <a:gd name="connsiteX8" fmla="*/ 0 w 1307783"/>
                <a:gd name="connsiteY8" fmla="*/ 9903 h 143350"/>
                <a:gd name="connsiteX9" fmla="*/ 0 w 1307783"/>
                <a:gd name="connsiteY9" fmla="*/ 9903 h 143350"/>
                <a:gd name="connsiteX10" fmla="*/ 1301806 w 1307783"/>
                <a:gd name="connsiteY10" fmla="*/ 143346 h 143350"/>
                <a:gd name="connsiteX11" fmla="*/ 1302948 w 1307783"/>
                <a:gd name="connsiteY11" fmla="*/ 143346 h 143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07783" h="143350">
                  <a:moveTo>
                    <a:pt x="1302313" y="143346"/>
                  </a:moveTo>
                  <a:cubicBezTo>
                    <a:pt x="1304955" y="143460"/>
                    <a:pt x="1307278" y="141619"/>
                    <a:pt x="1307773" y="139029"/>
                  </a:cubicBezTo>
                  <a:cubicBezTo>
                    <a:pt x="1307938" y="136439"/>
                    <a:pt x="1306136" y="134141"/>
                    <a:pt x="1303583" y="133696"/>
                  </a:cubicBezTo>
                  <a:lnTo>
                    <a:pt x="1302948" y="133696"/>
                  </a:lnTo>
                  <a:lnTo>
                    <a:pt x="12570" y="1270"/>
                  </a:lnTo>
                  <a:lnTo>
                    <a:pt x="635" y="0"/>
                  </a:lnTo>
                  <a:cubicBezTo>
                    <a:pt x="3428" y="203"/>
                    <a:pt x="5536" y="2628"/>
                    <a:pt x="5332" y="5434"/>
                  </a:cubicBezTo>
                  <a:cubicBezTo>
                    <a:pt x="5332" y="5447"/>
                    <a:pt x="5332" y="5447"/>
                    <a:pt x="5332" y="5459"/>
                  </a:cubicBezTo>
                  <a:cubicBezTo>
                    <a:pt x="4952" y="8088"/>
                    <a:pt x="2653" y="9992"/>
                    <a:pt x="0" y="9903"/>
                  </a:cubicBezTo>
                  <a:lnTo>
                    <a:pt x="0" y="9903"/>
                  </a:lnTo>
                  <a:lnTo>
                    <a:pt x="1301806" y="143346"/>
                  </a:lnTo>
                  <a:lnTo>
                    <a:pt x="1302948" y="143346"/>
                  </a:lnTo>
                  <a:close/>
                </a:path>
              </a:pathLst>
            </a:custGeom>
            <a:solidFill>
              <a:srgbClr val="000000"/>
            </a:solidFill>
            <a:ln w="12690" cap="flat">
              <a:noFill/>
              <a:prstDash val="solid"/>
              <a:miter/>
            </a:ln>
          </p:spPr>
          <p:txBody>
            <a:bodyPr rtlCol="0" anchor="ctr"/>
            <a:lstStyle/>
            <a:p>
              <a:endParaRPr lang="en-US" sz="1350"/>
            </a:p>
          </p:txBody>
        </p:sp>
        <p:sp>
          <p:nvSpPr>
            <p:cNvPr id="718" name="Freeform: Shape 717">
              <a:extLst>
                <a:ext uri="{FF2B5EF4-FFF2-40B4-BE49-F238E27FC236}">
                  <a16:creationId xmlns:a16="http://schemas.microsoft.com/office/drawing/2014/main" id="{0A9BE9E3-A008-4D5A-AE7A-BD5F6105228E}"/>
                </a:ext>
              </a:extLst>
            </p:cNvPr>
            <p:cNvSpPr/>
            <p:nvPr/>
          </p:nvSpPr>
          <p:spPr>
            <a:xfrm>
              <a:off x="5828432" y="1114886"/>
              <a:ext cx="10840" cy="178622"/>
            </a:xfrm>
            <a:custGeom>
              <a:avLst/>
              <a:gdLst>
                <a:gd name="connsiteX0" fmla="*/ 10840 w 10840"/>
                <a:gd name="connsiteY0" fmla="*/ 174707 h 178622"/>
                <a:gd name="connsiteX1" fmla="*/ 10840 w 10840"/>
                <a:gd name="connsiteY1" fmla="*/ 0 h 178622"/>
                <a:gd name="connsiteX2" fmla="*/ 4618 w 10840"/>
                <a:gd name="connsiteY2" fmla="*/ 4571 h 178622"/>
                <a:gd name="connsiteX3" fmla="*/ 48 w 10840"/>
                <a:gd name="connsiteY3" fmla="*/ 0 h 178622"/>
                <a:gd name="connsiteX4" fmla="*/ 48 w 10840"/>
                <a:gd name="connsiteY4" fmla="*/ 174707 h 178622"/>
                <a:gd name="connsiteX5" fmla="*/ 48 w 10840"/>
                <a:gd name="connsiteY5" fmla="*/ 175341 h 178622"/>
                <a:gd name="connsiteX6" fmla="*/ 48 w 10840"/>
                <a:gd name="connsiteY6" fmla="*/ 176230 h 178622"/>
                <a:gd name="connsiteX7" fmla="*/ 48 w 10840"/>
                <a:gd name="connsiteY7" fmla="*/ 177119 h 178622"/>
                <a:gd name="connsiteX8" fmla="*/ 682 w 10840"/>
                <a:gd name="connsiteY8" fmla="*/ 177881 h 178622"/>
                <a:gd name="connsiteX9" fmla="*/ 1444 w 10840"/>
                <a:gd name="connsiteY9" fmla="*/ 178515 h 178622"/>
                <a:gd name="connsiteX10" fmla="*/ 2333 w 10840"/>
                <a:gd name="connsiteY10" fmla="*/ 178515 h 178622"/>
                <a:gd name="connsiteX11" fmla="*/ 3222 w 10840"/>
                <a:gd name="connsiteY11" fmla="*/ 178515 h 178622"/>
                <a:gd name="connsiteX12" fmla="*/ 4745 w 10840"/>
                <a:gd name="connsiteY12" fmla="*/ 178515 h 178622"/>
                <a:gd name="connsiteX13" fmla="*/ 10840 w 10840"/>
                <a:gd name="connsiteY13" fmla="*/ 174707 h 1786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840" h="178622">
                  <a:moveTo>
                    <a:pt x="10840" y="174707"/>
                  </a:moveTo>
                  <a:lnTo>
                    <a:pt x="10840" y="0"/>
                  </a:lnTo>
                  <a:cubicBezTo>
                    <a:pt x="10383" y="2984"/>
                    <a:pt x="7589" y="5028"/>
                    <a:pt x="4618" y="4571"/>
                  </a:cubicBezTo>
                  <a:cubicBezTo>
                    <a:pt x="2257" y="4203"/>
                    <a:pt x="416" y="2361"/>
                    <a:pt x="48" y="0"/>
                  </a:cubicBezTo>
                  <a:lnTo>
                    <a:pt x="48" y="174707"/>
                  </a:lnTo>
                  <a:cubicBezTo>
                    <a:pt x="-16" y="174910"/>
                    <a:pt x="-16" y="175138"/>
                    <a:pt x="48" y="175341"/>
                  </a:cubicBezTo>
                  <a:cubicBezTo>
                    <a:pt x="-16" y="175633"/>
                    <a:pt x="-16" y="175938"/>
                    <a:pt x="48" y="176230"/>
                  </a:cubicBezTo>
                  <a:lnTo>
                    <a:pt x="48" y="177119"/>
                  </a:lnTo>
                  <a:lnTo>
                    <a:pt x="682" y="177881"/>
                  </a:lnTo>
                  <a:lnTo>
                    <a:pt x="1444" y="178515"/>
                  </a:lnTo>
                  <a:lnTo>
                    <a:pt x="2333" y="178515"/>
                  </a:lnTo>
                  <a:lnTo>
                    <a:pt x="3222" y="178515"/>
                  </a:lnTo>
                  <a:lnTo>
                    <a:pt x="4745" y="178515"/>
                  </a:lnTo>
                  <a:cubicBezTo>
                    <a:pt x="7462" y="179074"/>
                    <a:pt x="10154" y="177398"/>
                    <a:pt x="10840" y="174707"/>
                  </a:cubicBezTo>
                  <a:close/>
                </a:path>
              </a:pathLst>
            </a:custGeom>
            <a:solidFill>
              <a:srgbClr val="000000"/>
            </a:solidFill>
            <a:ln w="12690" cap="flat">
              <a:noFill/>
              <a:prstDash val="solid"/>
              <a:miter/>
            </a:ln>
          </p:spPr>
          <p:txBody>
            <a:bodyPr rtlCol="0" anchor="ctr"/>
            <a:lstStyle/>
            <a:p>
              <a:endParaRPr lang="en-US" sz="1350"/>
            </a:p>
          </p:txBody>
        </p:sp>
        <p:sp>
          <p:nvSpPr>
            <p:cNvPr id="719" name="Freeform: Shape 718">
              <a:extLst>
                <a:ext uri="{FF2B5EF4-FFF2-40B4-BE49-F238E27FC236}">
                  <a16:creationId xmlns:a16="http://schemas.microsoft.com/office/drawing/2014/main" id="{7C4CBCDE-5C4B-48FF-B565-4594B564EA27}"/>
                </a:ext>
              </a:extLst>
            </p:cNvPr>
            <p:cNvSpPr/>
            <p:nvPr/>
          </p:nvSpPr>
          <p:spPr>
            <a:xfrm>
              <a:off x="5828804" y="1080097"/>
              <a:ext cx="56" cy="112"/>
            </a:xfrm>
            <a:custGeom>
              <a:avLst/>
              <a:gdLst>
                <a:gd name="connsiteX0" fmla="*/ 56 w 56"/>
                <a:gd name="connsiteY0" fmla="*/ 0 h 112"/>
                <a:gd name="connsiteX1" fmla="*/ 56 w 56"/>
                <a:gd name="connsiteY1" fmla="*/ 0 h 112"/>
              </a:gdLst>
              <a:ahLst/>
              <a:cxnLst>
                <a:cxn ang="0">
                  <a:pos x="connsiteX0" y="connsiteY0"/>
                </a:cxn>
                <a:cxn ang="0">
                  <a:pos x="connsiteX1" y="connsiteY1"/>
                </a:cxn>
              </a:cxnLst>
              <a:rect l="l" t="t" r="r" b="b"/>
              <a:pathLst>
                <a:path w="56" h="112">
                  <a:moveTo>
                    <a:pt x="56" y="0"/>
                  </a:moveTo>
                  <a:cubicBezTo>
                    <a:pt x="56" y="0"/>
                    <a:pt x="-71" y="254"/>
                    <a:pt x="56" y="0"/>
                  </a:cubicBezTo>
                  <a:close/>
                </a:path>
              </a:pathLst>
            </a:custGeom>
            <a:solidFill>
              <a:srgbClr val="000000"/>
            </a:solidFill>
            <a:ln w="12690" cap="flat">
              <a:noFill/>
              <a:prstDash val="solid"/>
              <a:miter/>
            </a:ln>
          </p:spPr>
          <p:txBody>
            <a:bodyPr rtlCol="0" anchor="ctr"/>
            <a:lstStyle/>
            <a:p>
              <a:endParaRPr lang="en-US" sz="1350"/>
            </a:p>
          </p:txBody>
        </p:sp>
        <p:sp>
          <p:nvSpPr>
            <p:cNvPr id="720" name="Freeform: Shape 719">
              <a:extLst>
                <a:ext uri="{FF2B5EF4-FFF2-40B4-BE49-F238E27FC236}">
                  <a16:creationId xmlns:a16="http://schemas.microsoft.com/office/drawing/2014/main" id="{945CC8B0-9DA6-4453-8238-3C7B940C3745}"/>
                </a:ext>
              </a:extLst>
            </p:cNvPr>
            <p:cNvSpPr/>
            <p:nvPr/>
          </p:nvSpPr>
          <p:spPr>
            <a:xfrm>
              <a:off x="5828988" y="1082382"/>
              <a:ext cx="10791" cy="37519"/>
            </a:xfrm>
            <a:custGeom>
              <a:avLst/>
              <a:gdLst>
                <a:gd name="connsiteX0" fmla="*/ 10284 w 10791"/>
                <a:gd name="connsiteY0" fmla="*/ 635 h 37519"/>
                <a:gd name="connsiteX1" fmla="*/ 10284 w 10791"/>
                <a:gd name="connsiteY1" fmla="*/ 1524 h 37519"/>
                <a:gd name="connsiteX2" fmla="*/ 5332 w 10791"/>
                <a:gd name="connsiteY2" fmla="*/ 4444 h 37519"/>
                <a:gd name="connsiteX3" fmla="*/ 3174 w 10791"/>
                <a:gd name="connsiteY3" fmla="*/ 4444 h 37519"/>
                <a:gd name="connsiteX4" fmla="*/ 0 w 10791"/>
                <a:gd name="connsiteY4" fmla="*/ 0 h 37519"/>
                <a:gd name="connsiteX5" fmla="*/ 0 w 10791"/>
                <a:gd name="connsiteY5" fmla="*/ 0 h 37519"/>
                <a:gd name="connsiteX6" fmla="*/ 0 w 10791"/>
                <a:gd name="connsiteY6" fmla="*/ 32885 h 37519"/>
                <a:gd name="connsiteX7" fmla="*/ 6221 w 10791"/>
                <a:gd name="connsiteY7" fmla="*/ 37455 h 37519"/>
                <a:gd name="connsiteX8" fmla="*/ 10792 w 10791"/>
                <a:gd name="connsiteY8" fmla="*/ 32885 h 37519"/>
                <a:gd name="connsiteX9" fmla="*/ 10792 w 10791"/>
                <a:gd name="connsiteY9" fmla="*/ 1016 h 375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791" h="37519">
                  <a:moveTo>
                    <a:pt x="10284" y="635"/>
                  </a:moveTo>
                  <a:lnTo>
                    <a:pt x="10284" y="1524"/>
                  </a:lnTo>
                  <a:cubicBezTo>
                    <a:pt x="9370" y="3403"/>
                    <a:pt x="7415" y="4558"/>
                    <a:pt x="5332" y="4444"/>
                  </a:cubicBezTo>
                  <a:cubicBezTo>
                    <a:pt x="4621" y="4571"/>
                    <a:pt x="3885" y="4571"/>
                    <a:pt x="3174" y="4444"/>
                  </a:cubicBezTo>
                  <a:cubicBezTo>
                    <a:pt x="1269" y="3796"/>
                    <a:pt x="0" y="2006"/>
                    <a:pt x="0" y="0"/>
                  </a:cubicBezTo>
                  <a:lnTo>
                    <a:pt x="0" y="0"/>
                  </a:lnTo>
                  <a:lnTo>
                    <a:pt x="0" y="32885"/>
                  </a:lnTo>
                  <a:cubicBezTo>
                    <a:pt x="457" y="35868"/>
                    <a:pt x="3250" y="37912"/>
                    <a:pt x="6221" y="37455"/>
                  </a:cubicBezTo>
                  <a:cubicBezTo>
                    <a:pt x="8583" y="37087"/>
                    <a:pt x="10424" y="35246"/>
                    <a:pt x="10792" y="32885"/>
                  </a:cubicBezTo>
                  <a:lnTo>
                    <a:pt x="10792" y="1016"/>
                  </a:lnTo>
                  <a:close/>
                </a:path>
              </a:pathLst>
            </a:custGeom>
            <a:solidFill>
              <a:srgbClr val="000000"/>
            </a:solidFill>
            <a:ln w="12690" cap="flat">
              <a:noFill/>
              <a:prstDash val="solid"/>
              <a:miter/>
            </a:ln>
          </p:spPr>
          <p:txBody>
            <a:bodyPr rtlCol="0" anchor="ctr"/>
            <a:lstStyle/>
            <a:p>
              <a:endParaRPr lang="en-US" sz="1350"/>
            </a:p>
          </p:txBody>
        </p:sp>
        <p:sp>
          <p:nvSpPr>
            <p:cNvPr id="721" name="Freeform: Shape 720">
              <a:extLst>
                <a:ext uri="{FF2B5EF4-FFF2-40B4-BE49-F238E27FC236}">
                  <a16:creationId xmlns:a16="http://schemas.microsoft.com/office/drawing/2014/main" id="{9A994E7B-10AF-484C-ADFA-C14261C5A163}"/>
                </a:ext>
              </a:extLst>
            </p:cNvPr>
            <p:cNvSpPr/>
            <p:nvPr/>
          </p:nvSpPr>
          <p:spPr>
            <a:xfrm>
              <a:off x="5829368" y="1016613"/>
              <a:ext cx="40502" cy="69927"/>
            </a:xfrm>
            <a:custGeom>
              <a:avLst/>
              <a:gdLst>
                <a:gd name="connsiteX0" fmla="*/ 35170 w 40502"/>
                <a:gd name="connsiteY0" fmla="*/ 6348 h 69927"/>
                <a:gd name="connsiteX1" fmla="*/ 33011 w 40502"/>
                <a:gd name="connsiteY1" fmla="*/ 6348 h 69927"/>
                <a:gd name="connsiteX2" fmla="*/ 29964 w 40502"/>
                <a:gd name="connsiteY2" fmla="*/ 647 h 69927"/>
                <a:gd name="connsiteX3" fmla="*/ 30218 w 40502"/>
                <a:gd name="connsiteY3" fmla="*/ 0 h 69927"/>
                <a:gd name="connsiteX4" fmla="*/ 30218 w 40502"/>
                <a:gd name="connsiteY4" fmla="*/ 889 h 69927"/>
                <a:gd name="connsiteX5" fmla="*/ 0 w 40502"/>
                <a:gd name="connsiteY5" fmla="*/ 64372 h 69927"/>
                <a:gd name="connsiteX6" fmla="*/ 0 w 40502"/>
                <a:gd name="connsiteY6" fmla="*/ 64372 h 69927"/>
                <a:gd name="connsiteX7" fmla="*/ 0 w 40502"/>
                <a:gd name="connsiteY7" fmla="*/ 65388 h 69927"/>
                <a:gd name="connsiteX8" fmla="*/ 0 w 40502"/>
                <a:gd name="connsiteY8" fmla="*/ 65388 h 69927"/>
                <a:gd name="connsiteX9" fmla="*/ 0 w 40502"/>
                <a:gd name="connsiteY9" fmla="*/ 65388 h 69927"/>
                <a:gd name="connsiteX10" fmla="*/ 3174 w 40502"/>
                <a:gd name="connsiteY10" fmla="*/ 69832 h 69927"/>
                <a:gd name="connsiteX11" fmla="*/ 5332 w 40502"/>
                <a:gd name="connsiteY11" fmla="*/ 69832 h 69927"/>
                <a:gd name="connsiteX12" fmla="*/ 10284 w 40502"/>
                <a:gd name="connsiteY12" fmla="*/ 66912 h 69927"/>
                <a:gd name="connsiteX13" fmla="*/ 10284 w 40502"/>
                <a:gd name="connsiteY13" fmla="*/ 66023 h 69927"/>
                <a:gd name="connsiteX14" fmla="*/ 12570 w 40502"/>
                <a:gd name="connsiteY14" fmla="*/ 61198 h 69927"/>
                <a:gd name="connsiteX15" fmla="*/ 40503 w 40502"/>
                <a:gd name="connsiteY15" fmla="*/ 2412 h 69927"/>
                <a:gd name="connsiteX16" fmla="*/ 35170 w 40502"/>
                <a:gd name="connsiteY16" fmla="*/ 6348 h 699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0502" h="69927">
                  <a:moveTo>
                    <a:pt x="35170" y="6348"/>
                  </a:moveTo>
                  <a:cubicBezTo>
                    <a:pt x="34459" y="6526"/>
                    <a:pt x="33722" y="6526"/>
                    <a:pt x="33011" y="6348"/>
                  </a:cubicBezTo>
                  <a:cubicBezTo>
                    <a:pt x="30599" y="5612"/>
                    <a:pt x="29228" y="3060"/>
                    <a:pt x="29964" y="647"/>
                  </a:cubicBezTo>
                  <a:cubicBezTo>
                    <a:pt x="30041" y="419"/>
                    <a:pt x="30117" y="203"/>
                    <a:pt x="30218" y="0"/>
                  </a:cubicBezTo>
                  <a:lnTo>
                    <a:pt x="30218" y="889"/>
                  </a:lnTo>
                  <a:lnTo>
                    <a:pt x="0" y="64372"/>
                  </a:lnTo>
                  <a:lnTo>
                    <a:pt x="0" y="64372"/>
                  </a:lnTo>
                  <a:cubicBezTo>
                    <a:pt x="0" y="64372"/>
                    <a:pt x="0" y="65007"/>
                    <a:pt x="0" y="65388"/>
                  </a:cubicBezTo>
                  <a:cubicBezTo>
                    <a:pt x="0" y="65769"/>
                    <a:pt x="0" y="65388"/>
                    <a:pt x="0" y="65388"/>
                  </a:cubicBezTo>
                  <a:lnTo>
                    <a:pt x="0" y="65388"/>
                  </a:lnTo>
                  <a:cubicBezTo>
                    <a:pt x="0" y="67394"/>
                    <a:pt x="1269" y="69184"/>
                    <a:pt x="3174" y="69832"/>
                  </a:cubicBezTo>
                  <a:cubicBezTo>
                    <a:pt x="3885" y="69959"/>
                    <a:pt x="4621" y="69959"/>
                    <a:pt x="5332" y="69832"/>
                  </a:cubicBezTo>
                  <a:cubicBezTo>
                    <a:pt x="7415" y="69946"/>
                    <a:pt x="9370" y="68791"/>
                    <a:pt x="10284" y="66912"/>
                  </a:cubicBezTo>
                  <a:lnTo>
                    <a:pt x="10284" y="66023"/>
                  </a:lnTo>
                  <a:lnTo>
                    <a:pt x="12570" y="61198"/>
                  </a:lnTo>
                  <a:lnTo>
                    <a:pt x="40503" y="2412"/>
                  </a:lnTo>
                  <a:cubicBezTo>
                    <a:pt x="39817" y="4774"/>
                    <a:pt x="37633" y="6387"/>
                    <a:pt x="35170" y="6348"/>
                  </a:cubicBezTo>
                  <a:close/>
                </a:path>
              </a:pathLst>
            </a:custGeom>
            <a:solidFill>
              <a:srgbClr val="000000"/>
            </a:solidFill>
            <a:ln w="12690" cap="flat">
              <a:noFill/>
              <a:prstDash val="solid"/>
              <a:miter/>
            </a:ln>
          </p:spPr>
          <p:txBody>
            <a:bodyPr rtlCol="0" anchor="ctr"/>
            <a:lstStyle/>
            <a:p>
              <a:endParaRPr lang="en-US" sz="1350"/>
            </a:p>
          </p:txBody>
        </p:sp>
        <p:sp>
          <p:nvSpPr>
            <p:cNvPr id="722" name="Freeform: Shape 721">
              <a:extLst>
                <a:ext uri="{FF2B5EF4-FFF2-40B4-BE49-F238E27FC236}">
                  <a16:creationId xmlns:a16="http://schemas.microsoft.com/office/drawing/2014/main" id="{44B5B517-A8E4-480F-AB6E-72F4080C9C5B}"/>
                </a:ext>
              </a:extLst>
            </p:cNvPr>
            <p:cNvSpPr/>
            <p:nvPr/>
          </p:nvSpPr>
          <p:spPr>
            <a:xfrm>
              <a:off x="5859391" y="927610"/>
              <a:ext cx="50475" cy="94342"/>
            </a:xfrm>
            <a:custGeom>
              <a:avLst/>
              <a:gdLst>
                <a:gd name="connsiteX0" fmla="*/ 41460 w 50475"/>
                <a:gd name="connsiteY0" fmla="*/ 1524 h 94342"/>
                <a:gd name="connsiteX1" fmla="*/ 42095 w 50475"/>
                <a:gd name="connsiteY1" fmla="*/ 0 h 94342"/>
                <a:gd name="connsiteX2" fmla="*/ 42095 w 50475"/>
                <a:gd name="connsiteY2" fmla="*/ 0 h 94342"/>
                <a:gd name="connsiteX3" fmla="*/ 10734 w 50475"/>
                <a:gd name="connsiteY3" fmla="*/ 66023 h 94342"/>
                <a:gd name="connsiteX4" fmla="*/ 450 w 50475"/>
                <a:gd name="connsiteY4" fmla="*/ 87861 h 94342"/>
                <a:gd name="connsiteX5" fmla="*/ 2596 w 50475"/>
                <a:gd name="connsiteY5" fmla="*/ 93956 h 94342"/>
                <a:gd name="connsiteX6" fmla="*/ 3243 w 50475"/>
                <a:gd name="connsiteY6" fmla="*/ 94210 h 94342"/>
                <a:gd name="connsiteX7" fmla="*/ 5401 w 50475"/>
                <a:gd name="connsiteY7" fmla="*/ 94210 h 94342"/>
                <a:gd name="connsiteX8" fmla="*/ 10353 w 50475"/>
                <a:gd name="connsiteY8" fmla="*/ 91162 h 94342"/>
                <a:gd name="connsiteX9" fmla="*/ 10353 w 50475"/>
                <a:gd name="connsiteY9" fmla="*/ 91162 h 94342"/>
                <a:gd name="connsiteX10" fmla="*/ 50475 w 50475"/>
                <a:gd name="connsiteY10" fmla="*/ 6729 h 94342"/>
                <a:gd name="connsiteX11" fmla="*/ 46539 w 50475"/>
                <a:gd name="connsiteY11" fmla="*/ 6729 h 94342"/>
                <a:gd name="connsiteX12" fmla="*/ 41460 w 50475"/>
                <a:gd name="connsiteY12" fmla="*/ 1917 h 94342"/>
                <a:gd name="connsiteX13" fmla="*/ 41460 w 50475"/>
                <a:gd name="connsiteY13" fmla="*/ 1524 h 943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0475" h="94342">
                  <a:moveTo>
                    <a:pt x="41460" y="1524"/>
                  </a:moveTo>
                  <a:cubicBezTo>
                    <a:pt x="41562" y="978"/>
                    <a:pt x="41778" y="457"/>
                    <a:pt x="42095" y="0"/>
                  </a:cubicBezTo>
                  <a:lnTo>
                    <a:pt x="42095" y="0"/>
                  </a:lnTo>
                  <a:lnTo>
                    <a:pt x="10734" y="66023"/>
                  </a:lnTo>
                  <a:lnTo>
                    <a:pt x="450" y="87861"/>
                  </a:lnTo>
                  <a:cubicBezTo>
                    <a:pt x="-642" y="90134"/>
                    <a:pt x="323" y="92864"/>
                    <a:pt x="2596" y="93956"/>
                  </a:cubicBezTo>
                  <a:cubicBezTo>
                    <a:pt x="2812" y="94057"/>
                    <a:pt x="3027" y="94146"/>
                    <a:pt x="3243" y="94210"/>
                  </a:cubicBezTo>
                  <a:cubicBezTo>
                    <a:pt x="3954" y="94387"/>
                    <a:pt x="4690" y="94387"/>
                    <a:pt x="5401" y="94210"/>
                  </a:cubicBezTo>
                  <a:cubicBezTo>
                    <a:pt x="7497" y="94235"/>
                    <a:pt x="9427" y="93041"/>
                    <a:pt x="10353" y="91162"/>
                  </a:cubicBezTo>
                  <a:lnTo>
                    <a:pt x="10353" y="91162"/>
                  </a:lnTo>
                  <a:lnTo>
                    <a:pt x="50475" y="6729"/>
                  </a:lnTo>
                  <a:lnTo>
                    <a:pt x="46539" y="6729"/>
                  </a:lnTo>
                  <a:cubicBezTo>
                    <a:pt x="43809" y="6805"/>
                    <a:pt x="41524" y="4647"/>
                    <a:pt x="41460" y="1917"/>
                  </a:cubicBezTo>
                  <a:cubicBezTo>
                    <a:pt x="41448" y="1778"/>
                    <a:pt x="41448" y="1650"/>
                    <a:pt x="41460" y="1524"/>
                  </a:cubicBezTo>
                  <a:close/>
                </a:path>
              </a:pathLst>
            </a:custGeom>
            <a:solidFill>
              <a:srgbClr val="000000"/>
            </a:solidFill>
            <a:ln w="12690" cap="flat">
              <a:noFill/>
              <a:prstDash val="solid"/>
              <a:miter/>
            </a:ln>
          </p:spPr>
          <p:txBody>
            <a:bodyPr rtlCol="0" anchor="ctr"/>
            <a:lstStyle/>
            <a:p>
              <a:endParaRPr lang="en-US" sz="1350"/>
            </a:p>
          </p:txBody>
        </p:sp>
        <p:sp>
          <p:nvSpPr>
            <p:cNvPr id="723" name="Freeform: Shape 722">
              <a:extLst>
                <a:ext uri="{FF2B5EF4-FFF2-40B4-BE49-F238E27FC236}">
                  <a16:creationId xmlns:a16="http://schemas.microsoft.com/office/drawing/2014/main" id="{DEEC75BB-7248-482B-BBA2-540E689472A9}"/>
                </a:ext>
              </a:extLst>
            </p:cNvPr>
            <p:cNvSpPr/>
            <p:nvPr/>
          </p:nvSpPr>
          <p:spPr>
            <a:xfrm>
              <a:off x="8660976" y="1762926"/>
              <a:ext cx="38" cy="1015"/>
            </a:xfrm>
            <a:custGeom>
              <a:avLst/>
              <a:gdLst>
                <a:gd name="connsiteX0" fmla="*/ 38 w 38"/>
                <a:gd name="connsiteY0" fmla="*/ 254 h 1015"/>
                <a:gd name="connsiteX1" fmla="*/ 38 w 38"/>
                <a:gd name="connsiteY1" fmla="*/ 1016 h 1015"/>
                <a:gd name="connsiteX2" fmla="*/ 38 w 38"/>
                <a:gd name="connsiteY2" fmla="*/ 0 h 1015"/>
              </a:gdLst>
              <a:ahLst/>
              <a:cxnLst>
                <a:cxn ang="0">
                  <a:pos x="connsiteX0" y="connsiteY0"/>
                </a:cxn>
                <a:cxn ang="0">
                  <a:pos x="connsiteX1" y="connsiteY1"/>
                </a:cxn>
                <a:cxn ang="0">
                  <a:pos x="connsiteX2" y="connsiteY2"/>
                </a:cxn>
              </a:cxnLst>
              <a:rect l="l" t="t" r="r" b="b"/>
              <a:pathLst>
                <a:path w="38" h="1015">
                  <a:moveTo>
                    <a:pt x="38" y="254"/>
                  </a:moveTo>
                  <a:cubicBezTo>
                    <a:pt x="38" y="254"/>
                    <a:pt x="38" y="254"/>
                    <a:pt x="38" y="1016"/>
                  </a:cubicBezTo>
                  <a:cubicBezTo>
                    <a:pt x="-13" y="673"/>
                    <a:pt x="-13" y="330"/>
                    <a:pt x="38" y="0"/>
                  </a:cubicBezTo>
                  <a:close/>
                </a:path>
              </a:pathLst>
            </a:custGeom>
            <a:solidFill>
              <a:srgbClr val="000000"/>
            </a:solidFill>
            <a:ln w="12690" cap="flat">
              <a:noFill/>
              <a:prstDash val="solid"/>
              <a:miter/>
            </a:ln>
          </p:spPr>
          <p:txBody>
            <a:bodyPr rtlCol="0" anchor="ctr"/>
            <a:lstStyle/>
            <a:p>
              <a:endParaRPr lang="en-US" sz="1350"/>
            </a:p>
          </p:txBody>
        </p:sp>
        <p:sp>
          <p:nvSpPr>
            <p:cNvPr id="724" name="Freeform: Shape 723">
              <a:extLst>
                <a:ext uri="{FF2B5EF4-FFF2-40B4-BE49-F238E27FC236}">
                  <a16:creationId xmlns:a16="http://schemas.microsoft.com/office/drawing/2014/main" id="{1492BD59-30C8-422F-A12B-B95C823D1B27}"/>
                </a:ext>
              </a:extLst>
            </p:cNvPr>
            <p:cNvSpPr/>
            <p:nvPr/>
          </p:nvSpPr>
          <p:spPr>
            <a:xfrm>
              <a:off x="8662284" y="1728391"/>
              <a:ext cx="47486" cy="37836"/>
            </a:xfrm>
            <a:custGeom>
              <a:avLst/>
              <a:gdLst>
                <a:gd name="connsiteX0" fmla="*/ 9396 w 47486"/>
                <a:gd name="connsiteY0" fmla="*/ 35678 h 37836"/>
                <a:gd name="connsiteX1" fmla="*/ 9396 w 47486"/>
                <a:gd name="connsiteY1" fmla="*/ 37836 h 37836"/>
                <a:gd name="connsiteX2" fmla="*/ 14475 w 47486"/>
                <a:gd name="connsiteY2" fmla="*/ 33773 h 37836"/>
                <a:gd name="connsiteX3" fmla="*/ 47487 w 47486"/>
                <a:gd name="connsiteY3" fmla="*/ 6856 h 37836"/>
                <a:gd name="connsiteX4" fmla="*/ 39868 w 47486"/>
                <a:gd name="connsiteY4" fmla="*/ 6856 h 37836"/>
                <a:gd name="connsiteX5" fmla="*/ 39462 w 47486"/>
                <a:gd name="connsiteY5" fmla="*/ 406 h 37836"/>
                <a:gd name="connsiteX6" fmla="*/ 39868 w 47486"/>
                <a:gd name="connsiteY6" fmla="*/ 0 h 37836"/>
                <a:gd name="connsiteX7" fmla="*/ 31489 w 47486"/>
                <a:gd name="connsiteY7" fmla="*/ 6729 h 37836"/>
                <a:gd name="connsiteX8" fmla="*/ 0 w 47486"/>
                <a:gd name="connsiteY8" fmla="*/ 32123 h 37836"/>
                <a:gd name="connsiteX9" fmla="*/ 0 w 47486"/>
                <a:gd name="connsiteY9" fmla="*/ 32123 h 37836"/>
                <a:gd name="connsiteX10" fmla="*/ 3810 w 47486"/>
                <a:gd name="connsiteY10" fmla="*/ 30853 h 37836"/>
                <a:gd name="connsiteX11" fmla="*/ 9371 w 47486"/>
                <a:gd name="connsiteY11" fmla="*/ 35398 h 37836"/>
                <a:gd name="connsiteX12" fmla="*/ 9396 w 47486"/>
                <a:gd name="connsiteY12" fmla="*/ 35678 h 378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7486" h="37836">
                  <a:moveTo>
                    <a:pt x="9396" y="35678"/>
                  </a:moveTo>
                  <a:lnTo>
                    <a:pt x="9396" y="37836"/>
                  </a:lnTo>
                  <a:lnTo>
                    <a:pt x="14475" y="33773"/>
                  </a:lnTo>
                  <a:lnTo>
                    <a:pt x="47487" y="6856"/>
                  </a:lnTo>
                  <a:cubicBezTo>
                    <a:pt x="45315" y="8799"/>
                    <a:pt x="42040" y="8799"/>
                    <a:pt x="39868" y="6856"/>
                  </a:cubicBezTo>
                  <a:cubicBezTo>
                    <a:pt x="37977" y="5193"/>
                    <a:pt x="37799" y="2298"/>
                    <a:pt x="39462" y="406"/>
                  </a:cubicBezTo>
                  <a:cubicBezTo>
                    <a:pt x="39589" y="267"/>
                    <a:pt x="39729" y="127"/>
                    <a:pt x="39868" y="0"/>
                  </a:cubicBezTo>
                  <a:lnTo>
                    <a:pt x="31489" y="6729"/>
                  </a:lnTo>
                  <a:lnTo>
                    <a:pt x="0" y="32123"/>
                  </a:lnTo>
                  <a:lnTo>
                    <a:pt x="0" y="32123"/>
                  </a:lnTo>
                  <a:cubicBezTo>
                    <a:pt x="1092" y="31285"/>
                    <a:pt x="2438" y="30841"/>
                    <a:pt x="3810" y="30853"/>
                  </a:cubicBezTo>
                  <a:cubicBezTo>
                    <a:pt x="6603" y="30574"/>
                    <a:pt x="9091" y="32605"/>
                    <a:pt x="9371" y="35398"/>
                  </a:cubicBezTo>
                  <a:cubicBezTo>
                    <a:pt x="9383" y="35487"/>
                    <a:pt x="9396" y="35576"/>
                    <a:pt x="9396" y="35678"/>
                  </a:cubicBezTo>
                  <a:close/>
                </a:path>
              </a:pathLst>
            </a:custGeom>
            <a:solidFill>
              <a:srgbClr val="000000"/>
            </a:solidFill>
            <a:ln w="12690" cap="flat">
              <a:noFill/>
              <a:prstDash val="solid"/>
              <a:miter/>
            </a:ln>
          </p:spPr>
          <p:txBody>
            <a:bodyPr rtlCol="0" anchor="ctr"/>
            <a:lstStyle/>
            <a:p>
              <a:endParaRPr lang="en-US" sz="1350"/>
            </a:p>
          </p:txBody>
        </p:sp>
        <p:sp>
          <p:nvSpPr>
            <p:cNvPr id="725" name="Freeform: Shape 724">
              <a:extLst>
                <a:ext uri="{FF2B5EF4-FFF2-40B4-BE49-F238E27FC236}">
                  <a16:creationId xmlns:a16="http://schemas.microsoft.com/office/drawing/2014/main" id="{142A60C0-8D69-44A2-9609-0CFFCA9E6D93}"/>
                </a:ext>
              </a:extLst>
            </p:cNvPr>
            <p:cNvSpPr/>
            <p:nvPr/>
          </p:nvSpPr>
          <p:spPr>
            <a:xfrm>
              <a:off x="8703400" y="1554955"/>
              <a:ext cx="222978" cy="183018"/>
            </a:xfrm>
            <a:custGeom>
              <a:avLst/>
              <a:gdLst>
                <a:gd name="connsiteX0" fmla="*/ 220312 w 222978"/>
                <a:gd name="connsiteY0" fmla="*/ 6474 h 183018"/>
                <a:gd name="connsiteX1" fmla="*/ 221962 w 222978"/>
                <a:gd name="connsiteY1" fmla="*/ 3934 h 183018"/>
                <a:gd name="connsiteX2" fmla="*/ 221962 w 222978"/>
                <a:gd name="connsiteY2" fmla="*/ 3934 h 183018"/>
                <a:gd name="connsiteX3" fmla="*/ 221962 w 222978"/>
                <a:gd name="connsiteY3" fmla="*/ 2919 h 183018"/>
                <a:gd name="connsiteX4" fmla="*/ 221962 w 222978"/>
                <a:gd name="connsiteY4" fmla="*/ 2030 h 183018"/>
                <a:gd name="connsiteX5" fmla="*/ 221962 w 222978"/>
                <a:gd name="connsiteY5" fmla="*/ 1141 h 183018"/>
                <a:gd name="connsiteX6" fmla="*/ 221962 w 222978"/>
                <a:gd name="connsiteY6" fmla="*/ 253 h 183018"/>
                <a:gd name="connsiteX7" fmla="*/ 221962 w 222978"/>
                <a:gd name="connsiteY7" fmla="*/ 253 h 183018"/>
                <a:gd name="connsiteX8" fmla="*/ 221962 w 222978"/>
                <a:gd name="connsiteY8" fmla="*/ 253 h 183018"/>
                <a:gd name="connsiteX9" fmla="*/ 221074 w 222978"/>
                <a:gd name="connsiteY9" fmla="*/ 253 h 183018"/>
                <a:gd name="connsiteX10" fmla="*/ 220058 w 222978"/>
                <a:gd name="connsiteY10" fmla="*/ 253 h 183018"/>
                <a:gd name="connsiteX11" fmla="*/ 214979 w 222978"/>
                <a:gd name="connsiteY11" fmla="*/ 1268 h 183018"/>
                <a:gd name="connsiteX12" fmla="*/ 206599 w 222978"/>
                <a:gd name="connsiteY12" fmla="*/ 7997 h 183018"/>
                <a:gd name="connsiteX13" fmla="*/ 3450 w 222978"/>
                <a:gd name="connsiteY13" fmla="*/ 173055 h 183018"/>
                <a:gd name="connsiteX14" fmla="*/ 1546 w 222978"/>
                <a:gd name="connsiteY14" fmla="*/ 174705 h 183018"/>
                <a:gd name="connsiteX15" fmla="*/ 1139 w 222978"/>
                <a:gd name="connsiteY15" fmla="*/ 181155 h 183018"/>
                <a:gd name="connsiteX16" fmla="*/ 1546 w 222978"/>
                <a:gd name="connsiteY16" fmla="*/ 181562 h 183018"/>
                <a:gd name="connsiteX17" fmla="*/ 9164 w 222978"/>
                <a:gd name="connsiteY17" fmla="*/ 181562 h 183018"/>
                <a:gd name="connsiteX18" fmla="*/ 222978 w 222978"/>
                <a:gd name="connsiteY18" fmla="*/ 7870 h 1830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22978" h="183018">
                  <a:moveTo>
                    <a:pt x="220312" y="6474"/>
                  </a:moveTo>
                  <a:cubicBezTo>
                    <a:pt x="221124" y="5839"/>
                    <a:pt x="221708" y="4938"/>
                    <a:pt x="221962" y="3934"/>
                  </a:cubicBezTo>
                  <a:cubicBezTo>
                    <a:pt x="221962" y="3934"/>
                    <a:pt x="221962" y="3934"/>
                    <a:pt x="221962" y="3934"/>
                  </a:cubicBezTo>
                  <a:lnTo>
                    <a:pt x="221962" y="2919"/>
                  </a:lnTo>
                  <a:cubicBezTo>
                    <a:pt x="221911" y="2627"/>
                    <a:pt x="221911" y="2322"/>
                    <a:pt x="221962" y="2030"/>
                  </a:cubicBezTo>
                  <a:cubicBezTo>
                    <a:pt x="222026" y="1738"/>
                    <a:pt x="222026" y="1433"/>
                    <a:pt x="221962" y="1141"/>
                  </a:cubicBezTo>
                  <a:cubicBezTo>
                    <a:pt x="222000" y="849"/>
                    <a:pt x="222000" y="544"/>
                    <a:pt x="221962" y="253"/>
                  </a:cubicBezTo>
                  <a:lnTo>
                    <a:pt x="221962" y="253"/>
                  </a:lnTo>
                  <a:lnTo>
                    <a:pt x="221962" y="253"/>
                  </a:lnTo>
                  <a:cubicBezTo>
                    <a:pt x="221670" y="189"/>
                    <a:pt x="221366" y="189"/>
                    <a:pt x="221074" y="253"/>
                  </a:cubicBezTo>
                  <a:lnTo>
                    <a:pt x="220058" y="253"/>
                  </a:lnTo>
                  <a:cubicBezTo>
                    <a:pt x="218305" y="-306"/>
                    <a:pt x="216388" y="75"/>
                    <a:pt x="214979" y="1268"/>
                  </a:cubicBezTo>
                  <a:lnTo>
                    <a:pt x="206599" y="7997"/>
                  </a:lnTo>
                  <a:lnTo>
                    <a:pt x="3450" y="173055"/>
                  </a:lnTo>
                  <a:lnTo>
                    <a:pt x="1546" y="174705"/>
                  </a:lnTo>
                  <a:cubicBezTo>
                    <a:pt x="-347" y="176381"/>
                    <a:pt x="-524" y="179263"/>
                    <a:pt x="1139" y="181155"/>
                  </a:cubicBezTo>
                  <a:cubicBezTo>
                    <a:pt x="1266" y="181295"/>
                    <a:pt x="1405" y="181434"/>
                    <a:pt x="1546" y="181562"/>
                  </a:cubicBezTo>
                  <a:cubicBezTo>
                    <a:pt x="3716" y="183504"/>
                    <a:pt x="6992" y="183504"/>
                    <a:pt x="9164" y="181562"/>
                  </a:cubicBezTo>
                  <a:lnTo>
                    <a:pt x="222978" y="7870"/>
                  </a:lnTo>
                  <a:close/>
                </a:path>
              </a:pathLst>
            </a:custGeom>
            <a:solidFill>
              <a:srgbClr val="000000"/>
            </a:solidFill>
            <a:ln w="12690" cap="flat">
              <a:noFill/>
              <a:prstDash val="solid"/>
              <a:miter/>
            </a:ln>
          </p:spPr>
          <p:txBody>
            <a:bodyPr rtlCol="0" anchor="ctr"/>
            <a:lstStyle/>
            <a:p>
              <a:endParaRPr lang="en-US" sz="1350"/>
            </a:p>
          </p:txBody>
        </p:sp>
        <p:sp>
          <p:nvSpPr>
            <p:cNvPr id="726" name="Freeform: Shape 725">
              <a:extLst>
                <a:ext uri="{FF2B5EF4-FFF2-40B4-BE49-F238E27FC236}">
                  <a16:creationId xmlns:a16="http://schemas.microsoft.com/office/drawing/2014/main" id="{1DE00E54-98AC-4A3F-B0E3-992AA7214A8D}"/>
                </a:ext>
              </a:extLst>
            </p:cNvPr>
            <p:cNvSpPr/>
            <p:nvPr/>
          </p:nvSpPr>
          <p:spPr>
            <a:xfrm>
              <a:off x="11305022" y="971413"/>
              <a:ext cx="9432" cy="54849"/>
            </a:xfrm>
            <a:custGeom>
              <a:avLst/>
              <a:gdLst>
                <a:gd name="connsiteX0" fmla="*/ 4042 w 9432"/>
                <a:gd name="connsiteY0" fmla="*/ 48248 h 54849"/>
                <a:gd name="connsiteX1" fmla="*/ 9375 w 9432"/>
                <a:gd name="connsiteY1" fmla="*/ 53060 h 54849"/>
                <a:gd name="connsiteX2" fmla="*/ 9375 w 9432"/>
                <a:gd name="connsiteY2" fmla="*/ 53199 h 54849"/>
                <a:gd name="connsiteX3" fmla="*/ 9375 w 9432"/>
                <a:gd name="connsiteY3" fmla="*/ 2412 h 54849"/>
                <a:gd name="connsiteX4" fmla="*/ 9375 w 9432"/>
                <a:gd name="connsiteY4" fmla="*/ 2412 h 54849"/>
                <a:gd name="connsiteX5" fmla="*/ 9375 w 9432"/>
                <a:gd name="connsiteY5" fmla="*/ 1397 h 54849"/>
                <a:gd name="connsiteX6" fmla="*/ 9375 w 9432"/>
                <a:gd name="connsiteY6" fmla="*/ 1397 h 54849"/>
                <a:gd name="connsiteX7" fmla="*/ 9375 w 9432"/>
                <a:gd name="connsiteY7" fmla="*/ 762 h 54849"/>
                <a:gd name="connsiteX8" fmla="*/ 9375 w 9432"/>
                <a:gd name="connsiteY8" fmla="*/ 0 h 54849"/>
                <a:gd name="connsiteX9" fmla="*/ 9375 w 9432"/>
                <a:gd name="connsiteY9" fmla="*/ 0 h 54849"/>
                <a:gd name="connsiteX10" fmla="*/ 8613 w 9432"/>
                <a:gd name="connsiteY10" fmla="*/ 0 h 54849"/>
                <a:gd name="connsiteX11" fmla="*/ 7851 w 9432"/>
                <a:gd name="connsiteY11" fmla="*/ 0 h 54849"/>
                <a:gd name="connsiteX12" fmla="*/ 6962 w 9432"/>
                <a:gd name="connsiteY12" fmla="*/ 0 h 54849"/>
                <a:gd name="connsiteX13" fmla="*/ 5820 w 9432"/>
                <a:gd name="connsiteY13" fmla="*/ 0 h 54849"/>
                <a:gd name="connsiteX14" fmla="*/ 4804 w 9432"/>
                <a:gd name="connsiteY14" fmla="*/ 0 h 54849"/>
                <a:gd name="connsiteX15" fmla="*/ 3788 w 9432"/>
                <a:gd name="connsiteY15" fmla="*/ 0 h 54849"/>
                <a:gd name="connsiteX16" fmla="*/ 2646 w 9432"/>
                <a:gd name="connsiteY16" fmla="*/ 0 h 54849"/>
                <a:gd name="connsiteX17" fmla="*/ 233 w 9432"/>
                <a:gd name="connsiteY17" fmla="*/ 4063 h 54849"/>
                <a:gd name="connsiteX18" fmla="*/ 233 w 9432"/>
                <a:gd name="connsiteY18" fmla="*/ 54850 h 54849"/>
                <a:gd name="connsiteX19" fmla="*/ 3674 w 9432"/>
                <a:gd name="connsiteY19" fmla="*/ 48349 h 54849"/>
                <a:gd name="connsiteX20" fmla="*/ 4042 w 9432"/>
                <a:gd name="connsiteY20" fmla="*/ 48248 h 548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32" h="54849">
                  <a:moveTo>
                    <a:pt x="4042" y="48248"/>
                  </a:moveTo>
                  <a:cubicBezTo>
                    <a:pt x="6848" y="48108"/>
                    <a:pt x="9235" y="50266"/>
                    <a:pt x="9375" y="53060"/>
                  </a:cubicBezTo>
                  <a:cubicBezTo>
                    <a:pt x="9375" y="53110"/>
                    <a:pt x="9375" y="53148"/>
                    <a:pt x="9375" y="53199"/>
                  </a:cubicBezTo>
                  <a:lnTo>
                    <a:pt x="9375" y="2412"/>
                  </a:lnTo>
                  <a:cubicBezTo>
                    <a:pt x="9375" y="2412"/>
                    <a:pt x="9375" y="2412"/>
                    <a:pt x="9375" y="2412"/>
                  </a:cubicBezTo>
                  <a:cubicBezTo>
                    <a:pt x="9452" y="2082"/>
                    <a:pt x="9452" y="1727"/>
                    <a:pt x="9375" y="1397"/>
                  </a:cubicBezTo>
                  <a:lnTo>
                    <a:pt x="9375" y="1397"/>
                  </a:lnTo>
                  <a:lnTo>
                    <a:pt x="9375" y="762"/>
                  </a:lnTo>
                  <a:lnTo>
                    <a:pt x="9375" y="0"/>
                  </a:lnTo>
                  <a:lnTo>
                    <a:pt x="9375" y="0"/>
                  </a:lnTo>
                  <a:lnTo>
                    <a:pt x="8613" y="0"/>
                  </a:lnTo>
                  <a:lnTo>
                    <a:pt x="7851" y="0"/>
                  </a:lnTo>
                  <a:lnTo>
                    <a:pt x="6962" y="0"/>
                  </a:lnTo>
                  <a:lnTo>
                    <a:pt x="5820" y="0"/>
                  </a:lnTo>
                  <a:lnTo>
                    <a:pt x="4804" y="0"/>
                  </a:lnTo>
                  <a:lnTo>
                    <a:pt x="3788" y="0"/>
                  </a:lnTo>
                  <a:lnTo>
                    <a:pt x="2646" y="0"/>
                  </a:lnTo>
                  <a:cubicBezTo>
                    <a:pt x="1186" y="838"/>
                    <a:pt x="271" y="2387"/>
                    <a:pt x="233" y="4063"/>
                  </a:cubicBezTo>
                  <a:lnTo>
                    <a:pt x="233" y="54850"/>
                  </a:lnTo>
                  <a:cubicBezTo>
                    <a:pt x="-617" y="52107"/>
                    <a:pt x="932" y="49187"/>
                    <a:pt x="3674" y="48349"/>
                  </a:cubicBezTo>
                  <a:cubicBezTo>
                    <a:pt x="3801" y="48311"/>
                    <a:pt x="3915" y="48273"/>
                    <a:pt x="4042" y="48248"/>
                  </a:cubicBezTo>
                  <a:close/>
                </a:path>
              </a:pathLst>
            </a:custGeom>
            <a:solidFill>
              <a:srgbClr val="000000"/>
            </a:solidFill>
            <a:ln w="12690" cap="flat">
              <a:noFill/>
              <a:prstDash val="solid"/>
              <a:miter/>
            </a:ln>
          </p:spPr>
          <p:txBody>
            <a:bodyPr rtlCol="0" anchor="ctr"/>
            <a:lstStyle/>
            <a:p>
              <a:endParaRPr lang="en-US" sz="1350"/>
            </a:p>
          </p:txBody>
        </p:sp>
        <p:sp>
          <p:nvSpPr>
            <p:cNvPr id="727" name="Freeform: Shape 726">
              <a:extLst>
                <a:ext uri="{FF2B5EF4-FFF2-40B4-BE49-F238E27FC236}">
                  <a16:creationId xmlns:a16="http://schemas.microsoft.com/office/drawing/2014/main" id="{26AC623A-4A38-4F2C-B722-407D2A0CD891}"/>
                </a:ext>
              </a:extLst>
            </p:cNvPr>
            <p:cNvSpPr/>
            <p:nvPr/>
          </p:nvSpPr>
          <p:spPr>
            <a:xfrm>
              <a:off x="11515349" y="1184337"/>
              <a:ext cx="9179" cy="194180"/>
            </a:xfrm>
            <a:custGeom>
              <a:avLst/>
              <a:gdLst>
                <a:gd name="connsiteX0" fmla="*/ 3467 w 9179"/>
                <a:gd name="connsiteY0" fmla="*/ 0 h 194180"/>
                <a:gd name="connsiteX1" fmla="*/ 2451 w 9179"/>
                <a:gd name="connsiteY1" fmla="*/ 0 h 194180"/>
                <a:gd name="connsiteX2" fmla="*/ 38 w 9179"/>
                <a:gd name="connsiteY2" fmla="*/ 4063 h 194180"/>
                <a:gd name="connsiteX3" fmla="*/ 38 w 9179"/>
                <a:gd name="connsiteY3" fmla="*/ 190831 h 194180"/>
                <a:gd name="connsiteX4" fmla="*/ 38 w 9179"/>
                <a:gd name="connsiteY4" fmla="*/ 190831 h 194180"/>
                <a:gd name="connsiteX5" fmla="*/ 38 w 9179"/>
                <a:gd name="connsiteY5" fmla="*/ 191847 h 194180"/>
                <a:gd name="connsiteX6" fmla="*/ 38 w 9179"/>
                <a:gd name="connsiteY6" fmla="*/ 192609 h 194180"/>
                <a:gd name="connsiteX7" fmla="*/ 38 w 9179"/>
                <a:gd name="connsiteY7" fmla="*/ 193371 h 194180"/>
                <a:gd name="connsiteX8" fmla="*/ 38 w 9179"/>
                <a:gd name="connsiteY8" fmla="*/ 194133 h 194180"/>
                <a:gd name="connsiteX9" fmla="*/ 800 w 9179"/>
                <a:gd name="connsiteY9" fmla="*/ 194133 h 194180"/>
                <a:gd name="connsiteX10" fmla="*/ 1816 w 9179"/>
                <a:gd name="connsiteY10" fmla="*/ 194133 h 194180"/>
                <a:gd name="connsiteX11" fmla="*/ 3720 w 9179"/>
                <a:gd name="connsiteY11" fmla="*/ 194133 h 194180"/>
                <a:gd name="connsiteX12" fmla="*/ 9180 w 9179"/>
                <a:gd name="connsiteY12" fmla="*/ 189308 h 194180"/>
                <a:gd name="connsiteX13" fmla="*/ 9180 w 9179"/>
                <a:gd name="connsiteY13" fmla="*/ 4571 h 194180"/>
                <a:gd name="connsiteX14" fmla="*/ 9180 w 9179"/>
                <a:gd name="connsiteY14" fmla="*/ 3809 h 194180"/>
                <a:gd name="connsiteX15" fmla="*/ 9180 w 9179"/>
                <a:gd name="connsiteY15" fmla="*/ 2793 h 194180"/>
                <a:gd name="connsiteX16" fmla="*/ 8545 w 9179"/>
                <a:gd name="connsiteY16" fmla="*/ 1778 h 194180"/>
                <a:gd name="connsiteX17" fmla="*/ 8545 w 9179"/>
                <a:gd name="connsiteY17" fmla="*/ 1778 h 194180"/>
                <a:gd name="connsiteX18" fmla="*/ 7403 w 9179"/>
                <a:gd name="connsiteY18" fmla="*/ 1016 h 194180"/>
                <a:gd name="connsiteX19" fmla="*/ 7403 w 9179"/>
                <a:gd name="connsiteY19" fmla="*/ 1016 h 194180"/>
                <a:gd name="connsiteX20" fmla="*/ 6260 w 9179"/>
                <a:gd name="connsiteY20" fmla="*/ 1016 h 194180"/>
                <a:gd name="connsiteX21" fmla="*/ 5371 w 9179"/>
                <a:gd name="connsiteY21" fmla="*/ 1016 h 194180"/>
                <a:gd name="connsiteX22" fmla="*/ 4229 w 9179"/>
                <a:gd name="connsiteY22" fmla="*/ 1016 h 1941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9179" h="194180">
                  <a:moveTo>
                    <a:pt x="3467" y="0"/>
                  </a:moveTo>
                  <a:lnTo>
                    <a:pt x="2451" y="0"/>
                  </a:lnTo>
                  <a:cubicBezTo>
                    <a:pt x="991" y="838"/>
                    <a:pt x="76" y="2387"/>
                    <a:pt x="38" y="4063"/>
                  </a:cubicBezTo>
                  <a:lnTo>
                    <a:pt x="38" y="190831"/>
                  </a:lnTo>
                  <a:lnTo>
                    <a:pt x="38" y="190831"/>
                  </a:lnTo>
                  <a:cubicBezTo>
                    <a:pt x="-13" y="191161"/>
                    <a:pt x="-13" y="191517"/>
                    <a:pt x="38" y="191847"/>
                  </a:cubicBezTo>
                  <a:cubicBezTo>
                    <a:pt x="-13" y="192101"/>
                    <a:pt x="-13" y="192355"/>
                    <a:pt x="38" y="192609"/>
                  </a:cubicBezTo>
                  <a:cubicBezTo>
                    <a:pt x="38" y="192609"/>
                    <a:pt x="38" y="192609"/>
                    <a:pt x="38" y="193371"/>
                  </a:cubicBezTo>
                  <a:cubicBezTo>
                    <a:pt x="38" y="194133"/>
                    <a:pt x="38" y="194005"/>
                    <a:pt x="38" y="194133"/>
                  </a:cubicBezTo>
                  <a:lnTo>
                    <a:pt x="800" y="194133"/>
                  </a:lnTo>
                  <a:cubicBezTo>
                    <a:pt x="1130" y="194196"/>
                    <a:pt x="1486" y="194196"/>
                    <a:pt x="1816" y="194133"/>
                  </a:cubicBezTo>
                  <a:lnTo>
                    <a:pt x="3720" y="194133"/>
                  </a:lnTo>
                  <a:cubicBezTo>
                    <a:pt x="6552" y="194272"/>
                    <a:pt x="8977" y="192139"/>
                    <a:pt x="9180" y="189308"/>
                  </a:cubicBezTo>
                  <a:lnTo>
                    <a:pt x="9180" y="4571"/>
                  </a:lnTo>
                  <a:cubicBezTo>
                    <a:pt x="9180" y="4571"/>
                    <a:pt x="9180" y="4571"/>
                    <a:pt x="9180" y="3809"/>
                  </a:cubicBezTo>
                  <a:lnTo>
                    <a:pt x="9180" y="2793"/>
                  </a:lnTo>
                  <a:cubicBezTo>
                    <a:pt x="9015" y="2425"/>
                    <a:pt x="8799" y="2082"/>
                    <a:pt x="8545" y="1778"/>
                  </a:cubicBezTo>
                  <a:lnTo>
                    <a:pt x="8545" y="1778"/>
                  </a:lnTo>
                  <a:lnTo>
                    <a:pt x="7403" y="1016"/>
                  </a:lnTo>
                  <a:lnTo>
                    <a:pt x="7403" y="1016"/>
                  </a:lnTo>
                  <a:cubicBezTo>
                    <a:pt x="7035" y="901"/>
                    <a:pt x="6628" y="901"/>
                    <a:pt x="6260" y="1016"/>
                  </a:cubicBezTo>
                  <a:lnTo>
                    <a:pt x="5371" y="1016"/>
                  </a:lnTo>
                  <a:lnTo>
                    <a:pt x="4229" y="1016"/>
                  </a:lnTo>
                  <a:close/>
                </a:path>
              </a:pathLst>
            </a:custGeom>
            <a:solidFill>
              <a:srgbClr val="000000"/>
            </a:solidFill>
            <a:ln w="12690" cap="flat">
              <a:noFill/>
              <a:prstDash val="solid"/>
              <a:miter/>
            </a:ln>
          </p:spPr>
          <p:txBody>
            <a:bodyPr rtlCol="0" anchor="ctr"/>
            <a:lstStyle/>
            <a:p>
              <a:endParaRPr lang="en-US" sz="1350"/>
            </a:p>
          </p:txBody>
        </p:sp>
        <p:sp>
          <p:nvSpPr>
            <p:cNvPr id="728" name="Freeform: Shape 727">
              <a:extLst>
                <a:ext uri="{FF2B5EF4-FFF2-40B4-BE49-F238E27FC236}">
                  <a16:creationId xmlns:a16="http://schemas.microsoft.com/office/drawing/2014/main" id="{2088FE65-24AD-4FFF-B5AF-CAB60B00F579}"/>
                </a:ext>
              </a:extLst>
            </p:cNvPr>
            <p:cNvSpPr/>
            <p:nvPr/>
          </p:nvSpPr>
          <p:spPr>
            <a:xfrm>
              <a:off x="11516863" y="896376"/>
              <a:ext cx="309342" cy="275010"/>
            </a:xfrm>
            <a:custGeom>
              <a:avLst/>
              <a:gdLst>
                <a:gd name="connsiteX0" fmla="*/ 301090 w 309342"/>
                <a:gd name="connsiteY0" fmla="*/ 6856 h 275010"/>
                <a:gd name="connsiteX1" fmla="*/ 300683 w 309342"/>
                <a:gd name="connsiteY1" fmla="*/ 406 h 275010"/>
                <a:gd name="connsiteX2" fmla="*/ 301090 w 309342"/>
                <a:gd name="connsiteY2" fmla="*/ 0 h 275010"/>
                <a:gd name="connsiteX3" fmla="*/ 299566 w 309342"/>
                <a:gd name="connsiteY3" fmla="*/ 1397 h 275010"/>
                <a:gd name="connsiteX4" fmla="*/ 48 w 309342"/>
                <a:gd name="connsiteY4" fmla="*/ 268662 h 275010"/>
                <a:gd name="connsiteX5" fmla="*/ 48 w 309342"/>
                <a:gd name="connsiteY5" fmla="*/ 268662 h 275010"/>
                <a:gd name="connsiteX6" fmla="*/ 48 w 309342"/>
                <a:gd name="connsiteY6" fmla="*/ 269551 h 275010"/>
                <a:gd name="connsiteX7" fmla="*/ 48 w 309342"/>
                <a:gd name="connsiteY7" fmla="*/ 270313 h 275010"/>
                <a:gd name="connsiteX8" fmla="*/ 48 w 309342"/>
                <a:gd name="connsiteY8" fmla="*/ 271202 h 275010"/>
                <a:gd name="connsiteX9" fmla="*/ 48 w 309342"/>
                <a:gd name="connsiteY9" fmla="*/ 272217 h 275010"/>
                <a:gd name="connsiteX10" fmla="*/ 48 w 309342"/>
                <a:gd name="connsiteY10" fmla="*/ 273233 h 275010"/>
                <a:gd name="connsiteX11" fmla="*/ 48 w 309342"/>
                <a:gd name="connsiteY11" fmla="*/ 273995 h 275010"/>
                <a:gd name="connsiteX12" fmla="*/ 809 w 309342"/>
                <a:gd name="connsiteY12" fmla="*/ 275011 h 275010"/>
                <a:gd name="connsiteX13" fmla="*/ 809 w 309342"/>
                <a:gd name="connsiteY13" fmla="*/ 275011 h 275010"/>
                <a:gd name="connsiteX14" fmla="*/ 809 w 309342"/>
                <a:gd name="connsiteY14" fmla="*/ 275011 h 275010"/>
                <a:gd name="connsiteX15" fmla="*/ 1698 w 309342"/>
                <a:gd name="connsiteY15" fmla="*/ 275011 h 275010"/>
                <a:gd name="connsiteX16" fmla="*/ 2587 w 309342"/>
                <a:gd name="connsiteY16" fmla="*/ 275011 h 275010"/>
                <a:gd name="connsiteX17" fmla="*/ 4491 w 309342"/>
                <a:gd name="connsiteY17" fmla="*/ 275011 h 275010"/>
                <a:gd name="connsiteX18" fmla="*/ 8301 w 309342"/>
                <a:gd name="connsiteY18" fmla="*/ 273614 h 275010"/>
                <a:gd name="connsiteX19" fmla="*/ 14522 w 309342"/>
                <a:gd name="connsiteY19" fmla="*/ 268027 h 275010"/>
                <a:gd name="connsiteX20" fmla="*/ 309342 w 309342"/>
                <a:gd name="connsiteY20" fmla="*/ 4825 h 275010"/>
                <a:gd name="connsiteX21" fmla="*/ 301724 w 309342"/>
                <a:gd name="connsiteY21" fmla="*/ 4825 h 275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09342" h="275010">
                  <a:moveTo>
                    <a:pt x="301090" y="6856"/>
                  </a:moveTo>
                  <a:cubicBezTo>
                    <a:pt x="299198" y="5180"/>
                    <a:pt x="299020" y="2298"/>
                    <a:pt x="300683" y="406"/>
                  </a:cubicBezTo>
                  <a:cubicBezTo>
                    <a:pt x="300810" y="267"/>
                    <a:pt x="300949" y="127"/>
                    <a:pt x="301090" y="0"/>
                  </a:cubicBezTo>
                  <a:lnTo>
                    <a:pt x="299566" y="1397"/>
                  </a:lnTo>
                  <a:lnTo>
                    <a:pt x="48" y="268662"/>
                  </a:lnTo>
                  <a:lnTo>
                    <a:pt x="48" y="268662"/>
                  </a:lnTo>
                  <a:lnTo>
                    <a:pt x="48" y="269551"/>
                  </a:lnTo>
                  <a:lnTo>
                    <a:pt x="48" y="270313"/>
                  </a:lnTo>
                  <a:cubicBezTo>
                    <a:pt x="60" y="270605"/>
                    <a:pt x="60" y="270910"/>
                    <a:pt x="48" y="271202"/>
                  </a:cubicBezTo>
                  <a:cubicBezTo>
                    <a:pt x="48" y="271202"/>
                    <a:pt x="48" y="271837"/>
                    <a:pt x="48" y="272217"/>
                  </a:cubicBezTo>
                  <a:cubicBezTo>
                    <a:pt x="-3" y="272548"/>
                    <a:pt x="-3" y="272903"/>
                    <a:pt x="48" y="273233"/>
                  </a:cubicBezTo>
                  <a:cubicBezTo>
                    <a:pt x="-16" y="273487"/>
                    <a:pt x="-16" y="273741"/>
                    <a:pt x="48" y="273995"/>
                  </a:cubicBezTo>
                  <a:lnTo>
                    <a:pt x="809" y="275011"/>
                  </a:lnTo>
                  <a:cubicBezTo>
                    <a:pt x="809" y="275011"/>
                    <a:pt x="809" y="275011"/>
                    <a:pt x="809" y="275011"/>
                  </a:cubicBezTo>
                  <a:lnTo>
                    <a:pt x="809" y="275011"/>
                  </a:lnTo>
                  <a:lnTo>
                    <a:pt x="1698" y="275011"/>
                  </a:lnTo>
                  <a:lnTo>
                    <a:pt x="2587" y="275011"/>
                  </a:lnTo>
                  <a:lnTo>
                    <a:pt x="4491" y="275011"/>
                  </a:lnTo>
                  <a:cubicBezTo>
                    <a:pt x="5888" y="275011"/>
                    <a:pt x="7234" y="274515"/>
                    <a:pt x="8301" y="273614"/>
                  </a:cubicBezTo>
                  <a:lnTo>
                    <a:pt x="14522" y="268027"/>
                  </a:lnTo>
                  <a:lnTo>
                    <a:pt x="309342" y="4825"/>
                  </a:lnTo>
                  <a:cubicBezTo>
                    <a:pt x="307196" y="6831"/>
                    <a:pt x="303870" y="6831"/>
                    <a:pt x="301724" y="4825"/>
                  </a:cubicBezTo>
                  <a:close/>
                </a:path>
              </a:pathLst>
            </a:custGeom>
            <a:solidFill>
              <a:srgbClr val="000000"/>
            </a:solidFill>
            <a:ln w="12690" cap="flat">
              <a:noFill/>
              <a:prstDash val="solid"/>
              <a:miter/>
            </a:ln>
          </p:spPr>
          <p:txBody>
            <a:bodyPr rtlCol="0" anchor="ctr"/>
            <a:lstStyle/>
            <a:p>
              <a:endParaRPr lang="en-US" sz="1350"/>
            </a:p>
          </p:txBody>
        </p:sp>
        <p:sp>
          <p:nvSpPr>
            <p:cNvPr id="729" name="Freeform: Shape 728">
              <a:extLst>
                <a:ext uri="{FF2B5EF4-FFF2-40B4-BE49-F238E27FC236}">
                  <a16:creationId xmlns:a16="http://schemas.microsoft.com/office/drawing/2014/main" id="{C18496C0-DEAD-4355-A064-105D4855579B}"/>
                </a:ext>
              </a:extLst>
            </p:cNvPr>
            <p:cNvSpPr/>
            <p:nvPr/>
          </p:nvSpPr>
          <p:spPr>
            <a:xfrm>
              <a:off x="11816407" y="643076"/>
              <a:ext cx="292332" cy="261326"/>
            </a:xfrm>
            <a:custGeom>
              <a:avLst/>
              <a:gdLst>
                <a:gd name="connsiteX0" fmla="*/ 1545 w 292332"/>
                <a:gd name="connsiteY0" fmla="*/ 252918 h 261326"/>
                <a:gd name="connsiteX1" fmla="*/ 1139 w 292332"/>
                <a:gd name="connsiteY1" fmla="*/ 259368 h 261326"/>
                <a:gd name="connsiteX2" fmla="*/ 1545 w 292332"/>
                <a:gd name="connsiteY2" fmla="*/ 259774 h 261326"/>
                <a:gd name="connsiteX3" fmla="*/ 9163 w 292332"/>
                <a:gd name="connsiteY3" fmla="*/ 259774 h 261326"/>
                <a:gd name="connsiteX4" fmla="*/ 9163 w 292332"/>
                <a:gd name="connsiteY4" fmla="*/ 259774 h 261326"/>
                <a:gd name="connsiteX5" fmla="*/ 288493 w 292332"/>
                <a:gd name="connsiteY5" fmla="*/ 10284 h 261326"/>
                <a:gd name="connsiteX6" fmla="*/ 290779 w 292332"/>
                <a:gd name="connsiteY6" fmla="*/ 8253 h 261326"/>
                <a:gd name="connsiteX7" fmla="*/ 291122 w 292332"/>
                <a:gd name="connsiteY7" fmla="*/ 1612 h 261326"/>
                <a:gd name="connsiteX8" fmla="*/ 290779 w 292332"/>
                <a:gd name="connsiteY8" fmla="*/ 1270 h 261326"/>
                <a:gd name="connsiteX9" fmla="*/ 287859 w 292332"/>
                <a:gd name="connsiteY9" fmla="*/ 0 h 261326"/>
                <a:gd name="connsiteX10" fmla="*/ 285827 w 292332"/>
                <a:gd name="connsiteY10" fmla="*/ 0 h 261326"/>
                <a:gd name="connsiteX11" fmla="*/ 284685 w 292332"/>
                <a:gd name="connsiteY11" fmla="*/ 0 h 261326"/>
                <a:gd name="connsiteX12" fmla="*/ 283796 w 292332"/>
                <a:gd name="connsiteY12" fmla="*/ 0 h 261326"/>
                <a:gd name="connsiteX13" fmla="*/ 11576 w 292332"/>
                <a:gd name="connsiteY13" fmla="*/ 243396 h 261326"/>
                <a:gd name="connsiteX14" fmla="*/ 2307 w 292332"/>
                <a:gd name="connsiteY14" fmla="*/ 251522 h 2613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92332" h="261326">
                  <a:moveTo>
                    <a:pt x="1545" y="252918"/>
                  </a:moveTo>
                  <a:cubicBezTo>
                    <a:pt x="-346" y="254594"/>
                    <a:pt x="-524" y="257476"/>
                    <a:pt x="1139" y="259368"/>
                  </a:cubicBezTo>
                  <a:cubicBezTo>
                    <a:pt x="1266" y="259508"/>
                    <a:pt x="1405" y="259648"/>
                    <a:pt x="1545" y="259774"/>
                  </a:cubicBezTo>
                  <a:cubicBezTo>
                    <a:pt x="3666" y="261844"/>
                    <a:pt x="7043" y="261844"/>
                    <a:pt x="9163" y="259774"/>
                  </a:cubicBezTo>
                  <a:lnTo>
                    <a:pt x="9163" y="259774"/>
                  </a:lnTo>
                  <a:lnTo>
                    <a:pt x="288493" y="10284"/>
                  </a:lnTo>
                  <a:lnTo>
                    <a:pt x="290779" y="8253"/>
                  </a:lnTo>
                  <a:cubicBezTo>
                    <a:pt x="292709" y="6513"/>
                    <a:pt x="292861" y="3542"/>
                    <a:pt x="291122" y="1612"/>
                  </a:cubicBezTo>
                  <a:cubicBezTo>
                    <a:pt x="291021" y="1498"/>
                    <a:pt x="290906" y="1384"/>
                    <a:pt x="290779" y="1270"/>
                  </a:cubicBezTo>
                  <a:cubicBezTo>
                    <a:pt x="289953" y="571"/>
                    <a:pt x="288938" y="127"/>
                    <a:pt x="287859" y="0"/>
                  </a:cubicBezTo>
                  <a:lnTo>
                    <a:pt x="285827" y="0"/>
                  </a:lnTo>
                  <a:lnTo>
                    <a:pt x="284685" y="0"/>
                  </a:lnTo>
                  <a:lnTo>
                    <a:pt x="283796" y="0"/>
                  </a:lnTo>
                  <a:lnTo>
                    <a:pt x="11576" y="243396"/>
                  </a:lnTo>
                  <a:lnTo>
                    <a:pt x="2307" y="251522"/>
                  </a:lnTo>
                  <a:close/>
                </a:path>
              </a:pathLst>
            </a:custGeom>
            <a:solidFill>
              <a:srgbClr val="000000"/>
            </a:solidFill>
            <a:ln w="12690" cap="flat">
              <a:noFill/>
              <a:prstDash val="solid"/>
              <a:miter/>
            </a:ln>
          </p:spPr>
          <p:txBody>
            <a:bodyPr rtlCol="0" anchor="ctr"/>
            <a:lstStyle/>
            <a:p>
              <a:endParaRPr lang="en-US" sz="1350"/>
            </a:p>
          </p:txBody>
        </p:sp>
        <p:sp>
          <p:nvSpPr>
            <p:cNvPr id="730" name="Freeform: Shape 729">
              <a:extLst>
                <a:ext uri="{FF2B5EF4-FFF2-40B4-BE49-F238E27FC236}">
                  <a16:creationId xmlns:a16="http://schemas.microsoft.com/office/drawing/2014/main" id="{EB7CFA7B-91F3-40C8-B98F-5911D71F4E4E}"/>
                </a:ext>
              </a:extLst>
            </p:cNvPr>
            <p:cNvSpPr/>
            <p:nvPr/>
          </p:nvSpPr>
          <p:spPr>
            <a:xfrm>
              <a:off x="10534210" y="1541601"/>
              <a:ext cx="104208" cy="29604"/>
            </a:xfrm>
            <a:custGeom>
              <a:avLst/>
              <a:gdLst>
                <a:gd name="connsiteX0" fmla="*/ 97733 w 104208"/>
                <a:gd name="connsiteY0" fmla="*/ 24272 h 29604"/>
                <a:gd name="connsiteX1" fmla="*/ 104094 w 104208"/>
                <a:gd name="connsiteY1" fmla="*/ 20552 h 29604"/>
                <a:gd name="connsiteX2" fmla="*/ 104208 w 104208"/>
                <a:gd name="connsiteY2" fmla="*/ 20590 h 29604"/>
                <a:gd name="connsiteX3" fmla="*/ 97605 w 104208"/>
                <a:gd name="connsiteY3" fmla="*/ 19193 h 29604"/>
                <a:gd name="connsiteX4" fmla="*/ 6569 w 104208"/>
                <a:gd name="connsiteY4" fmla="*/ 148 h 29604"/>
                <a:gd name="connsiteX5" fmla="*/ 6569 w 104208"/>
                <a:gd name="connsiteY5" fmla="*/ 148 h 29604"/>
                <a:gd name="connsiteX6" fmla="*/ 94 w 104208"/>
                <a:gd name="connsiteY6" fmla="*/ 3830 h 29604"/>
                <a:gd name="connsiteX7" fmla="*/ 4107 w 104208"/>
                <a:gd name="connsiteY7" fmla="*/ 9785 h 29604"/>
                <a:gd name="connsiteX8" fmla="*/ 4157 w 104208"/>
                <a:gd name="connsiteY8" fmla="*/ 9798 h 29604"/>
                <a:gd name="connsiteX9" fmla="*/ 4157 w 104208"/>
                <a:gd name="connsiteY9" fmla="*/ 9798 h 29604"/>
                <a:gd name="connsiteX10" fmla="*/ 6697 w 104208"/>
                <a:gd name="connsiteY10" fmla="*/ 9798 h 29604"/>
                <a:gd name="connsiteX11" fmla="*/ 101541 w 104208"/>
                <a:gd name="connsiteY11" fmla="*/ 29605 h 29604"/>
                <a:gd name="connsiteX12" fmla="*/ 97733 w 104208"/>
                <a:gd name="connsiteY12" fmla="*/ 24272 h 296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04208" h="29604">
                  <a:moveTo>
                    <a:pt x="97733" y="24272"/>
                  </a:moveTo>
                  <a:cubicBezTo>
                    <a:pt x="98456" y="21491"/>
                    <a:pt x="101314" y="19828"/>
                    <a:pt x="104094" y="20552"/>
                  </a:cubicBezTo>
                  <a:cubicBezTo>
                    <a:pt x="104132" y="20565"/>
                    <a:pt x="104170" y="20577"/>
                    <a:pt x="104208" y="20590"/>
                  </a:cubicBezTo>
                  <a:lnTo>
                    <a:pt x="97605" y="19193"/>
                  </a:lnTo>
                  <a:lnTo>
                    <a:pt x="6569" y="148"/>
                  </a:lnTo>
                  <a:lnTo>
                    <a:pt x="6569" y="148"/>
                  </a:lnTo>
                  <a:cubicBezTo>
                    <a:pt x="3777" y="-512"/>
                    <a:pt x="945" y="1088"/>
                    <a:pt x="94" y="3830"/>
                  </a:cubicBezTo>
                  <a:cubicBezTo>
                    <a:pt x="-439" y="6586"/>
                    <a:pt x="1351" y="9252"/>
                    <a:pt x="4107" y="9785"/>
                  </a:cubicBezTo>
                  <a:cubicBezTo>
                    <a:pt x="4119" y="9798"/>
                    <a:pt x="4145" y="9798"/>
                    <a:pt x="4157" y="9798"/>
                  </a:cubicBezTo>
                  <a:lnTo>
                    <a:pt x="4157" y="9798"/>
                  </a:lnTo>
                  <a:lnTo>
                    <a:pt x="6697" y="9798"/>
                  </a:lnTo>
                  <a:lnTo>
                    <a:pt x="101541" y="29605"/>
                  </a:lnTo>
                  <a:cubicBezTo>
                    <a:pt x="99104" y="29046"/>
                    <a:pt x="97479" y="26761"/>
                    <a:pt x="97733" y="24272"/>
                  </a:cubicBezTo>
                  <a:close/>
                </a:path>
              </a:pathLst>
            </a:custGeom>
            <a:solidFill>
              <a:srgbClr val="000000"/>
            </a:solidFill>
            <a:ln w="12690" cap="flat">
              <a:noFill/>
              <a:prstDash val="solid"/>
              <a:miter/>
            </a:ln>
          </p:spPr>
          <p:txBody>
            <a:bodyPr rtlCol="0" anchor="ctr"/>
            <a:lstStyle/>
            <a:p>
              <a:endParaRPr lang="en-US" sz="1350"/>
            </a:p>
          </p:txBody>
        </p:sp>
        <p:sp>
          <p:nvSpPr>
            <p:cNvPr id="731" name="Freeform: Shape 730">
              <a:extLst>
                <a:ext uri="{FF2B5EF4-FFF2-40B4-BE49-F238E27FC236}">
                  <a16:creationId xmlns:a16="http://schemas.microsoft.com/office/drawing/2014/main" id="{4E7BA0FF-AB2A-4D81-95FF-DF5070D04B7A}"/>
                </a:ext>
              </a:extLst>
            </p:cNvPr>
            <p:cNvSpPr/>
            <p:nvPr/>
          </p:nvSpPr>
          <p:spPr>
            <a:xfrm>
              <a:off x="9829245" y="2365541"/>
              <a:ext cx="171966" cy="141412"/>
            </a:xfrm>
            <a:custGeom>
              <a:avLst/>
              <a:gdLst>
                <a:gd name="connsiteX0" fmla="*/ 385 w 171966"/>
                <a:gd name="connsiteY0" fmla="*/ 138999 h 141412"/>
                <a:gd name="connsiteX1" fmla="*/ 385 w 171966"/>
                <a:gd name="connsiteY1" fmla="*/ 140015 h 141412"/>
                <a:gd name="connsiteX2" fmla="*/ 385 w 171966"/>
                <a:gd name="connsiteY2" fmla="*/ 140777 h 141412"/>
                <a:gd name="connsiteX3" fmla="*/ 385 w 171966"/>
                <a:gd name="connsiteY3" fmla="*/ 140777 h 141412"/>
                <a:gd name="connsiteX4" fmla="*/ 385 w 171966"/>
                <a:gd name="connsiteY4" fmla="*/ 140777 h 141412"/>
                <a:gd name="connsiteX5" fmla="*/ 1401 w 171966"/>
                <a:gd name="connsiteY5" fmla="*/ 141412 h 141412"/>
                <a:gd name="connsiteX6" fmla="*/ 2290 w 171966"/>
                <a:gd name="connsiteY6" fmla="*/ 141412 h 141412"/>
                <a:gd name="connsiteX7" fmla="*/ 4195 w 171966"/>
                <a:gd name="connsiteY7" fmla="*/ 141412 h 141412"/>
                <a:gd name="connsiteX8" fmla="*/ 7749 w 171966"/>
                <a:gd name="connsiteY8" fmla="*/ 140142 h 141412"/>
                <a:gd name="connsiteX9" fmla="*/ 14859 w 171966"/>
                <a:gd name="connsiteY9" fmla="*/ 134428 h 141412"/>
                <a:gd name="connsiteX10" fmla="*/ 170523 w 171966"/>
                <a:gd name="connsiteY10" fmla="*/ 7461 h 141412"/>
                <a:gd name="connsiteX11" fmla="*/ 171919 w 171966"/>
                <a:gd name="connsiteY11" fmla="*/ 5430 h 141412"/>
                <a:gd name="connsiteX12" fmla="*/ 171919 w 171966"/>
                <a:gd name="connsiteY12" fmla="*/ 4668 h 141412"/>
                <a:gd name="connsiteX13" fmla="*/ 171919 w 171966"/>
                <a:gd name="connsiteY13" fmla="*/ 3652 h 141412"/>
                <a:gd name="connsiteX14" fmla="*/ 171919 w 171966"/>
                <a:gd name="connsiteY14" fmla="*/ 2763 h 141412"/>
                <a:gd name="connsiteX15" fmla="*/ 171919 w 171966"/>
                <a:gd name="connsiteY15" fmla="*/ 1875 h 141412"/>
                <a:gd name="connsiteX16" fmla="*/ 171919 w 171966"/>
                <a:gd name="connsiteY16" fmla="*/ 986 h 141412"/>
                <a:gd name="connsiteX17" fmla="*/ 171919 w 171966"/>
                <a:gd name="connsiteY17" fmla="*/ 986 h 141412"/>
                <a:gd name="connsiteX18" fmla="*/ 171919 w 171966"/>
                <a:gd name="connsiteY18" fmla="*/ 986 h 141412"/>
                <a:gd name="connsiteX19" fmla="*/ 171030 w 171966"/>
                <a:gd name="connsiteY19" fmla="*/ 351 h 141412"/>
                <a:gd name="connsiteX20" fmla="*/ 170141 w 171966"/>
                <a:gd name="connsiteY20" fmla="*/ 351 h 141412"/>
                <a:gd name="connsiteX21" fmla="*/ 164555 w 171966"/>
                <a:gd name="connsiteY21" fmla="*/ 1240 h 141412"/>
                <a:gd name="connsiteX22" fmla="*/ 157445 w 171966"/>
                <a:gd name="connsiteY22" fmla="*/ 6954 h 141412"/>
                <a:gd name="connsiteX23" fmla="*/ 1908 w 171966"/>
                <a:gd name="connsiteY23" fmla="*/ 133921 h 141412"/>
                <a:gd name="connsiteX24" fmla="*/ 1908 w 171966"/>
                <a:gd name="connsiteY24" fmla="*/ 133921 h 141412"/>
                <a:gd name="connsiteX25" fmla="*/ 1274 w 171966"/>
                <a:gd name="connsiteY25" fmla="*/ 134682 h 141412"/>
                <a:gd name="connsiteX26" fmla="*/ 1274 w 171966"/>
                <a:gd name="connsiteY26" fmla="*/ 134682 h 141412"/>
                <a:gd name="connsiteX27" fmla="*/ 1274 w 171966"/>
                <a:gd name="connsiteY27" fmla="*/ 134682 h 141412"/>
                <a:gd name="connsiteX28" fmla="*/ 1274 w 171966"/>
                <a:gd name="connsiteY28" fmla="*/ 135444 h 141412"/>
                <a:gd name="connsiteX29" fmla="*/ 1274 w 171966"/>
                <a:gd name="connsiteY29" fmla="*/ 136333 h 141412"/>
                <a:gd name="connsiteX30" fmla="*/ 1274 w 171966"/>
                <a:gd name="connsiteY30" fmla="*/ 136333 h 141412"/>
                <a:gd name="connsiteX31" fmla="*/ 42 w 171966"/>
                <a:gd name="connsiteY31" fmla="*/ 138313 h 141412"/>
                <a:gd name="connsiteX32" fmla="*/ 385 w 171966"/>
                <a:gd name="connsiteY32" fmla="*/ 138999 h 1414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71966" h="141412">
                  <a:moveTo>
                    <a:pt x="385" y="138999"/>
                  </a:moveTo>
                  <a:cubicBezTo>
                    <a:pt x="335" y="139329"/>
                    <a:pt x="335" y="139685"/>
                    <a:pt x="385" y="140015"/>
                  </a:cubicBezTo>
                  <a:lnTo>
                    <a:pt x="385" y="140777"/>
                  </a:lnTo>
                  <a:cubicBezTo>
                    <a:pt x="385" y="140777"/>
                    <a:pt x="385" y="140777"/>
                    <a:pt x="385" y="140777"/>
                  </a:cubicBezTo>
                  <a:lnTo>
                    <a:pt x="385" y="140777"/>
                  </a:lnTo>
                  <a:lnTo>
                    <a:pt x="1401" y="141412"/>
                  </a:lnTo>
                  <a:lnTo>
                    <a:pt x="2290" y="141412"/>
                  </a:lnTo>
                  <a:lnTo>
                    <a:pt x="4195" y="141412"/>
                  </a:lnTo>
                  <a:cubicBezTo>
                    <a:pt x="5490" y="141437"/>
                    <a:pt x="6759" y="140980"/>
                    <a:pt x="7749" y="140142"/>
                  </a:cubicBezTo>
                  <a:lnTo>
                    <a:pt x="14859" y="134428"/>
                  </a:lnTo>
                  <a:lnTo>
                    <a:pt x="170523" y="7461"/>
                  </a:lnTo>
                  <a:cubicBezTo>
                    <a:pt x="171107" y="6864"/>
                    <a:pt x="171577" y="6179"/>
                    <a:pt x="171919" y="5430"/>
                  </a:cubicBezTo>
                  <a:cubicBezTo>
                    <a:pt x="171983" y="5176"/>
                    <a:pt x="171983" y="4922"/>
                    <a:pt x="171919" y="4668"/>
                  </a:cubicBezTo>
                  <a:cubicBezTo>
                    <a:pt x="171983" y="4338"/>
                    <a:pt x="171983" y="3982"/>
                    <a:pt x="171919" y="3652"/>
                  </a:cubicBezTo>
                  <a:cubicBezTo>
                    <a:pt x="171983" y="3360"/>
                    <a:pt x="171983" y="3056"/>
                    <a:pt x="171919" y="2763"/>
                  </a:cubicBezTo>
                  <a:cubicBezTo>
                    <a:pt x="171970" y="2472"/>
                    <a:pt x="171970" y="2167"/>
                    <a:pt x="171919" y="1875"/>
                  </a:cubicBezTo>
                  <a:cubicBezTo>
                    <a:pt x="171945" y="1583"/>
                    <a:pt x="171945" y="1278"/>
                    <a:pt x="171919" y="986"/>
                  </a:cubicBezTo>
                  <a:lnTo>
                    <a:pt x="171919" y="986"/>
                  </a:lnTo>
                  <a:lnTo>
                    <a:pt x="171919" y="986"/>
                  </a:lnTo>
                  <a:lnTo>
                    <a:pt x="171030" y="351"/>
                  </a:lnTo>
                  <a:lnTo>
                    <a:pt x="170141" y="351"/>
                  </a:lnTo>
                  <a:cubicBezTo>
                    <a:pt x="168250" y="-334"/>
                    <a:pt x="166142" y="-4"/>
                    <a:pt x="164555" y="1240"/>
                  </a:cubicBezTo>
                  <a:lnTo>
                    <a:pt x="157445" y="6954"/>
                  </a:lnTo>
                  <a:lnTo>
                    <a:pt x="1908" y="133921"/>
                  </a:lnTo>
                  <a:lnTo>
                    <a:pt x="1908" y="133921"/>
                  </a:lnTo>
                  <a:lnTo>
                    <a:pt x="1274" y="134682"/>
                  </a:lnTo>
                  <a:lnTo>
                    <a:pt x="1274" y="134682"/>
                  </a:lnTo>
                  <a:lnTo>
                    <a:pt x="1274" y="134682"/>
                  </a:lnTo>
                  <a:cubicBezTo>
                    <a:pt x="1223" y="134936"/>
                    <a:pt x="1223" y="135190"/>
                    <a:pt x="1274" y="135444"/>
                  </a:cubicBezTo>
                  <a:cubicBezTo>
                    <a:pt x="1198" y="135736"/>
                    <a:pt x="1198" y="136041"/>
                    <a:pt x="1274" y="136333"/>
                  </a:cubicBezTo>
                  <a:lnTo>
                    <a:pt x="1274" y="136333"/>
                  </a:lnTo>
                  <a:cubicBezTo>
                    <a:pt x="385" y="136536"/>
                    <a:pt x="-161" y="137425"/>
                    <a:pt x="42" y="138313"/>
                  </a:cubicBezTo>
                  <a:cubicBezTo>
                    <a:pt x="106" y="138568"/>
                    <a:pt x="220" y="138796"/>
                    <a:pt x="385" y="138999"/>
                  </a:cubicBezTo>
                  <a:close/>
                </a:path>
              </a:pathLst>
            </a:custGeom>
            <a:solidFill>
              <a:srgbClr val="000000"/>
            </a:solidFill>
            <a:ln w="12690" cap="flat">
              <a:noFill/>
              <a:prstDash val="solid"/>
              <a:miter/>
            </a:ln>
          </p:spPr>
          <p:txBody>
            <a:bodyPr rtlCol="0" anchor="ctr"/>
            <a:lstStyle/>
            <a:p>
              <a:endParaRPr lang="en-US" sz="1350"/>
            </a:p>
          </p:txBody>
        </p:sp>
        <p:sp>
          <p:nvSpPr>
            <p:cNvPr id="732" name="Freeform: Shape 731">
              <a:extLst>
                <a:ext uri="{FF2B5EF4-FFF2-40B4-BE49-F238E27FC236}">
                  <a16:creationId xmlns:a16="http://schemas.microsoft.com/office/drawing/2014/main" id="{F9BF2A24-1BAC-43F3-9C92-344CCA2FF239}"/>
                </a:ext>
              </a:extLst>
            </p:cNvPr>
            <p:cNvSpPr/>
            <p:nvPr/>
          </p:nvSpPr>
          <p:spPr>
            <a:xfrm>
              <a:off x="11280321" y="2740059"/>
              <a:ext cx="9872" cy="91046"/>
            </a:xfrm>
            <a:custGeom>
              <a:avLst/>
              <a:gdLst>
                <a:gd name="connsiteX0" fmla="*/ 4745 w 9872"/>
                <a:gd name="connsiteY0" fmla="*/ 5 h 91046"/>
                <a:gd name="connsiteX1" fmla="*/ 3730 w 9872"/>
                <a:gd name="connsiteY1" fmla="*/ 5 h 91046"/>
                <a:gd name="connsiteX2" fmla="*/ 2587 w 9872"/>
                <a:gd name="connsiteY2" fmla="*/ 5 h 91046"/>
                <a:gd name="connsiteX3" fmla="*/ 1698 w 9872"/>
                <a:gd name="connsiteY3" fmla="*/ 5 h 91046"/>
                <a:gd name="connsiteX4" fmla="*/ 809 w 9872"/>
                <a:gd name="connsiteY4" fmla="*/ 5 h 91046"/>
                <a:gd name="connsiteX5" fmla="*/ 48 w 9872"/>
                <a:gd name="connsiteY5" fmla="*/ 5 h 91046"/>
                <a:gd name="connsiteX6" fmla="*/ 48 w 9872"/>
                <a:gd name="connsiteY6" fmla="*/ 894 h 91046"/>
                <a:gd name="connsiteX7" fmla="*/ 48 w 9872"/>
                <a:gd name="connsiteY7" fmla="*/ 1656 h 91046"/>
                <a:gd name="connsiteX8" fmla="*/ 48 w 9872"/>
                <a:gd name="connsiteY8" fmla="*/ 2672 h 91046"/>
                <a:gd name="connsiteX9" fmla="*/ 48 w 9872"/>
                <a:gd name="connsiteY9" fmla="*/ 3433 h 91046"/>
                <a:gd name="connsiteX10" fmla="*/ 48 w 9872"/>
                <a:gd name="connsiteY10" fmla="*/ 86089 h 91046"/>
                <a:gd name="connsiteX11" fmla="*/ 5495 w 9872"/>
                <a:gd name="connsiteY11" fmla="*/ 91041 h 91046"/>
                <a:gd name="connsiteX12" fmla="*/ 5507 w 9872"/>
                <a:gd name="connsiteY12" fmla="*/ 91041 h 91046"/>
                <a:gd name="connsiteX13" fmla="*/ 9190 w 9872"/>
                <a:gd name="connsiteY13" fmla="*/ 89644 h 91046"/>
                <a:gd name="connsiteX14" fmla="*/ 9190 w 9872"/>
                <a:gd name="connsiteY14" fmla="*/ 88882 h 91046"/>
                <a:gd name="connsiteX15" fmla="*/ 9824 w 9872"/>
                <a:gd name="connsiteY15" fmla="*/ 88120 h 91046"/>
                <a:gd name="connsiteX16" fmla="*/ 9824 w 9872"/>
                <a:gd name="connsiteY16" fmla="*/ 87358 h 91046"/>
                <a:gd name="connsiteX17" fmla="*/ 9824 w 9872"/>
                <a:gd name="connsiteY17" fmla="*/ 86216 h 91046"/>
                <a:gd name="connsiteX18" fmla="*/ 9824 w 9872"/>
                <a:gd name="connsiteY18" fmla="*/ 86216 h 91046"/>
                <a:gd name="connsiteX19" fmla="*/ 9824 w 9872"/>
                <a:gd name="connsiteY19" fmla="*/ 3560 h 91046"/>
                <a:gd name="connsiteX20" fmla="*/ 4745 w 9872"/>
                <a:gd name="connsiteY20" fmla="*/ 5 h 91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872" h="91046">
                  <a:moveTo>
                    <a:pt x="4745" y="5"/>
                  </a:moveTo>
                  <a:lnTo>
                    <a:pt x="3730" y="5"/>
                  </a:lnTo>
                  <a:lnTo>
                    <a:pt x="2587" y="5"/>
                  </a:lnTo>
                  <a:lnTo>
                    <a:pt x="1698" y="5"/>
                  </a:lnTo>
                  <a:lnTo>
                    <a:pt x="809" y="5"/>
                  </a:lnTo>
                  <a:lnTo>
                    <a:pt x="48" y="5"/>
                  </a:lnTo>
                  <a:lnTo>
                    <a:pt x="48" y="894"/>
                  </a:lnTo>
                  <a:lnTo>
                    <a:pt x="48" y="1656"/>
                  </a:lnTo>
                  <a:cubicBezTo>
                    <a:pt x="-16" y="1986"/>
                    <a:pt x="-16" y="2341"/>
                    <a:pt x="48" y="2672"/>
                  </a:cubicBezTo>
                  <a:cubicBezTo>
                    <a:pt x="-3" y="2925"/>
                    <a:pt x="-3" y="3179"/>
                    <a:pt x="48" y="3433"/>
                  </a:cubicBezTo>
                  <a:lnTo>
                    <a:pt x="48" y="86089"/>
                  </a:lnTo>
                  <a:cubicBezTo>
                    <a:pt x="187" y="88958"/>
                    <a:pt x="2625" y="91180"/>
                    <a:pt x="5495" y="91041"/>
                  </a:cubicBezTo>
                  <a:cubicBezTo>
                    <a:pt x="5495" y="91041"/>
                    <a:pt x="5507" y="91041"/>
                    <a:pt x="5507" y="91041"/>
                  </a:cubicBezTo>
                  <a:cubicBezTo>
                    <a:pt x="6866" y="91066"/>
                    <a:pt x="8186" y="90558"/>
                    <a:pt x="9190" y="89644"/>
                  </a:cubicBezTo>
                  <a:lnTo>
                    <a:pt x="9190" y="88882"/>
                  </a:lnTo>
                  <a:lnTo>
                    <a:pt x="9824" y="88120"/>
                  </a:lnTo>
                  <a:cubicBezTo>
                    <a:pt x="9888" y="87866"/>
                    <a:pt x="9888" y="87613"/>
                    <a:pt x="9824" y="87358"/>
                  </a:cubicBezTo>
                  <a:cubicBezTo>
                    <a:pt x="9888" y="86977"/>
                    <a:pt x="9888" y="86597"/>
                    <a:pt x="9824" y="86216"/>
                  </a:cubicBezTo>
                  <a:lnTo>
                    <a:pt x="9824" y="86216"/>
                  </a:lnTo>
                  <a:lnTo>
                    <a:pt x="9824" y="3560"/>
                  </a:lnTo>
                  <a:cubicBezTo>
                    <a:pt x="9139" y="1363"/>
                    <a:pt x="7044" y="-97"/>
                    <a:pt x="4745" y="5"/>
                  </a:cubicBezTo>
                  <a:close/>
                </a:path>
              </a:pathLst>
            </a:custGeom>
            <a:solidFill>
              <a:srgbClr val="000000"/>
            </a:solidFill>
            <a:ln w="12690" cap="flat">
              <a:noFill/>
              <a:prstDash val="solid"/>
              <a:miter/>
            </a:ln>
          </p:spPr>
          <p:txBody>
            <a:bodyPr rtlCol="0" anchor="ctr"/>
            <a:lstStyle/>
            <a:p>
              <a:endParaRPr lang="en-US" sz="1350"/>
            </a:p>
          </p:txBody>
        </p:sp>
        <p:sp>
          <p:nvSpPr>
            <p:cNvPr id="735" name="Freeform: Shape 734">
              <a:extLst>
                <a:ext uri="{FF2B5EF4-FFF2-40B4-BE49-F238E27FC236}">
                  <a16:creationId xmlns:a16="http://schemas.microsoft.com/office/drawing/2014/main" id="{66D04349-AD2D-4631-B8BF-E311C86FFC7B}"/>
                </a:ext>
              </a:extLst>
            </p:cNvPr>
            <p:cNvSpPr/>
            <p:nvPr/>
          </p:nvSpPr>
          <p:spPr>
            <a:xfrm>
              <a:off x="9464449" y="412631"/>
              <a:ext cx="268050" cy="88369"/>
            </a:xfrm>
            <a:custGeom>
              <a:avLst/>
              <a:gdLst>
                <a:gd name="connsiteX0" fmla="*/ 3068 w 268050"/>
                <a:gd name="connsiteY0" fmla="*/ 9396 h 88369"/>
                <a:gd name="connsiteX1" fmla="*/ 5988 w 268050"/>
                <a:gd name="connsiteY1" fmla="*/ 10284 h 88369"/>
                <a:gd name="connsiteX2" fmla="*/ 264622 w 268050"/>
                <a:gd name="connsiteY2" fmla="*/ 88369 h 88369"/>
                <a:gd name="connsiteX3" fmla="*/ 261156 w 268050"/>
                <a:gd name="connsiteY3" fmla="*/ 82287 h 88369"/>
                <a:gd name="connsiteX4" fmla="*/ 261194 w 268050"/>
                <a:gd name="connsiteY4" fmla="*/ 82148 h 88369"/>
                <a:gd name="connsiteX5" fmla="*/ 268051 w 268050"/>
                <a:gd name="connsiteY5" fmla="*/ 79101 h 88369"/>
                <a:gd name="connsiteX6" fmla="*/ 260941 w 268050"/>
                <a:gd name="connsiteY6" fmla="*/ 76942 h 88369"/>
                <a:gd name="connsiteX7" fmla="*/ 7004 w 268050"/>
                <a:gd name="connsiteY7" fmla="*/ 0 h 88369"/>
                <a:gd name="connsiteX8" fmla="*/ 4210 w 268050"/>
                <a:gd name="connsiteY8" fmla="*/ 0 h 88369"/>
                <a:gd name="connsiteX9" fmla="*/ 3321 w 268050"/>
                <a:gd name="connsiteY9" fmla="*/ 0 h 88369"/>
                <a:gd name="connsiteX10" fmla="*/ 2306 w 268050"/>
                <a:gd name="connsiteY10" fmla="*/ 0 h 88369"/>
                <a:gd name="connsiteX11" fmla="*/ 656 w 268050"/>
                <a:gd name="connsiteY11" fmla="*/ 6437 h 88369"/>
                <a:gd name="connsiteX12" fmla="*/ 3703 w 268050"/>
                <a:gd name="connsiteY12" fmla="*/ 8634 h 88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8050" h="88369">
                  <a:moveTo>
                    <a:pt x="3068" y="9396"/>
                  </a:moveTo>
                  <a:lnTo>
                    <a:pt x="5988" y="10284"/>
                  </a:lnTo>
                  <a:lnTo>
                    <a:pt x="264622" y="88369"/>
                  </a:lnTo>
                  <a:cubicBezTo>
                    <a:pt x="261981" y="87645"/>
                    <a:pt x="260432" y="84928"/>
                    <a:pt x="261156" y="82287"/>
                  </a:cubicBezTo>
                  <a:cubicBezTo>
                    <a:pt x="261169" y="82237"/>
                    <a:pt x="261182" y="82199"/>
                    <a:pt x="261194" y="82148"/>
                  </a:cubicBezTo>
                  <a:cubicBezTo>
                    <a:pt x="262349" y="79519"/>
                    <a:pt x="265321" y="78199"/>
                    <a:pt x="268051" y="79101"/>
                  </a:cubicBezTo>
                  <a:lnTo>
                    <a:pt x="260941" y="76942"/>
                  </a:lnTo>
                  <a:lnTo>
                    <a:pt x="7004" y="0"/>
                  </a:lnTo>
                  <a:lnTo>
                    <a:pt x="4210" y="0"/>
                  </a:lnTo>
                  <a:lnTo>
                    <a:pt x="3321" y="0"/>
                  </a:lnTo>
                  <a:lnTo>
                    <a:pt x="2306" y="0"/>
                  </a:lnTo>
                  <a:cubicBezTo>
                    <a:pt x="71" y="1321"/>
                    <a:pt x="-665" y="4203"/>
                    <a:pt x="656" y="6437"/>
                  </a:cubicBezTo>
                  <a:cubicBezTo>
                    <a:pt x="1328" y="7555"/>
                    <a:pt x="2420" y="8354"/>
                    <a:pt x="3703" y="8634"/>
                  </a:cubicBezTo>
                  <a:close/>
                </a:path>
              </a:pathLst>
            </a:custGeom>
            <a:solidFill>
              <a:srgbClr val="000000"/>
            </a:solidFill>
            <a:ln w="12690" cap="flat">
              <a:noFill/>
              <a:prstDash val="solid"/>
              <a:miter/>
            </a:ln>
          </p:spPr>
          <p:txBody>
            <a:bodyPr rtlCol="0" anchor="ctr"/>
            <a:lstStyle/>
            <a:p>
              <a:endParaRPr lang="en-US" sz="1350"/>
            </a:p>
          </p:txBody>
        </p:sp>
        <p:sp>
          <p:nvSpPr>
            <p:cNvPr id="736" name="Freeform: Shape 735">
              <a:extLst>
                <a:ext uri="{FF2B5EF4-FFF2-40B4-BE49-F238E27FC236}">
                  <a16:creationId xmlns:a16="http://schemas.microsoft.com/office/drawing/2014/main" id="{BDA53237-8FFC-4DAD-BD59-6604DA1E09B8}"/>
                </a:ext>
              </a:extLst>
            </p:cNvPr>
            <p:cNvSpPr/>
            <p:nvPr/>
          </p:nvSpPr>
          <p:spPr>
            <a:xfrm>
              <a:off x="9725425" y="491227"/>
              <a:ext cx="129435" cy="45579"/>
            </a:xfrm>
            <a:custGeom>
              <a:avLst/>
              <a:gdLst>
                <a:gd name="connsiteX0" fmla="*/ 218 w 129435"/>
                <a:gd name="connsiteY0" fmla="*/ 3551 h 45579"/>
                <a:gd name="connsiteX1" fmla="*/ 3507 w 129435"/>
                <a:gd name="connsiteY1" fmla="*/ 9735 h 45579"/>
                <a:gd name="connsiteX2" fmla="*/ 3646 w 129435"/>
                <a:gd name="connsiteY2" fmla="*/ 9773 h 45579"/>
                <a:gd name="connsiteX3" fmla="*/ 122361 w 129435"/>
                <a:gd name="connsiteY3" fmla="*/ 45578 h 45579"/>
                <a:gd name="connsiteX4" fmla="*/ 124012 w 129435"/>
                <a:gd name="connsiteY4" fmla="*/ 45578 h 45579"/>
                <a:gd name="connsiteX5" fmla="*/ 129218 w 129435"/>
                <a:gd name="connsiteY5" fmla="*/ 42150 h 45579"/>
                <a:gd name="connsiteX6" fmla="*/ 125929 w 129435"/>
                <a:gd name="connsiteY6" fmla="*/ 35966 h 45579"/>
                <a:gd name="connsiteX7" fmla="*/ 125789 w 129435"/>
                <a:gd name="connsiteY7" fmla="*/ 35928 h 45579"/>
                <a:gd name="connsiteX8" fmla="*/ 122742 w 129435"/>
                <a:gd name="connsiteY8" fmla="*/ 35039 h 45579"/>
                <a:gd name="connsiteX9" fmla="*/ 10756 w 129435"/>
                <a:gd name="connsiteY9" fmla="*/ 1266 h 45579"/>
                <a:gd name="connsiteX10" fmla="*/ 7074 w 129435"/>
                <a:gd name="connsiteY10" fmla="*/ 250 h 45579"/>
                <a:gd name="connsiteX11" fmla="*/ 218 w 129435"/>
                <a:gd name="connsiteY11" fmla="*/ 3551 h 4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9435" h="45579">
                  <a:moveTo>
                    <a:pt x="218" y="3551"/>
                  </a:moveTo>
                  <a:cubicBezTo>
                    <a:pt x="-582" y="6167"/>
                    <a:pt x="891" y="8935"/>
                    <a:pt x="3507" y="9735"/>
                  </a:cubicBezTo>
                  <a:cubicBezTo>
                    <a:pt x="3557" y="9747"/>
                    <a:pt x="3596" y="9760"/>
                    <a:pt x="3646" y="9773"/>
                  </a:cubicBezTo>
                  <a:lnTo>
                    <a:pt x="122361" y="45578"/>
                  </a:lnTo>
                  <a:lnTo>
                    <a:pt x="124012" y="45578"/>
                  </a:lnTo>
                  <a:cubicBezTo>
                    <a:pt x="126297" y="45641"/>
                    <a:pt x="128367" y="44270"/>
                    <a:pt x="129218" y="42150"/>
                  </a:cubicBezTo>
                  <a:cubicBezTo>
                    <a:pt x="130018" y="39534"/>
                    <a:pt x="128544" y="36766"/>
                    <a:pt x="125929" y="35966"/>
                  </a:cubicBezTo>
                  <a:cubicBezTo>
                    <a:pt x="125879" y="35953"/>
                    <a:pt x="125841" y="35941"/>
                    <a:pt x="125789" y="35928"/>
                  </a:cubicBezTo>
                  <a:lnTo>
                    <a:pt x="122742" y="35039"/>
                  </a:lnTo>
                  <a:lnTo>
                    <a:pt x="10756" y="1266"/>
                  </a:lnTo>
                  <a:lnTo>
                    <a:pt x="7074" y="250"/>
                  </a:lnTo>
                  <a:cubicBezTo>
                    <a:pt x="4281" y="-613"/>
                    <a:pt x="1285" y="822"/>
                    <a:pt x="218" y="3551"/>
                  </a:cubicBezTo>
                  <a:close/>
                </a:path>
              </a:pathLst>
            </a:custGeom>
            <a:solidFill>
              <a:srgbClr val="000000"/>
            </a:solidFill>
            <a:ln w="12690" cap="flat">
              <a:noFill/>
              <a:prstDash val="solid"/>
              <a:miter/>
            </a:ln>
          </p:spPr>
          <p:txBody>
            <a:bodyPr rtlCol="0" anchor="ctr"/>
            <a:lstStyle/>
            <a:p>
              <a:endParaRPr lang="en-US" sz="1350"/>
            </a:p>
          </p:txBody>
        </p:sp>
        <p:sp>
          <p:nvSpPr>
            <p:cNvPr id="787" name="Freeform 786">
              <a:extLst>
                <a:ext uri="{FF2B5EF4-FFF2-40B4-BE49-F238E27FC236}">
                  <a16:creationId xmlns:a16="http://schemas.microsoft.com/office/drawing/2014/main" id="{590AA2E1-0474-EB08-6589-3593E4C77CB1}"/>
                </a:ext>
              </a:extLst>
            </p:cNvPr>
            <p:cNvSpPr/>
            <p:nvPr/>
          </p:nvSpPr>
          <p:spPr>
            <a:xfrm>
              <a:off x="8100642" y="-12696"/>
              <a:ext cx="849448" cy="254177"/>
            </a:xfrm>
            <a:custGeom>
              <a:avLst/>
              <a:gdLst>
                <a:gd name="connsiteX0" fmla="*/ 0 w 849448"/>
                <a:gd name="connsiteY0" fmla="*/ 0 h 254177"/>
                <a:gd name="connsiteX1" fmla="*/ 34179 w 849448"/>
                <a:gd name="connsiteY1" fmla="*/ 0 h 254177"/>
                <a:gd name="connsiteX2" fmla="*/ 847575 w 849448"/>
                <a:gd name="connsiteY2" fmla="*/ 245922 h 254177"/>
                <a:gd name="connsiteX3" fmla="*/ 848591 w 849448"/>
                <a:gd name="connsiteY3" fmla="*/ 245922 h 254177"/>
                <a:gd name="connsiteX4" fmla="*/ 849352 w 849448"/>
                <a:gd name="connsiteY4" fmla="*/ 245922 h 254177"/>
                <a:gd name="connsiteX5" fmla="*/ 849352 w 849448"/>
                <a:gd name="connsiteY5" fmla="*/ 246684 h 254177"/>
                <a:gd name="connsiteX6" fmla="*/ 849352 w 849448"/>
                <a:gd name="connsiteY6" fmla="*/ 247446 h 254177"/>
                <a:gd name="connsiteX7" fmla="*/ 849352 w 849448"/>
                <a:gd name="connsiteY7" fmla="*/ 248335 h 254177"/>
                <a:gd name="connsiteX8" fmla="*/ 849352 w 849448"/>
                <a:gd name="connsiteY8" fmla="*/ 249097 h 254177"/>
                <a:gd name="connsiteX9" fmla="*/ 849352 w 849448"/>
                <a:gd name="connsiteY9" fmla="*/ 250747 h 254177"/>
                <a:gd name="connsiteX10" fmla="*/ 844273 w 849448"/>
                <a:gd name="connsiteY10" fmla="*/ 254175 h 254177"/>
                <a:gd name="connsiteX11" fmla="*/ 842623 w 849448"/>
                <a:gd name="connsiteY11" fmla="*/ 254175 h 254177"/>
                <a:gd name="connsiteX12" fmla="*/ 838814 w 849448"/>
                <a:gd name="connsiteY12" fmla="*/ 253033 h 254177"/>
                <a:gd name="connsiteX13" fmla="*/ 835385 w 849448"/>
                <a:gd name="connsiteY13" fmla="*/ 252398 h 2541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849448" h="254177">
                  <a:moveTo>
                    <a:pt x="0" y="0"/>
                  </a:moveTo>
                  <a:lnTo>
                    <a:pt x="34179" y="0"/>
                  </a:lnTo>
                  <a:lnTo>
                    <a:pt x="847575" y="245922"/>
                  </a:lnTo>
                  <a:lnTo>
                    <a:pt x="848591" y="245922"/>
                  </a:lnTo>
                  <a:lnTo>
                    <a:pt x="849352" y="245922"/>
                  </a:lnTo>
                  <a:lnTo>
                    <a:pt x="849352" y="246684"/>
                  </a:lnTo>
                  <a:lnTo>
                    <a:pt x="849352" y="247446"/>
                  </a:lnTo>
                  <a:cubicBezTo>
                    <a:pt x="849403" y="247738"/>
                    <a:pt x="849403" y="248043"/>
                    <a:pt x="849352" y="248335"/>
                  </a:cubicBezTo>
                  <a:cubicBezTo>
                    <a:pt x="849352" y="249097"/>
                    <a:pt x="849352" y="249097"/>
                    <a:pt x="849352" y="249097"/>
                  </a:cubicBezTo>
                  <a:cubicBezTo>
                    <a:pt x="849480" y="249643"/>
                    <a:pt x="849480" y="250201"/>
                    <a:pt x="849352" y="250747"/>
                  </a:cubicBezTo>
                  <a:cubicBezTo>
                    <a:pt x="848577" y="252868"/>
                    <a:pt x="846534" y="254251"/>
                    <a:pt x="844273" y="254175"/>
                  </a:cubicBezTo>
                  <a:lnTo>
                    <a:pt x="842623" y="254175"/>
                  </a:lnTo>
                  <a:lnTo>
                    <a:pt x="838814" y="253033"/>
                  </a:lnTo>
                  <a:lnTo>
                    <a:pt x="835385" y="252398"/>
                  </a:lnTo>
                  <a:close/>
                </a:path>
              </a:pathLst>
            </a:custGeom>
            <a:solidFill>
              <a:srgbClr val="000000"/>
            </a:solidFill>
            <a:ln w="12690" cap="flat">
              <a:noFill/>
              <a:prstDash val="solid"/>
              <a:miter/>
            </a:ln>
          </p:spPr>
          <p:txBody>
            <a:bodyPr wrap="square" rtlCol="0" anchor="ctr">
              <a:noAutofit/>
            </a:bodyPr>
            <a:lstStyle/>
            <a:p>
              <a:endParaRPr lang="en-US" sz="1350"/>
            </a:p>
          </p:txBody>
        </p:sp>
        <p:sp>
          <p:nvSpPr>
            <p:cNvPr id="751" name="Freeform: Shape 750">
              <a:extLst>
                <a:ext uri="{FF2B5EF4-FFF2-40B4-BE49-F238E27FC236}">
                  <a16:creationId xmlns:a16="http://schemas.microsoft.com/office/drawing/2014/main" id="{FD054846-01C8-4BBA-B082-7E9B2A75BB9F}"/>
                </a:ext>
              </a:extLst>
            </p:cNvPr>
            <p:cNvSpPr/>
            <p:nvPr/>
          </p:nvSpPr>
          <p:spPr>
            <a:xfrm>
              <a:off x="4127359" y="49251"/>
              <a:ext cx="10792" cy="108112"/>
            </a:xfrm>
            <a:custGeom>
              <a:avLst/>
              <a:gdLst>
                <a:gd name="connsiteX0" fmla="*/ 10792 w 10792"/>
                <a:gd name="connsiteY0" fmla="*/ 0 h 108112"/>
                <a:gd name="connsiteX1" fmla="*/ 4571 w 10792"/>
                <a:gd name="connsiteY1" fmla="*/ 4571 h 108112"/>
                <a:gd name="connsiteX2" fmla="*/ 0 w 10792"/>
                <a:gd name="connsiteY2" fmla="*/ 0 h 108112"/>
                <a:gd name="connsiteX3" fmla="*/ 0 w 10792"/>
                <a:gd name="connsiteY3" fmla="*/ 103478 h 108112"/>
                <a:gd name="connsiteX4" fmla="*/ 6221 w 10792"/>
                <a:gd name="connsiteY4" fmla="*/ 108049 h 108112"/>
                <a:gd name="connsiteX5" fmla="*/ 10792 w 10792"/>
                <a:gd name="connsiteY5" fmla="*/ 103478 h 108112"/>
                <a:gd name="connsiteX6" fmla="*/ 10792 w 10792"/>
                <a:gd name="connsiteY6" fmla="*/ 0 h 1081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92" h="108112">
                  <a:moveTo>
                    <a:pt x="10792" y="0"/>
                  </a:moveTo>
                  <a:cubicBezTo>
                    <a:pt x="10335" y="2984"/>
                    <a:pt x="7542" y="5028"/>
                    <a:pt x="4571" y="4571"/>
                  </a:cubicBezTo>
                  <a:cubicBezTo>
                    <a:pt x="2209" y="4203"/>
                    <a:pt x="368" y="2362"/>
                    <a:pt x="0" y="0"/>
                  </a:cubicBezTo>
                  <a:lnTo>
                    <a:pt x="0" y="103478"/>
                  </a:lnTo>
                  <a:cubicBezTo>
                    <a:pt x="457" y="106462"/>
                    <a:pt x="3251" y="108506"/>
                    <a:pt x="6221" y="108049"/>
                  </a:cubicBezTo>
                  <a:cubicBezTo>
                    <a:pt x="8583" y="107681"/>
                    <a:pt x="10424" y="105840"/>
                    <a:pt x="10792" y="103478"/>
                  </a:cubicBezTo>
                  <a:lnTo>
                    <a:pt x="10792" y="0"/>
                  </a:lnTo>
                  <a:close/>
                </a:path>
              </a:pathLst>
            </a:custGeom>
            <a:solidFill>
              <a:srgbClr val="000000"/>
            </a:solidFill>
            <a:ln w="12690" cap="flat">
              <a:noFill/>
              <a:prstDash val="solid"/>
              <a:miter/>
            </a:ln>
          </p:spPr>
          <p:txBody>
            <a:bodyPr rtlCol="0" anchor="ctr"/>
            <a:lstStyle/>
            <a:p>
              <a:endParaRPr lang="en-US" sz="1350"/>
            </a:p>
          </p:txBody>
        </p:sp>
        <p:sp>
          <p:nvSpPr>
            <p:cNvPr id="752" name="Freeform: Shape 751">
              <a:extLst>
                <a:ext uri="{FF2B5EF4-FFF2-40B4-BE49-F238E27FC236}">
                  <a16:creationId xmlns:a16="http://schemas.microsoft.com/office/drawing/2014/main" id="{C7847FD4-6269-47ED-89AF-C458AC0E5E88}"/>
                </a:ext>
              </a:extLst>
            </p:cNvPr>
            <p:cNvSpPr/>
            <p:nvPr/>
          </p:nvSpPr>
          <p:spPr>
            <a:xfrm>
              <a:off x="8661519" y="1759745"/>
              <a:ext cx="9272" cy="47491"/>
            </a:xfrm>
            <a:custGeom>
              <a:avLst/>
              <a:gdLst>
                <a:gd name="connsiteX0" fmla="*/ 4828 w 9272"/>
                <a:gd name="connsiteY0" fmla="*/ 47492 h 47491"/>
                <a:gd name="connsiteX1" fmla="*/ 4828 w 9272"/>
                <a:gd name="connsiteY1" fmla="*/ 47492 h 47491"/>
                <a:gd name="connsiteX2" fmla="*/ 7621 w 9272"/>
                <a:gd name="connsiteY2" fmla="*/ 46730 h 47491"/>
                <a:gd name="connsiteX3" fmla="*/ 7621 w 9272"/>
                <a:gd name="connsiteY3" fmla="*/ 46730 h 47491"/>
                <a:gd name="connsiteX4" fmla="*/ 9272 w 9272"/>
                <a:gd name="connsiteY4" fmla="*/ 44572 h 47491"/>
                <a:gd name="connsiteX5" fmla="*/ 9272 w 9272"/>
                <a:gd name="connsiteY5" fmla="*/ 43810 h 47491"/>
                <a:gd name="connsiteX6" fmla="*/ 9272 w 9272"/>
                <a:gd name="connsiteY6" fmla="*/ 42921 h 47491"/>
                <a:gd name="connsiteX7" fmla="*/ 9272 w 9272"/>
                <a:gd name="connsiteY7" fmla="*/ 4831 h 47491"/>
                <a:gd name="connsiteX8" fmla="*/ 3952 w 9272"/>
                <a:gd name="connsiteY8" fmla="*/ 6 h 47491"/>
                <a:gd name="connsiteX9" fmla="*/ 3939 w 9272"/>
                <a:gd name="connsiteY9" fmla="*/ 6 h 47491"/>
                <a:gd name="connsiteX10" fmla="*/ 130 w 9272"/>
                <a:gd name="connsiteY10" fmla="*/ 1276 h 47491"/>
                <a:gd name="connsiteX11" fmla="*/ 130 w 9272"/>
                <a:gd name="connsiteY11" fmla="*/ 1276 h 47491"/>
                <a:gd name="connsiteX12" fmla="*/ 130 w 9272"/>
                <a:gd name="connsiteY12" fmla="*/ 2038 h 47491"/>
                <a:gd name="connsiteX13" fmla="*/ 130 w 9272"/>
                <a:gd name="connsiteY13" fmla="*/ 2038 h 47491"/>
                <a:gd name="connsiteX14" fmla="*/ 130 w 9272"/>
                <a:gd name="connsiteY14" fmla="*/ 2038 h 47491"/>
                <a:gd name="connsiteX15" fmla="*/ 130 w 9272"/>
                <a:gd name="connsiteY15" fmla="*/ 2038 h 47491"/>
                <a:gd name="connsiteX16" fmla="*/ 130 w 9272"/>
                <a:gd name="connsiteY16" fmla="*/ 3053 h 47491"/>
                <a:gd name="connsiteX17" fmla="*/ 130 w 9272"/>
                <a:gd name="connsiteY17" fmla="*/ 3053 h 47491"/>
                <a:gd name="connsiteX18" fmla="*/ 130 w 9272"/>
                <a:gd name="connsiteY18" fmla="*/ 41144 h 47491"/>
                <a:gd name="connsiteX19" fmla="*/ 4053 w 9272"/>
                <a:gd name="connsiteY19" fmla="*/ 47378 h 47491"/>
                <a:gd name="connsiteX20" fmla="*/ 4828 w 9272"/>
                <a:gd name="connsiteY20" fmla="*/ 47492 h 47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272" h="47491">
                  <a:moveTo>
                    <a:pt x="4828" y="47492"/>
                  </a:moveTo>
                  <a:lnTo>
                    <a:pt x="4828" y="47492"/>
                  </a:lnTo>
                  <a:cubicBezTo>
                    <a:pt x="5806" y="47441"/>
                    <a:pt x="6758" y="47175"/>
                    <a:pt x="7621" y="46730"/>
                  </a:cubicBezTo>
                  <a:lnTo>
                    <a:pt x="7621" y="46730"/>
                  </a:lnTo>
                  <a:cubicBezTo>
                    <a:pt x="8370" y="46184"/>
                    <a:pt x="8942" y="45435"/>
                    <a:pt x="9272" y="44572"/>
                  </a:cubicBezTo>
                  <a:lnTo>
                    <a:pt x="9272" y="43810"/>
                  </a:lnTo>
                  <a:cubicBezTo>
                    <a:pt x="9272" y="43810"/>
                    <a:pt x="9272" y="43810"/>
                    <a:pt x="9272" y="42921"/>
                  </a:cubicBezTo>
                  <a:lnTo>
                    <a:pt x="9272" y="4831"/>
                  </a:lnTo>
                  <a:cubicBezTo>
                    <a:pt x="9132" y="2025"/>
                    <a:pt x="6758" y="-133"/>
                    <a:pt x="3952" y="6"/>
                  </a:cubicBezTo>
                  <a:cubicBezTo>
                    <a:pt x="3952" y="6"/>
                    <a:pt x="3939" y="6"/>
                    <a:pt x="3939" y="6"/>
                  </a:cubicBezTo>
                  <a:cubicBezTo>
                    <a:pt x="2568" y="-6"/>
                    <a:pt x="1222" y="438"/>
                    <a:pt x="130" y="1276"/>
                  </a:cubicBezTo>
                  <a:lnTo>
                    <a:pt x="130" y="1276"/>
                  </a:lnTo>
                  <a:lnTo>
                    <a:pt x="130" y="2038"/>
                  </a:lnTo>
                  <a:lnTo>
                    <a:pt x="130" y="2038"/>
                  </a:lnTo>
                  <a:lnTo>
                    <a:pt x="130" y="2038"/>
                  </a:lnTo>
                  <a:lnTo>
                    <a:pt x="130" y="2038"/>
                  </a:lnTo>
                  <a:cubicBezTo>
                    <a:pt x="80" y="2368"/>
                    <a:pt x="80" y="2723"/>
                    <a:pt x="130" y="3053"/>
                  </a:cubicBezTo>
                  <a:lnTo>
                    <a:pt x="130" y="3053"/>
                  </a:lnTo>
                  <a:lnTo>
                    <a:pt x="130" y="41144"/>
                  </a:lnTo>
                  <a:cubicBezTo>
                    <a:pt x="-505" y="43950"/>
                    <a:pt x="1247" y="46743"/>
                    <a:pt x="4053" y="47378"/>
                  </a:cubicBezTo>
                  <a:cubicBezTo>
                    <a:pt x="4307" y="47429"/>
                    <a:pt x="4561" y="47467"/>
                    <a:pt x="4828" y="47492"/>
                  </a:cubicBezTo>
                  <a:close/>
                </a:path>
              </a:pathLst>
            </a:custGeom>
            <a:solidFill>
              <a:srgbClr val="000000"/>
            </a:solidFill>
            <a:ln w="12690" cap="flat">
              <a:noFill/>
              <a:prstDash val="solid"/>
              <a:miter/>
            </a:ln>
          </p:spPr>
          <p:txBody>
            <a:bodyPr rtlCol="0" anchor="ctr"/>
            <a:lstStyle/>
            <a:p>
              <a:endParaRPr lang="en-US" sz="1350"/>
            </a:p>
          </p:txBody>
        </p:sp>
        <p:sp>
          <p:nvSpPr>
            <p:cNvPr id="753" name="Freeform: Shape 752">
              <a:extLst>
                <a:ext uri="{FF2B5EF4-FFF2-40B4-BE49-F238E27FC236}">
                  <a16:creationId xmlns:a16="http://schemas.microsoft.com/office/drawing/2014/main" id="{64B7AEA1-440F-4EA8-8099-581A06416A77}"/>
                </a:ext>
              </a:extLst>
            </p:cNvPr>
            <p:cNvSpPr/>
            <p:nvPr/>
          </p:nvSpPr>
          <p:spPr>
            <a:xfrm>
              <a:off x="7576070" y="1096476"/>
              <a:ext cx="191864" cy="28827"/>
            </a:xfrm>
            <a:custGeom>
              <a:avLst/>
              <a:gdLst>
                <a:gd name="connsiteX0" fmla="*/ 191849 w 191864"/>
                <a:gd name="connsiteY0" fmla="*/ 23870 h 28827"/>
                <a:gd name="connsiteX1" fmla="*/ 187177 w 191864"/>
                <a:gd name="connsiteY1" fmla="*/ 18410 h 28827"/>
                <a:gd name="connsiteX2" fmla="*/ 187151 w 191864"/>
                <a:gd name="connsiteY2" fmla="*/ 18410 h 28827"/>
                <a:gd name="connsiteX3" fmla="*/ 184739 w 191864"/>
                <a:gd name="connsiteY3" fmla="*/ 18410 h 28827"/>
                <a:gd name="connsiteX4" fmla="*/ 5460 w 191864"/>
                <a:gd name="connsiteY4" fmla="*/ 0 h 28827"/>
                <a:gd name="connsiteX5" fmla="*/ 635 w 191864"/>
                <a:gd name="connsiteY5" fmla="*/ 0 h 28827"/>
                <a:gd name="connsiteX6" fmla="*/ 5460 w 191864"/>
                <a:gd name="connsiteY6" fmla="*/ 5320 h 28827"/>
                <a:gd name="connsiteX7" fmla="*/ 5460 w 191864"/>
                <a:gd name="connsiteY7" fmla="*/ 5333 h 28827"/>
                <a:gd name="connsiteX8" fmla="*/ 0 w 191864"/>
                <a:gd name="connsiteY8" fmla="*/ 9777 h 28827"/>
                <a:gd name="connsiteX9" fmla="*/ 0 w 191864"/>
                <a:gd name="connsiteY9" fmla="*/ 9777 h 28827"/>
                <a:gd name="connsiteX10" fmla="*/ 186389 w 191864"/>
                <a:gd name="connsiteY10" fmla="*/ 28822 h 28827"/>
                <a:gd name="connsiteX11" fmla="*/ 186389 w 191864"/>
                <a:gd name="connsiteY11" fmla="*/ 28822 h 28827"/>
                <a:gd name="connsiteX12" fmla="*/ 191849 w 191864"/>
                <a:gd name="connsiteY12" fmla="*/ 23883 h 28827"/>
                <a:gd name="connsiteX13" fmla="*/ 191849 w 191864"/>
                <a:gd name="connsiteY13" fmla="*/ 23870 h 288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91864" h="28827">
                  <a:moveTo>
                    <a:pt x="191849" y="23870"/>
                  </a:moveTo>
                  <a:cubicBezTo>
                    <a:pt x="192065" y="21077"/>
                    <a:pt x="189970" y="18626"/>
                    <a:pt x="187177" y="18410"/>
                  </a:cubicBezTo>
                  <a:cubicBezTo>
                    <a:pt x="187177" y="18410"/>
                    <a:pt x="187164" y="18410"/>
                    <a:pt x="187151" y="18410"/>
                  </a:cubicBezTo>
                  <a:lnTo>
                    <a:pt x="184739" y="18410"/>
                  </a:lnTo>
                  <a:lnTo>
                    <a:pt x="5460" y="0"/>
                  </a:lnTo>
                  <a:lnTo>
                    <a:pt x="635" y="0"/>
                  </a:lnTo>
                  <a:cubicBezTo>
                    <a:pt x="3441" y="140"/>
                    <a:pt x="5600" y="2514"/>
                    <a:pt x="5460" y="5320"/>
                  </a:cubicBezTo>
                  <a:cubicBezTo>
                    <a:pt x="5460" y="5320"/>
                    <a:pt x="5460" y="5333"/>
                    <a:pt x="5460" y="5333"/>
                  </a:cubicBezTo>
                  <a:cubicBezTo>
                    <a:pt x="5015" y="7974"/>
                    <a:pt x="2679" y="9878"/>
                    <a:pt x="0" y="9777"/>
                  </a:cubicBezTo>
                  <a:lnTo>
                    <a:pt x="0" y="9777"/>
                  </a:lnTo>
                  <a:lnTo>
                    <a:pt x="186389" y="28822"/>
                  </a:lnTo>
                  <a:lnTo>
                    <a:pt x="186389" y="28822"/>
                  </a:lnTo>
                  <a:cubicBezTo>
                    <a:pt x="189259" y="28961"/>
                    <a:pt x="191709" y="26752"/>
                    <a:pt x="191849" y="23883"/>
                  </a:cubicBezTo>
                  <a:cubicBezTo>
                    <a:pt x="191849" y="23883"/>
                    <a:pt x="191849" y="23870"/>
                    <a:pt x="191849" y="23870"/>
                  </a:cubicBezTo>
                  <a:close/>
                </a:path>
              </a:pathLst>
            </a:custGeom>
            <a:solidFill>
              <a:srgbClr val="000000"/>
            </a:solidFill>
            <a:ln w="12690" cap="flat">
              <a:noFill/>
              <a:prstDash val="solid"/>
              <a:miter/>
            </a:ln>
          </p:spPr>
          <p:txBody>
            <a:bodyPr rtlCol="0" anchor="ctr"/>
            <a:lstStyle/>
            <a:p>
              <a:endParaRPr lang="en-US" sz="1350"/>
            </a:p>
          </p:txBody>
        </p:sp>
        <p:sp>
          <p:nvSpPr>
            <p:cNvPr id="754" name="Freeform: Shape 753">
              <a:extLst>
                <a:ext uri="{FF2B5EF4-FFF2-40B4-BE49-F238E27FC236}">
                  <a16:creationId xmlns:a16="http://schemas.microsoft.com/office/drawing/2014/main" id="{0B0085C4-6E0D-4395-8AEA-621DC4AB11BD}"/>
                </a:ext>
              </a:extLst>
            </p:cNvPr>
            <p:cNvSpPr/>
            <p:nvPr/>
          </p:nvSpPr>
          <p:spPr>
            <a:xfrm>
              <a:off x="11303604" y="1202620"/>
              <a:ext cx="9989" cy="396524"/>
            </a:xfrm>
            <a:custGeom>
              <a:avLst/>
              <a:gdLst>
                <a:gd name="connsiteX0" fmla="*/ 5460 w 9989"/>
                <a:gd name="connsiteY0" fmla="*/ 4825 h 396524"/>
                <a:gd name="connsiteX1" fmla="*/ 0 w 9989"/>
                <a:gd name="connsiteY1" fmla="*/ 0 h 396524"/>
                <a:gd name="connsiteX2" fmla="*/ 0 w 9989"/>
                <a:gd name="connsiteY2" fmla="*/ 391693 h 396524"/>
                <a:gd name="connsiteX3" fmla="*/ 5460 w 9989"/>
                <a:gd name="connsiteY3" fmla="*/ 396518 h 396524"/>
                <a:gd name="connsiteX4" fmla="*/ 9141 w 9989"/>
                <a:gd name="connsiteY4" fmla="*/ 395248 h 396524"/>
                <a:gd name="connsiteX5" fmla="*/ 9903 w 9989"/>
                <a:gd name="connsiteY5" fmla="*/ 394233 h 396524"/>
                <a:gd name="connsiteX6" fmla="*/ 9903 w 9989"/>
                <a:gd name="connsiteY6" fmla="*/ 393471 h 396524"/>
                <a:gd name="connsiteX7" fmla="*/ 9903 w 9989"/>
                <a:gd name="connsiteY7" fmla="*/ 392455 h 396524"/>
                <a:gd name="connsiteX8" fmla="*/ 9903 w 9989"/>
                <a:gd name="connsiteY8" fmla="*/ 392455 h 396524"/>
                <a:gd name="connsiteX9" fmla="*/ 9903 w 9989"/>
                <a:gd name="connsiteY9" fmla="*/ 0 h 396524"/>
                <a:gd name="connsiteX10" fmla="*/ 5460 w 9989"/>
                <a:gd name="connsiteY10" fmla="*/ 4825 h 3965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989" h="396524">
                  <a:moveTo>
                    <a:pt x="5460" y="4825"/>
                  </a:moveTo>
                  <a:cubicBezTo>
                    <a:pt x="2628" y="4964"/>
                    <a:pt x="203" y="2831"/>
                    <a:pt x="0" y="0"/>
                  </a:cubicBezTo>
                  <a:lnTo>
                    <a:pt x="0" y="391693"/>
                  </a:lnTo>
                  <a:cubicBezTo>
                    <a:pt x="203" y="394525"/>
                    <a:pt x="2628" y="396658"/>
                    <a:pt x="5460" y="396518"/>
                  </a:cubicBezTo>
                  <a:cubicBezTo>
                    <a:pt x="6792" y="396505"/>
                    <a:pt x="8087" y="396061"/>
                    <a:pt x="9141" y="395248"/>
                  </a:cubicBezTo>
                  <a:lnTo>
                    <a:pt x="9903" y="394233"/>
                  </a:lnTo>
                  <a:cubicBezTo>
                    <a:pt x="10018" y="393992"/>
                    <a:pt x="10018" y="393712"/>
                    <a:pt x="9903" y="393471"/>
                  </a:cubicBezTo>
                  <a:cubicBezTo>
                    <a:pt x="9942" y="393128"/>
                    <a:pt x="9942" y="392798"/>
                    <a:pt x="9903" y="392455"/>
                  </a:cubicBezTo>
                  <a:lnTo>
                    <a:pt x="9903" y="392455"/>
                  </a:lnTo>
                  <a:lnTo>
                    <a:pt x="9903" y="0"/>
                  </a:lnTo>
                  <a:cubicBezTo>
                    <a:pt x="9802" y="2476"/>
                    <a:pt x="7922" y="4520"/>
                    <a:pt x="5460" y="4825"/>
                  </a:cubicBezTo>
                  <a:close/>
                </a:path>
              </a:pathLst>
            </a:custGeom>
            <a:solidFill>
              <a:srgbClr val="000000"/>
            </a:solidFill>
            <a:ln w="12690" cap="flat">
              <a:noFill/>
              <a:prstDash val="solid"/>
              <a:miter/>
            </a:ln>
          </p:spPr>
          <p:txBody>
            <a:bodyPr rtlCol="0" anchor="ctr"/>
            <a:lstStyle/>
            <a:p>
              <a:endParaRPr lang="en-US" sz="1350"/>
            </a:p>
          </p:txBody>
        </p:sp>
        <p:sp>
          <p:nvSpPr>
            <p:cNvPr id="755" name="Freeform: Shape 754">
              <a:extLst>
                <a:ext uri="{FF2B5EF4-FFF2-40B4-BE49-F238E27FC236}">
                  <a16:creationId xmlns:a16="http://schemas.microsoft.com/office/drawing/2014/main" id="{FBDF651E-537F-40B3-8F4F-4AEC1BAEC4B0}"/>
                </a:ext>
              </a:extLst>
            </p:cNvPr>
            <p:cNvSpPr/>
            <p:nvPr/>
          </p:nvSpPr>
          <p:spPr>
            <a:xfrm>
              <a:off x="11196951" y="1679889"/>
              <a:ext cx="990272" cy="215590"/>
            </a:xfrm>
            <a:custGeom>
              <a:avLst/>
              <a:gdLst>
                <a:gd name="connsiteX0" fmla="*/ 6476 w 990272"/>
                <a:gd name="connsiteY0" fmla="*/ 5841 h 215590"/>
                <a:gd name="connsiteX1" fmla="*/ 1143 w 990272"/>
                <a:gd name="connsiteY1" fmla="*/ 9650 h 215590"/>
                <a:gd name="connsiteX2" fmla="*/ 0 w 990272"/>
                <a:gd name="connsiteY2" fmla="*/ 9650 h 215590"/>
                <a:gd name="connsiteX3" fmla="*/ 976005 w 990272"/>
                <a:gd name="connsiteY3" fmla="*/ 213940 h 215590"/>
                <a:gd name="connsiteX4" fmla="*/ 983877 w 990272"/>
                <a:gd name="connsiteY4" fmla="*/ 215590 h 215590"/>
                <a:gd name="connsiteX5" fmla="*/ 985020 w 990272"/>
                <a:gd name="connsiteY5" fmla="*/ 215590 h 215590"/>
                <a:gd name="connsiteX6" fmla="*/ 990225 w 990272"/>
                <a:gd name="connsiteY6" fmla="*/ 211781 h 215590"/>
                <a:gd name="connsiteX7" fmla="*/ 990225 w 990272"/>
                <a:gd name="connsiteY7" fmla="*/ 211781 h 215590"/>
                <a:gd name="connsiteX8" fmla="*/ 990225 w 990272"/>
                <a:gd name="connsiteY8" fmla="*/ 210638 h 215590"/>
                <a:gd name="connsiteX9" fmla="*/ 990225 w 990272"/>
                <a:gd name="connsiteY9" fmla="*/ 210638 h 215590"/>
                <a:gd name="connsiteX10" fmla="*/ 990225 w 990272"/>
                <a:gd name="connsiteY10" fmla="*/ 209623 h 215590"/>
                <a:gd name="connsiteX11" fmla="*/ 990225 w 990272"/>
                <a:gd name="connsiteY11" fmla="*/ 208734 h 215590"/>
                <a:gd name="connsiteX12" fmla="*/ 990225 w 990272"/>
                <a:gd name="connsiteY12" fmla="*/ 208734 h 215590"/>
                <a:gd name="connsiteX13" fmla="*/ 990225 w 990272"/>
                <a:gd name="connsiteY13" fmla="*/ 208734 h 215590"/>
                <a:gd name="connsiteX14" fmla="*/ 990225 w 990272"/>
                <a:gd name="connsiteY14" fmla="*/ 208734 h 215590"/>
                <a:gd name="connsiteX15" fmla="*/ 989591 w 990272"/>
                <a:gd name="connsiteY15" fmla="*/ 208734 h 215590"/>
                <a:gd name="connsiteX16" fmla="*/ 989591 w 990272"/>
                <a:gd name="connsiteY16" fmla="*/ 208734 h 215590"/>
                <a:gd name="connsiteX17" fmla="*/ 988194 w 990272"/>
                <a:gd name="connsiteY17" fmla="*/ 208734 h 215590"/>
                <a:gd name="connsiteX18" fmla="*/ 988194 w 990272"/>
                <a:gd name="connsiteY18" fmla="*/ 208734 h 215590"/>
                <a:gd name="connsiteX19" fmla="*/ 988194 w 990272"/>
                <a:gd name="connsiteY19" fmla="*/ 208734 h 215590"/>
                <a:gd name="connsiteX20" fmla="*/ 988194 w 990272"/>
                <a:gd name="connsiteY20" fmla="*/ 208734 h 215590"/>
                <a:gd name="connsiteX21" fmla="*/ 12570 w 990272"/>
                <a:gd name="connsiteY21" fmla="*/ 2032 h 215590"/>
                <a:gd name="connsiteX22" fmla="*/ 2412 w 990272"/>
                <a:gd name="connsiteY22" fmla="*/ 0 h 215590"/>
                <a:gd name="connsiteX23" fmla="*/ 6501 w 990272"/>
                <a:gd name="connsiteY23" fmla="*/ 5688 h 215590"/>
                <a:gd name="connsiteX24" fmla="*/ 6476 w 990272"/>
                <a:gd name="connsiteY24" fmla="*/ 5841 h 215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0272" h="215590">
                  <a:moveTo>
                    <a:pt x="6476" y="5841"/>
                  </a:moveTo>
                  <a:cubicBezTo>
                    <a:pt x="5777" y="8177"/>
                    <a:pt x="3581" y="9751"/>
                    <a:pt x="1143" y="9650"/>
                  </a:cubicBezTo>
                  <a:lnTo>
                    <a:pt x="0" y="9650"/>
                  </a:lnTo>
                  <a:lnTo>
                    <a:pt x="976005" y="213940"/>
                  </a:lnTo>
                  <a:lnTo>
                    <a:pt x="983877" y="215590"/>
                  </a:lnTo>
                  <a:lnTo>
                    <a:pt x="985020" y="215590"/>
                  </a:lnTo>
                  <a:cubicBezTo>
                    <a:pt x="987420" y="215628"/>
                    <a:pt x="989540" y="214079"/>
                    <a:pt x="990225" y="211781"/>
                  </a:cubicBezTo>
                  <a:lnTo>
                    <a:pt x="990225" y="211781"/>
                  </a:lnTo>
                  <a:cubicBezTo>
                    <a:pt x="990289" y="211400"/>
                    <a:pt x="990289" y="211019"/>
                    <a:pt x="990225" y="210638"/>
                  </a:cubicBezTo>
                  <a:lnTo>
                    <a:pt x="990225" y="210638"/>
                  </a:lnTo>
                  <a:cubicBezTo>
                    <a:pt x="990276" y="210296"/>
                    <a:pt x="990276" y="209953"/>
                    <a:pt x="990225" y="209623"/>
                  </a:cubicBezTo>
                  <a:cubicBezTo>
                    <a:pt x="990264" y="209331"/>
                    <a:pt x="990264" y="209026"/>
                    <a:pt x="990225" y="208734"/>
                  </a:cubicBezTo>
                  <a:lnTo>
                    <a:pt x="990225" y="208734"/>
                  </a:lnTo>
                  <a:lnTo>
                    <a:pt x="990225" y="208734"/>
                  </a:lnTo>
                  <a:lnTo>
                    <a:pt x="990225" y="208734"/>
                  </a:lnTo>
                  <a:lnTo>
                    <a:pt x="989591" y="208734"/>
                  </a:lnTo>
                  <a:lnTo>
                    <a:pt x="989591" y="208734"/>
                  </a:lnTo>
                  <a:cubicBezTo>
                    <a:pt x="989133" y="208620"/>
                    <a:pt x="988651" y="208620"/>
                    <a:pt x="988194" y="208734"/>
                  </a:cubicBezTo>
                  <a:lnTo>
                    <a:pt x="988194" y="208734"/>
                  </a:lnTo>
                  <a:lnTo>
                    <a:pt x="988194" y="208734"/>
                  </a:lnTo>
                  <a:lnTo>
                    <a:pt x="988194" y="208734"/>
                  </a:lnTo>
                  <a:lnTo>
                    <a:pt x="12570" y="2032"/>
                  </a:lnTo>
                  <a:lnTo>
                    <a:pt x="2412" y="0"/>
                  </a:lnTo>
                  <a:cubicBezTo>
                    <a:pt x="5117" y="444"/>
                    <a:pt x="6945" y="2984"/>
                    <a:pt x="6501" y="5688"/>
                  </a:cubicBezTo>
                  <a:cubicBezTo>
                    <a:pt x="6501" y="5739"/>
                    <a:pt x="6489" y="5790"/>
                    <a:pt x="6476" y="5841"/>
                  </a:cubicBezTo>
                  <a:close/>
                </a:path>
              </a:pathLst>
            </a:custGeom>
            <a:solidFill>
              <a:srgbClr val="000000"/>
            </a:solidFill>
            <a:ln w="12690" cap="flat">
              <a:noFill/>
              <a:prstDash val="solid"/>
              <a:miter/>
            </a:ln>
          </p:spPr>
          <p:txBody>
            <a:bodyPr rtlCol="0" anchor="ctr"/>
            <a:lstStyle/>
            <a:p>
              <a:endParaRPr lang="en-US" sz="1350"/>
            </a:p>
          </p:txBody>
        </p:sp>
        <p:sp>
          <p:nvSpPr>
            <p:cNvPr id="814" name="Freeform 813">
              <a:extLst>
                <a:ext uri="{FF2B5EF4-FFF2-40B4-BE49-F238E27FC236}">
                  <a16:creationId xmlns:a16="http://schemas.microsoft.com/office/drawing/2014/main" id="{EC028D00-36CF-FFB5-08EF-4C1A78592E51}"/>
                </a:ext>
              </a:extLst>
            </p:cNvPr>
            <p:cNvSpPr/>
            <p:nvPr userDrawn="1"/>
          </p:nvSpPr>
          <p:spPr>
            <a:xfrm>
              <a:off x="4127359" y="-12695"/>
              <a:ext cx="10792" cy="66581"/>
            </a:xfrm>
            <a:custGeom>
              <a:avLst/>
              <a:gdLst>
                <a:gd name="connsiteX0" fmla="*/ 0 w 10792"/>
                <a:gd name="connsiteY0" fmla="*/ 0 h 66581"/>
                <a:gd name="connsiteX1" fmla="*/ 10792 w 10792"/>
                <a:gd name="connsiteY1" fmla="*/ 0 h 66581"/>
                <a:gd name="connsiteX2" fmla="*/ 10792 w 10792"/>
                <a:gd name="connsiteY2" fmla="*/ 61947 h 66581"/>
                <a:gd name="connsiteX3" fmla="*/ 6221 w 10792"/>
                <a:gd name="connsiteY3" fmla="*/ 66518 h 66581"/>
                <a:gd name="connsiteX4" fmla="*/ 0 w 10792"/>
                <a:gd name="connsiteY4" fmla="*/ 61947 h 665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92" h="66581">
                  <a:moveTo>
                    <a:pt x="0" y="0"/>
                  </a:moveTo>
                  <a:lnTo>
                    <a:pt x="10792" y="0"/>
                  </a:lnTo>
                  <a:lnTo>
                    <a:pt x="10792" y="61947"/>
                  </a:lnTo>
                  <a:cubicBezTo>
                    <a:pt x="10424" y="64309"/>
                    <a:pt x="8583" y="66150"/>
                    <a:pt x="6221" y="66518"/>
                  </a:cubicBezTo>
                  <a:cubicBezTo>
                    <a:pt x="3251" y="66975"/>
                    <a:pt x="457" y="64931"/>
                    <a:pt x="0" y="61947"/>
                  </a:cubicBezTo>
                  <a:close/>
                </a:path>
              </a:pathLst>
            </a:custGeom>
            <a:solidFill>
              <a:srgbClr val="000000"/>
            </a:solidFill>
            <a:ln w="12690" cap="flat">
              <a:noFill/>
              <a:prstDash val="solid"/>
              <a:miter/>
            </a:ln>
          </p:spPr>
          <p:txBody>
            <a:bodyPr wrap="square" rtlCol="0" anchor="ctr">
              <a:noAutofit/>
            </a:bodyPr>
            <a:lstStyle/>
            <a:p>
              <a:endParaRPr lang="en-US" sz="1350"/>
            </a:p>
          </p:txBody>
        </p:sp>
        <p:sp>
          <p:nvSpPr>
            <p:cNvPr id="764" name="Freeform: Shape 763">
              <a:extLst>
                <a:ext uri="{FF2B5EF4-FFF2-40B4-BE49-F238E27FC236}">
                  <a16:creationId xmlns:a16="http://schemas.microsoft.com/office/drawing/2014/main" id="{BAB207BB-8243-47FD-BE62-62478D7B6416}"/>
                </a:ext>
              </a:extLst>
            </p:cNvPr>
            <p:cNvSpPr/>
            <p:nvPr/>
          </p:nvSpPr>
          <p:spPr>
            <a:xfrm>
              <a:off x="5901841" y="924816"/>
              <a:ext cx="180067" cy="26722"/>
            </a:xfrm>
            <a:custGeom>
              <a:avLst/>
              <a:gdLst>
                <a:gd name="connsiteX0" fmla="*/ 174100 w 180067"/>
                <a:gd name="connsiteY0" fmla="*/ 21965 h 26722"/>
                <a:gd name="connsiteX1" fmla="*/ 180067 w 180067"/>
                <a:gd name="connsiteY1" fmla="*/ 17648 h 26722"/>
                <a:gd name="connsiteX2" fmla="*/ 177655 w 180067"/>
                <a:gd name="connsiteY2" fmla="*/ 17648 h 26722"/>
                <a:gd name="connsiteX3" fmla="*/ 4978 w 180067"/>
                <a:gd name="connsiteY3" fmla="*/ 0 h 26722"/>
                <a:gd name="connsiteX4" fmla="*/ 2692 w 180067"/>
                <a:gd name="connsiteY4" fmla="*/ 0 h 26722"/>
                <a:gd name="connsiteX5" fmla="*/ 1423 w 180067"/>
                <a:gd name="connsiteY5" fmla="*/ 635 h 26722"/>
                <a:gd name="connsiteX6" fmla="*/ 1423 w 180067"/>
                <a:gd name="connsiteY6" fmla="*/ 635 h 26722"/>
                <a:gd name="connsiteX7" fmla="*/ 661 w 180067"/>
                <a:gd name="connsiteY7" fmla="*/ 1397 h 26722"/>
                <a:gd name="connsiteX8" fmla="*/ 661 w 180067"/>
                <a:gd name="connsiteY8" fmla="*/ 2158 h 26722"/>
                <a:gd name="connsiteX9" fmla="*/ 26 w 180067"/>
                <a:gd name="connsiteY9" fmla="*/ 3682 h 26722"/>
                <a:gd name="connsiteX10" fmla="*/ 4445 w 180067"/>
                <a:gd name="connsiteY10" fmla="*/ 9116 h 26722"/>
                <a:gd name="connsiteX11" fmla="*/ 4851 w 180067"/>
                <a:gd name="connsiteY11" fmla="*/ 9142 h 26722"/>
                <a:gd name="connsiteX12" fmla="*/ 8787 w 180067"/>
                <a:gd name="connsiteY12" fmla="*/ 9142 h 26722"/>
                <a:gd name="connsiteX13" fmla="*/ 179813 w 180067"/>
                <a:gd name="connsiteY13" fmla="*/ 26663 h 26722"/>
                <a:gd name="connsiteX14" fmla="*/ 174150 w 180067"/>
                <a:gd name="connsiteY14" fmla="*/ 22537 h 26722"/>
                <a:gd name="connsiteX15" fmla="*/ 174100 w 180067"/>
                <a:gd name="connsiteY15" fmla="*/ 21965 h 2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80067" h="26722">
                  <a:moveTo>
                    <a:pt x="174100" y="21965"/>
                  </a:moveTo>
                  <a:cubicBezTo>
                    <a:pt x="174620" y="19159"/>
                    <a:pt x="177249" y="17268"/>
                    <a:pt x="180067" y="17648"/>
                  </a:cubicBezTo>
                  <a:lnTo>
                    <a:pt x="177655" y="17648"/>
                  </a:lnTo>
                  <a:lnTo>
                    <a:pt x="4978" y="0"/>
                  </a:lnTo>
                  <a:lnTo>
                    <a:pt x="2692" y="0"/>
                  </a:lnTo>
                  <a:lnTo>
                    <a:pt x="1423" y="635"/>
                  </a:lnTo>
                  <a:cubicBezTo>
                    <a:pt x="1423" y="635"/>
                    <a:pt x="1423" y="635"/>
                    <a:pt x="1423" y="635"/>
                  </a:cubicBezTo>
                  <a:lnTo>
                    <a:pt x="661" y="1397"/>
                  </a:lnTo>
                  <a:cubicBezTo>
                    <a:pt x="623" y="1650"/>
                    <a:pt x="623" y="1904"/>
                    <a:pt x="661" y="2158"/>
                  </a:cubicBezTo>
                  <a:cubicBezTo>
                    <a:pt x="344" y="2615"/>
                    <a:pt x="128" y="3136"/>
                    <a:pt x="26" y="3682"/>
                  </a:cubicBezTo>
                  <a:cubicBezTo>
                    <a:pt x="-253" y="6399"/>
                    <a:pt x="1728" y="8837"/>
                    <a:pt x="4445" y="9116"/>
                  </a:cubicBezTo>
                  <a:cubicBezTo>
                    <a:pt x="4585" y="9129"/>
                    <a:pt x="4711" y="9142"/>
                    <a:pt x="4851" y="9142"/>
                  </a:cubicBezTo>
                  <a:lnTo>
                    <a:pt x="8787" y="9142"/>
                  </a:lnTo>
                  <a:lnTo>
                    <a:pt x="179813" y="26663"/>
                  </a:lnTo>
                  <a:cubicBezTo>
                    <a:pt x="177109" y="27082"/>
                    <a:pt x="174582" y="25241"/>
                    <a:pt x="174150" y="22537"/>
                  </a:cubicBezTo>
                  <a:cubicBezTo>
                    <a:pt x="174125" y="22346"/>
                    <a:pt x="174112" y="22156"/>
                    <a:pt x="174100" y="21965"/>
                  </a:cubicBezTo>
                  <a:close/>
                </a:path>
              </a:pathLst>
            </a:custGeom>
            <a:solidFill>
              <a:srgbClr val="000000"/>
            </a:solidFill>
            <a:ln w="12690" cap="flat">
              <a:noFill/>
              <a:prstDash val="solid"/>
              <a:miter/>
            </a:ln>
          </p:spPr>
          <p:txBody>
            <a:bodyPr rtlCol="0" anchor="ctr"/>
            <a:lstStyle/>
            <a:p>
              <a:endParaRPr lang="en-US" sz="1350"/>
            </a:p>
          </p:txBody>
        </p:sp>
        <p:sp>
          <p:nvSpPr>
            <p:cNvPr id="765" name="Freeform: Shape 764">
              <a:extLst>
                <a:ext uri="{FF2B5EF4-FFF2-40B4-BE49-F238E27FC236}">
                  <a16:creationId xmlns:a16="http://schemas.microsoft.com/office/drawing/2014/main" id="{08D4CF98-F3E0-42EE-8BD2-546342DC4119}"/>
                </a:ext>
              </a:extLst>
            </p:cNvPr>
            <p:cNvSpPr/>
            <p:nvPr/>
          </p:nvSpPr>
          <p:spPr>
            <a:xfrm>
              <a:off x="11303604" y="1019978"/>
              <a:ext cx="10791" cy="79164"/>
            </a:xfrm>
            <a:custGeom>
              <a:avLst/>
              <a:gdLst>
                <a:gd name="connsiteX0" fmla="*/ 10792 w 10791"/>
                <a:gd name="connsiteY0" fmla="*/ 4635 h 79164"/>
                <a:gd name="connsiteX1" fmla="*/ 4571 w 10791"/>
                <a:gd name="connsiteY1" fmla="*/ 64 h 79164"/>
                <a:gd name="connsiteX2" fmla="*/ 0 w 10791"/>
                <a:gd name="connsiteY2" fmla="*/ 4635 h 79164"/>
                <a:gd name="connsiteX3" fmla="*/ 0 w 10791"/>
                <a:gd name="connsiteY3" fmla="*/ 79164 h 79164"/>
                <a:gd name="connsiteX4" fmla="*/ 6221 w 10791"/>
                <a:gd name="connsiteY4" fmla="*/ 74594 h 79164"/>
                <a:gd name="connsiteX5" fmla="*/ 10792 w 10791"/>
                <a:gd name="connsiteY5" fmla="*/ 79164 h 79164"/>
                <a:gd name="connsiteX6" fmla="*/ 10792 w 10791"/>
                <a:gd name="connsiteY6" fmla="*/ 4762 h 79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91" h="79164">
                  <a:moveTo>
                    <a:pt x="10792" y="4635"/>
                  </a:moveTo>
                  <a:cubicBezTo>
                    <a:pt x="10335" y="1651"/>
                    <a:pt x="7542" y="-393"/>
                    <a:pt x="4571" y="64"/>
                  </a:cubicBezTo>
                  <a:cubicBezTo>
                    <a:pt x="2209" y="432"/>
                    <a:pt x="368" y="2273"/>
                    <a:pt x="0" y="4635"/>
                  </a:cubicBezTo>
                  <a:lnTo>
                    <a:pt x="0" y="79164"/>
                  </a:lnTo>
                  <a:cubicBezTo>
                    <a:pt x="457" y="76181"/>
                    <a:pt x="3250" y="74136"/>
                    <a:pt x="6221" y="74594"/>
                  </a:cubicBezTo>
                  <a:cubicBezTo>
                    <a:pt x="8583" y="74962"/>
                    <a:pt x="10424" y="76803"/>
                    <a:pt x="10792" y="79164"/>
                  </a:cubicBezTo>
                  <a:lnTo>
                    <a:pt x="10792" y="4762"/>
                  </a:lnTo>
                  <a:close/>
                </a:path>
              </a:pathLst>
            </a:custGeom>
            <a:solidFill>
              <a:srgbClr val="000000"/>
            </a:solidFill>
            <a:ln w="12690" cap="flat">
              <a:noFill/>
              <a:prstDash val="solid"/>
              <a:miter/>
            </a:ln>
          </p:spPr>
          <p:txBody>
            <a:bodyPr rtlCol="0" anchor="ctr"/>
            <a:lstStyle/>
            <a:p>
              <a:endParaRPr lang="en-US" sz="1350"/>
            </a:p>
          </p:txBody>
        </p:sp>
        <p:sp>
          <p:nvSpPr>
            <p:cNvPr id="766" name="Freeform: Shape 765">
              <a:extLst>
                <a:ext uri="{FF2B5EF4-FFF2-40B4-BE49-F238E27FC236}">
                  <a16:creationId xmlns:a16="http://schemas.microsoft.com/office/drawing/2014/main" id="{8CA05530-47BE-49E0-AB90-D694BEAAB189}"/>
                </a:ext>
              </a:extLst>
            </p:cNvPr>
            <p:cNvSpPr/>
            <p:nvPr/>
          </p:nvSpPr>
          <p:spPr>
            <a:xfrm>
              <a:off x="11303604" y="1094507"/>
              <a:ext cx="10791" cy="112874"/>
            </a:xfrm>
            <a:custGeom>
              <a:avLst/>
              <a:gdLst>
                <a:gd name="connsiteX0" fmla="*/ 10792 w 10791"/>
                <a:gd name="connsiteY0" fmla="*/ 4635 h 112874"/>
                <a:gd name="connsiteX1" fmla="*/ 4571 w 10791"/>
                <a:gd name="connsiteY1" fmla="*/ 64 h 112874"/>
                <a:gd name="connsiteX2" fmla="*/ 0 w 10791"/>
                <a:gd name="connsiteY2" fmla="*/ 4635 h 112874"/>
                <a:gd name="connsiteX3" fmla="*/ 0 w 10791"/>
                <a:gd name="connsiteY3" fmla="*/ 108240 h 112874"/>
                <a:gd name="connsiteX4" fmla="*/ 6221 w 10791"/>
                <a:gd name="connsiteY4" fmla="*/ 112810 h 112874"/>
                <a:gd name="connsiteX5" fmla="*/ 10792 w 10791"/>
                <a:gd name="connsiteY5" fmla="*/ 108240 h 112874"/>
                <a:gd name="connsiteX6" fmla="*/ 10792 w 10791"/>
                <a:gd name="connsiteY6" fmla="*/ 4635 h 1128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0791" h="112874">
                  <a:moveTo>
                    <a:pt x="10792" y="4635"/>
                  </a:moveTo>
                  <a:cubicBezTo>
                    <a:pt x="10335" y="1651"/>
                    <a:pt x="7542" y="-393"/>
                    <a:pt x="4571" y="64"/>
                  </a:cubicBezTo>
                  <a:cubicBezTo>
                    <a:pt x="2209" y="432"/>
                    <a:pt x="368" y="2273"/>
                    <a:pt x="0" y="4635"/>
                  </a:cubicBezTo>
                  <a:lnTo>
                    <a:pt x="0" y="108240"/>
                  </a:lnTo>
                  <a:cubicBezTo>
                    <a:pt x="457" y="111223"/>
                    <a:pt x="3250" y="113268"/>
                    <a:pt x="6221" y="112810"/>
                  </a:cubicBezTo>
                  <a:cubicBezTo>
                    <a:pt x="8583" y="112442"/>
                    <a:pt x="10424" y="110602"/>
                    <a:pt x="10792" y="108240"/>
                  </a:cubicBezTo>
                  <a:lnTo>
                    <a:pt x="10792" y="4635"/>
                  </a:lnTo>
                  <a:close/>
                </a:path>
              </a:pathLst>
            </a:custGeom>
            <a:solidFill>
              <a:srgbClr val="000000"/>
            </a:solidFill>
            <a:ln w="12690" cap="flat">
              <a:noFill/>
              <a:prstDash val="solid"/>
              <a:miter/>
            </a:ln>
          </p:spPr>
          <p:txBody>
            <a:bodyPr rtlCol="0" anchor="ctr"/>
            <a:lstStyle/>
            <a:p>
              <a:endParaRPr lang="en-US" sz="1350"/>
            </a:p>
          </p:txBody>
        </p:sp>
        <p:sp>
          <p:nvSpPr>
            <p:cNvPr id="767" name="Freeform: Shape 766">
              <a:extLst>
                <a:ext uri="{FF2B5EF4-FFF2-40B4-BE49-F238E27FC236}">
                  <a16:creationId xmlns:a16="http://schemas.microsoft.com/office/drawing/2014/main" id="{9BCBCFF9-1CA2-4448-807B-27D1448C457F}"/>
                </a:ext>
              </a:extLst>
            </p:cNvPr>
            <p:cNvSpPr/>
            <p:nvPr/>
          </p:nvSpPr>
          <p:spPr>
            <a:xfrm>
              <a:off x="10631850" y="1561985"/>
              <a:ext cx="425562" cy="97462"/>
            </a:xfrm>
            <a:custGeom>
              <a:avLst/>
              <a:gdLst>
                <a:gd name="connsiteX0" fmla="*/ 10758 w 425562"/>
                <a:gd name="connsiteY0" fmla="*/ 1095 h 97462"/>
                <a:gd name="connsiteX1" fmla="*/ 6567 w 425562"/>
                <a:gd name="connsiteY1" fmla="*/ 206 h 97462"/>
                <a:gd name="connsiteX2" fmla="*/ 130 w 425562"/>
                <a:gd name="connsiteY2" fmla="*/ 3774 h 97462"/>
                <a:gd name="connsiteX3" fmla="*/ 92 w 425562"/>
                <a:gd name="connsiteY3" fmla="*/ 3888 h 97462"/>
                <a:gd name="connsiteX4" fmla="*/ 4003 w 425562"/>
                <a:gd name="connsiteY4" fmla="*/ 9703 h 97462"/>
                <a:gd name="connsiteX5" fmla="*/ 4155 w 425562"/>
                <a:gd name="connsiteY5" fmla="*/ 9729 h 97462"/>
                <a:gd name="connsiteX6" fmla="*/ 423150 w 425562"/>
                <a:gd name="connsiteY6" fmla="*/ 97463 h 97462"/>
                <a:gd name="connsiteX7" fmla="*/ 419062 w 425562"/>
                <a:gd name="connsiteY7" fmla="*/ 91775 h 97462"/>
                <a:gd name="connsiteX8" fmla="*/ 419087 w 425562"/>
                <a:gd name="connsiteY8" fmla="*/ 91622 h 97462"/>
                <a:gd name="connsiteX9" fmla="*/ 425563 w 425562"/>
                <a:gd name="connsiteY9" fmla="*/ 87940 h 97462"/>
                <a:gd name="connsiteX10" fmla="*/ 418960 w 425562"/>
                <a:gd name="connsiteY10" fmla="*/ 86543 h 97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562" h="97462">
                  <a:moveTo>
                    <a:pt x="10758" y="1095"/>
                  </a:moveTo>
                  <a:lnTo>
                    <a:pt x="6567" y="206"/>
                  </a:lnTo>
                  <a:cubicBezTo>
                    <a:pt x="3799" y="-594"/>
                    <a:pt x="917" y="1006"/>
                    <a:pt x="130" y="3774"/>
                  </a:cubicBezTo>
                  <a:cubicBezTo>
                    <a:pt x="117" y="3812"/>
                    <a:pt x="105" y="3850"/>
                    <a:pt x="92" y="3888"/>
                  </a:cubicBezTo>
                  <a:cubicBezTo>
                    <a:pt x="-428" y="6567"/>
                    <a:pt x="1311" y="9170"/>
                    <a:pt x="4003" y="9703"/>
                  </a:cubicBezTo>
                  <a:cubicBezTo>
                    <a:pt x="4053" y="9716"/>
                    <a:pt x="4105" y="9716"/>
                    <a:pt x="4155" y="9729"/>
                  </a:cubicBezTo>
                  <a:lnTo>
                    <a:pt x="423150" y="97463"/>
                  </a:lnTo>
                  <a:cubicBezTo>
                    <a:pt x="420446" y="97018"/>
                    <a:pt x="418617" y="94479"/>
                    <a:pt x="419062" y="91775"/>
                  </a:cubicBezTo>
                  <a:cubicBezTo>
                    <a:pt x="419062" y="91724"/>
                    <a:pt x="419075" y="91673"/>
                    <a:pt x="419087" y="91622"/>
                  </a:cubicBezTo>
                  <a:cubicBezTo>
                    <a:pt x="419887" y="88842"/>
                    <a:pt x="422757" y="87204"/>
                    <a:pt x="425563" y="87940"/>
                  </a:cubicBezTo>
                  <a:lnTo>
                    <a:pt x="418960" y="86543"/>
                  </a:lnTo>
                  <a:close/>
                </a:path>
              </a:pathLst>
            </a:custGeom>
            <a:solidFill>
              <a:srgbClr val="000000"/>
            </a:solidFill>
            <a:ln w="12690" cap="flat">
              <a:noFill/>
              <a:prstDash val="solid"/>
              <a:miter/>
            </a:ln>
          </p:spPr>
          <p:txBody>
            <a:bodyPr rtlCol="0" anchor="ctr"/>
            <a:lstStyle/>
            <a:p>
              <a:endParaRPr lang="en-US" sz="1350"/>
            </a:p>
          </p:txBody>
        </p:sp>
        <p:sp>
          <p:nvSpPr>
            <p:cNvPr id="768" name="Freeform: Shape 767">
              <a:extLst>
                <a:ext uri="{FF2B5EF4-FFF2-40B4-BE49-F238E27FC236}">
                  <a16:creationId xmlns:a16="http://schemas.microsoft.com/office/drawing/2014/main" id="{265774CC-696B-445B-AA4C-F38CFC9B63CE}"/>
                </a:ext>
              </a:extLst>
            </p:cNvPr>
            <p:cNvSpPr/>
            <p:nvPr/>
          </p:nvSpPr>
          <p:spPr>
            <a:xfrm>
              <a:off x="11050338" y="1649749"/>
              <a:ext cx="153307" cy="39667"/>
            </a:xfrm>
            <a:custGeom>
              <a:avLst/>
              <a:gdLst>
                <a:gd name="connsiteX0" fmla="*/ 6568 w 153307"/>
                <a:gd name="connsiteY0" fmla="*/ 176 h 39667"/>
                <a:gd name="connsiteX1" fmla="*/ 6568 w 153307"/>
                <a:gd name="connsiteY1" fmla="*/ 176 h 39667"/>
                <a:gd name="connsiteX2" fmla="*/ 92 w 153307"/>
                <a:gd name="connsiteY2" fmla="*/ 3858 h 39667"/>
                <a:gd name="connsiteX3" fmla="*/ 4002 w 153307"/>
                <a:gd name="connsiteY3" fmla="*/ 9673 h 39667"/>
                <a:gd name="connsiteX4" fmla="*/ 4155 w 153307"/>
                <a:gd name="connsiteY4" fmla="*/ 9699 h 39667"/>
                <a:gd name="connsiteX5" fmla="*/ 4155 w 153307"/>
                <a:gd name="connsiteY5" fmla="*/ 9699 h 39667"/>
                <a:gd name="connsiteX6" fmla="*/ 146740 w 153307"/>
                <a:gd name="connsiteY6" fmla="*/ 39663 h 39667"/>
                <a:gd name="connsiteX7" fmla="*/ 147883 w 153307"/>
                <a:gd name="connsiteY7" fmla="*/ 39663 h 39667"/>
                <a:gd name="connsiteX8" fmla="*/ 153216 w 153307"/>
                <a:gd name="connsiteY8" fmla="*/ 35854 h 39667"/>
                <a:gd name="connsiteX9" fmla="*/ 149305 w 153307"/>
                <a:gd name="connsiteY9" fmla="*/ 30039 h 39667"/>
                <a:gd name="connsiteX10" fmla="*/ 149153 w 153307"/>
                <a:gd name="connsiteY10" fmla="*/ 30014 h 39667"/>
                <a:gd name="connsiteX11" fmla="*/ 149153 w 153307"/>
                <a:gd name="connsiteY11" fmla="*/ 30014 h 39667"/>
                <a:gd name="connsiteX12" fmla="*/ 146360 w 153307"/>
                <a:gd name="connsiteY12" fmla="*/ 29379 h 39667"/>
                <a:gd name="connsiteX13" fmla="*/ 10757 w 153307"/>
                <a:gd name="connsiteY13" fmla="*/ 938 h 396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53307" h="39667">
                  <a:moveTo>
                    <a:pt x="6568" y="176"/>
                  </a:moveTo>
                  <a:lnTo>
                    <a:pt x="6568" y="176"/>
                  </a:lnTo>
                  <a:cubicBezTo>
                    <a:pt x="3761" y="-560"/>
                    <a:pt x="892" y="1078"/>
                    <a:pt x="92" y="3858"/>
                  </a:cubicBezTo>
                  <a:cubicBezTo>
                    <a:pt x="-429" y="6537"/>
                    <a:pt x="1311" y="9140"/>
                    <a:pt x="4002" y="9673"/>
                  </a:cubicBezTo>
                  <a:cubicBezTo>
                    <a:pt x="4054" y="9686"/>
                    <a:pt x="4104" y="9686"/>
                    <a:pt x="4155" y="9699"/>
                  </a:cubicBezTo>
                  <a:lnTo>
                    <a:pt x="4155" y="9699"/>
                  </a:lnTo>
                  <a:lnTo>
                    <a:pt x="146740" y="39663"/>
                  </a:lnTo>
                  <a:lnTo>
                    <a:pt x="147883" y="39663"/>
                  </a:lnTo>
                  <a:cubicBezTo>
                    <a:pt x="150321" y="39764"/>
                    <a:pt x="152518" y="38190"/>
                    <a:pt x="153216" y="35854"/>
                  </a:cubicBezTo>
                  <a:cubicBezTo>
                    <a:pt x="153737" y="33175"/>
                    <a:pt x="151997" y="30572"/>
                    <a:pt x="149305" y="30039"/>
                  </a:cubicBezTo>
                  <a:cubicBezTo>
                    <a:pt x="149254" y="30026"/>
                    <a:pt x="149204" y="30026"/>
                    <a:pt x="149153" y="30014"/>
                  </a:cubicBezTo>
                  <a:lnTo>
                    <a:pt x="149153" y="30014"/>
                  </a:lnTo>
                  <a:lnTo>
                    <a:pt x="146360" y="29379"/>
                  </a:lnTo>
                  <a:lnTo>
                    <a:pt x="10757" y="938"/>
                  </a:lnTo>
                  <a:close/>
                </a:path>
              </a:pathLst>
            </a:custGeom>
            <a:solidFill>
              <a:srgbClr val="000000"/>
            </a:solidFill>
            <a:ln w="12690" cap="flat">
              <a:noFill/>
              <a:prstDash val="solid"/>
              <a:miter/>
            </a:ln>
          </p:spPr>
          <p:txBody>
            <a:bodyPr rtlCol="0" anchor="ctr"/>
            <a:lstStyle/>
            <a:p>
              <a:endParaRPr lang="en-US" sz="1350"/>
            </a:p>
          </p:txBody>
        </p:sp>
        <p:sp>
          <p:nvSpPr>
            <p:cNvPr id="771" name="Freeform: Shape 770">
              <a:extLst>
                <a:ext uri="{FF2B5EF4-FFF2-40B4-BE49-F238E27FC236}">
                  <a16:creationId xmlns:a16="http://schemas.microsoft.com/office/drawing/2014/main" id="{B046EE65-8231-4BDE-B3A5-FAD8D3A14A81}"/>
                </a:ext>
              </a:extLst>
            </p:cNvPr>
            <p:cNvSpPr/>
            <p:nvPr/>
          </p:nvSpPr>
          <p:spPr>
            <a:xfrm>
              <a:off x="6075914" y="943178"/>
              <a:ext cx="979332" cy="109621"/>
            </a:xfrm>
            <a:custGeom>
              <a:avLst/>
              <a:gdLst>
                <a:gd name="connsiteX0" fmla="*/ 973365 w 979332"/>
                <a:gd name="connsiteY0" fmla="*/ 103781 h 109621"/>
                <a:gd name="connsiteX1" fmla="*/ 979332 w 979332"/>
                <a:gd name="connsiteY1" fmla="*/ 99337 h 109621"/>
                <a:gd name="connsiteX2" fmla="*/ 973238 w 979332"/>
                <a:gd name="connsiteY2" fmla="*/ 99337 h 109621"/>
                <a:gd name="connsiteX3" fmla="*/ 17929 w 979332"/>
                <a:gd name="connsiteY3" fmla="*/ 1318 h 109621"/>
                <a:gd name="connsiteX4" fmla="*/ 5994 w 979332"/>
                <a:gd name="connsiteY4" fmla="*/ 49 h 109621"/>
                <a:gd name="connsiteX5" fmla="*/ 26 w 979332"/>
                <a:gd name="connsiteY5" fmla="*/ 4366 h 109621"/>
                <a:gd name="connsiteX6" fmla="*/ 4445 w 979332"/>
                <a:gd name="connsiteY6" fmla="*/ 9800 h 109621"/>
                <a:gd name="connsiteX7" fmla="*/ 4724 w 979332"/>
                <a:gd name="connsiteY7" fmla="*/ 9825 h 109621"/>
                <a:gd name="connsiteX8" fmla="*/ 978063 w 979332"/>
                <a:gd name="connsiteY8" fmla="*/ 109621 h 109621"/>
                <a:gd name="connsiteX9" fmla="*/ 973289 w 979332"/>
                <a:gd name="connsiteY9" fmla="*/ 104505 h 109621"/>
                <a:gd name="connsiteX10" fmla="*/ 973365 w 979332"/>
                <a:gd name="connsiteY10" fmla="*/ 103781 h 1096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79332" h="109621">
                  <a:moveTo>
                    <a:pt x="973365" y="103781"/>
                  </a:moveTo>
                  <a:cubicBezTo>
                    <a:pt x="973886" y="100962"/>
                    <a:pt x="976488" y="99019"/>
                    <a:pt x="979332" y="99337"/>
                  </a:cubicBezTo>
                  <a:lnTo>
                    <a:pt x="973238" y="99337"/>
                  </a:lnTo>
                  <a:lnTo>
                    <a:pt x="17929" y="1318"/>
                  </a:lnTo>
                  <a:lnTo>
                    <a:pt x="5994" y="49"/>
                  </a:lnTo>
                  <a:cubicBezTo>
                    <a:pt x="3175" y="-332"/>
                    <a:pt x="547" y="1560"/>
                    <a:pt x="26" y="4366"/>
                  </a:cubicBezTo>
                  <a:cubicBezTo>
                    <a:pt x="-253" y="7083"/>
                    <a:pt x="1715" y="9520"/>
                    <a:pt x="4445" y="9800"/>
                  </a:cubicBezTo>
                  <a:cubicBezTo>
                    <a:pt x="4534" y="9812"/>
                    <a:pt x="4623" y="9825"/>
                    <a:pt x="4724" y="9825"/>
                  </a:cubicBezTo>
                  <a:lnTo>
                    <a:pt x="978063" y="109621"/>
                  </a:lnTo>
                  <a:cubicBezTo>
                    <a:pt x="975333" y="109520"/>
                    <a:pt x="973188" y="107234"/>
                    <a:pt x="973289" y="104505"/>
                  </a:cubicBezTo>
                  <a:cubicBezTo>
                    <a:pt x="973302" y="104263"/>
                    <a:pt x="973327" y="104022"/>
                    <a:pt x="973365" y="103781"/>
                  </a:cubicBezTo>
                  <a:close/>
                </a:path>
              </a:pathLst>
            </a:custGeom>
            <a:solidFill>
              <a:srgbClr val="000000"/>
            </a:solidFill>
            <a:ln w="12690" cap="flat">
              <a:noFill/>
              <a:prstDash val="solid"/>
              <a:miter/>
            </a:ln>
          </p:spPr>
          <p:txBody>
            <a:bodyPr rtlCol="0" anchor="ctr"/>
            <a:lstStyle/>
            <a:p>
              <a:endParaRPr lang="en-US" sz="1350"/>
            </a:p>
          </p:txBody>
        </p:sp>
        <p:sp>
          <p:nvSpPr>
            <p:cNvPr id="772" name="Freeform: Shape 771">
              <a:extLst>
                <a:ext uri="{FF2B5EF4-FFF2-40B4-BE49-F238E27FC236}">
                  <a16:creationId xmlns:a16="http://schemas.microsoft.com/office/drawing/2014/main" id="{4C10230A-092E-4BDD-9BAF-E57D2664D0E6}"/>
                </a:ext>
              </a:extLst>
            </p:cNvPr>
            <p:cNvSpPr/>
            <p:nvPr/>
          </p:nvSpPr>
          <p:spPr>
            <a:xfrm>
              <a:off x="7049263" y="1042989"/>
              <a:ext cx="532272" cy="63176"/>
            </a:xfrm>
            <a:custGeom>
              <a:avLst/>
              <a:gdLst>
                <a:gd name="connsiteX0" fmla="*/ 532266 w 532272"/>
                <a:gd name="connsiteY0" fmla="*/ 58185 h 63176"/>
                <a:gd name="connsiteX1" fmla="*/ 527455 w 532272"/>
                <a:gd name="connsiteY1" fmla="*/ 52852 h 63176"/>
                <a:gd name="connsiteX2" fmla="*/ 527442 w 532272"/>
                <a:gd name="connsiteY2" fmla="*/ 52852 h 63176"/>
                <a:gd name="connsiteX3" fmla="*/ 521474 w 532272"/>
                <a:gd name="connsiteY3" fmla="*/ 52217 h 63176"/>
                <a:gd name="connsiteX4" fmla="*/ 10808 w 532272"/>
                <a:gd name="connsiteY4" fmla="*/ 34 h 63176"/>
                <a:gd name="connsiteX5" fmla="*/ 5983 w 532272"/>
                <a:gd name="connsiteY5" fmla="*/ 34 h 63176"/>
                <a:gd name="connsiteX6" fmla="*/ 16 w 532272"/>
                <a:gd name="connsiteY6" fmla="*/ 4478 h 63176"/>
                <a:gd name="connsiteX7" fmla="*/ 4561 w 532272"/>
                <a:gd name="connsiteY7" fmla="*/ 9798 h 63176"/>
                <a:gd name="connsiteX8" fmla="*/ 4713 w 532272"/>
                <a:gd name="connsiteY8" fmla="*/ 9810 h 63176"/>
                <a:gd name="connsiteX9" fmla="*/ 526299 w 532272"/>
                <a:gd name="connsiteY9" fmla="*/ 63137 h 63176"/>
                <a:gd name="connsiteX10" fmla="*/ 526299 w 532272"/>
                <a:gd name="connsiteY10" fmla="*/ 63137 h 63176"/>
                <a:gd name="connsiteX11" fmla="*/ 532242 w 532272"/>
                <a:gd name="connsiteY11" fmla="*/ 58490 h 63176"/>
                <a:gd name="connsiteX12" fmla="*/ 532266 w 532272"/>
                <a:gd name="connsiteY12" fmla="*/ 58185 h 63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532272" h="63176">
                  <a:moveTo>
                    <a:pt x="532266" y="58185"/>
                  </a:moveTo>
                  <a:cubicBezTo>
                    <a:pt x="532407" y="55379"/>
                    <a:pt x="530261" y="52992"/>
                    <a:pt x="527455" y="52852"/>
                  </a:cubicBezTo>
                  <a:cubicBezTo>
                    <a:pt x="527455" y="52852"/>
                    <a:pt x="527442" y="52852"/>
                    <a:pt x="527442" y="52852"/>
                  </a:cubicBezTo>
                  <a:lnTo>
                    <a:pt x="521474" y="52217"/>
                  </a:lnTo>
                  <a:lnTo>
                    <a:pt x="10808" y="34"/>
                  </a:lnTo>
                  <a:lnTo>
                    <a:pt x="5983" y="34"/>
                  </a:lnTo>
                  <a:cubicBezTo>
                    <a:pt x="3139" y="-284"/>
                    <a:pt x="536" y="1659"/>
                    <a:pt x="16" y="4478"/>
                  </a:cubicBezTo>
                  <a:cubicBezTo>
                    <a:pt x="-201" y="7208"/>
                    <a:pt x="1844" y="9582"/>
                    <a:pt x="4561" y="9798"/>
                  </a:cubicBezTo>
                  <a:cubicBezTo>
                    <a:pt x="4612" y="9810"/>
                    <a:pt x="4663" y="9810"/>
                    <a:pt x="4713" y="9810"/>
                  </a:cubicBezTo>
                  <a:lnTo>
                    <a:pt x="526299" y="63137"/>
                  </a:lnTo>
                  <a:lnTo>
                    <a:pt x="526299" y="63137"/>
                  </a:lnTo>
                  <a:cubicBezTo>
                    <a:pt x="529219" y="63492"/>
                    <a:pt x="531886" y="61410"/>
                    <a:pt x="532242" y="58490"/>
                  </a:cubicBezTo>
                  <a:cubicBezTo>
                    <a:pt x="532254" y="58388"/>
                    <a:pt x="532254" y="58286"/>
                    <a:pt x="532266" y="58185"/>
                  </a:cubicBezTo>
                  <a:close/>
                </a:path>
              </a:pathLst>
            </a:custGeom>
            <a:solidFill>
              <a:srgbClr val="000000"/>
            </a:solidFill>
            <a:ln w="12690" cap="flat">
              <a:noFill/>
              <a:prstDash val="solid"/>
              <a:miter/>
            </a:ln>
          </p:spPr>
          <p:txBody>
            <a:bodyPr rtlCol="0" anchor="ctr"/>
            <a:lstStyle/>
            <a:p>
              <a:endParaRPr lang="en-US" sz="1350"/>
            </a:p>
          </p:txBody>
        </p:sp>
      </p:grpSp>
    </p:spTree>
    <p:extLst>
      <p:ext uri="{BB962C8B-B14F-4D97-AF65-F5344CB8AC3E}">
        <p14:creationId xmlns:p14="http://schemas.microsoft.com/office/powerpoint/2010/main" val="15916592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4660D4-B0ED-42D9-BC6D-AF4F1F9CB6C0}"/>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4C607AE-E8B7-4C3B-A6DA-04289E2F0A45}"/>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a:extLst>
              <a:ext uri="{FF2B5EF4-FFF2-40B4-BE49-F238E27FC236}">
                <a16:creationId xmlns:a16="http://schemas.microsoft.com/office/drawing/2014/main" id="{3F2D0B54-5D87-4D1B-9C6E-5A7B87C833A0}"/>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750">
                <a:solidFill>
                  <a:schemeClr val="tx1"/>
                </a:solidFill>
              </a:defRPr>
            </a:lvl1pPr>
          </a:lstStyle>
          <a:p>
            <a:r>
              <a:rPr lang="en-US"/>
              <a:t>Presentation Title</a:t>
            </a:r>
          </a:p>
        </p:txBody>
      </p:sp>
      <p:sp>
        <p:nvSpPr>
          <p:cNvPr id="6" name="Slide Number Placeholder 5">
            <a:extLst>
              <a:ext uri="{FF2B5EF4-FFF2-40B4-BE49-F238E27FC236}">
                <a16:creationId xmlns:a16="http://schemas.microsoft.com/office/drawing/2014/main" id="{C5CADFFD-0FF7-4DDC-8879-918576F63EA6}"/>
              </a:ext>
            </a:extLst>
          </p:cNvPr>
          <p:cNvSpPr>
            <a:spLocks noGrp="1"/>
          </p:cNvSpPr>
          <p:nvPr>
            <p:ph type="sldNum" sz="quarter" idx="4"/>
          </p:nvPr>
        </p:nvSpPr>
        <p:spPr>
          <a:xfrm>
            <a:off x="628650" y="6356351"/>
            <a:ext cx="2057400" cy="365125"/>
          </a:xfrm>
          <a:prstGeom prst="rect">
            <a:avLst/>
          </a:prstGeom>
        </p:spPr>
        <p:txBody>
          <a:bodyPr vert="horz" lIns="91440" tIns="45720" rIns="91440" bIns="45720" rtlCol="0" anchor="ctr"/>
          <a:lstStyle>
            <a:lvl1pPr algn="l">
              <a:defRPr sz="750" b="1">
                <a:solidFill>
                  <a:schemeClr val="tx1"/>
                </a:solidFill>
              </a:defRPr>
            </a:lvl1pPr>
          </a:lstStyle>
          <a:p>
            <a:fld id="{B5CEABB6-07DC-46E8-9B57-56EC44A396E5}" type="slidenum">
              <a:rPr lang="en-US" smtClean="0"/>
              <a:pPr/>
              <a:t>‹#›</a:t>
            </a:fld>
            <a:endParaRPr lang="en-US"/>
          </a:p>
        </p:txBody>
      </p:sp>
    </p:spTree>
    <p:extLst>
      <p:ext uri="{BB962C8B-B14F-4D97-AF65-F5344CB8AC3E}">
        <p14:creationId xmlns:p14="http://schemas.microsoft.com/office/powerpoint/2010/main" val="2464305198"/>
      </p:ext>
    </p:extLst>
  </p:cSld>
  <p:clrMap bg1="lt1" tx1="dk1" bg2="lt2" tx2="dk2" accent1="accent1" accent2="accent2" accent3="accent3" accent4="accent4" accent5="accent5" accent6="accent6" hlink="hlink" folHlink="folHlink"/>
  <p:sldLayoutIdLst>
    <p:sldLayoutId id="2147483649" r:id="rId1"/>
    <p:sldLayoutId id="2147483666" r:id="rId2"/>
    <p:sldLayoutId id="2147483695" r:id="rId3"/>
    <p:sldLayoutId id="2147483696" r:id="rId4"/>
    <p:sldLayoutId id="2147483698" r:id="rId5"/>
    <p:sldLayoutId id="2147483699" r:id="rId6"/>
    <p:sldLayoutId id="2147483700" r:id="rId7"/>
    <p:sldLayoutId id="2147483701" r:id="rId8"/>
    <p:sldLayoutId id="2147483702" r:id="rId9"/>
    <p:sldLayoutId id="2147483703" r:id="rId10"/>
    <p:sldLayoutId id="2147483704" r:id="rId11"/>
    <p:sldLayoutId id="2147483705" r:id="rId12"/>
    <p:sldLayoutId id="2147483651" r:id="rId13"/>
  </p:sldLayoutIdLst>
  <p:hf hdr="0" ftr="0" dt="0"/>
  <p:txStyles>
    <p:titleStyle>
      <a:lvl1pPr algn="l" defTabSz="685800" rtl="0" eaLnBrk="1" latinLnBrk="0" hangingPunct="1">
        <a:lnSpc>
          <a:spcPct val="90000"/>
        </a:lnSpc>
        <a:spcBef>
          <a:spcPct val="0"/>
        </a:spcBef>
        <a:buNone/>
        <a:defRPr sz="2850" b="1" kern="1200" cap="all" baseline="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880" userDrawn="1">
          <p15:clr>
            <a:srgbClr val="F26B43"/>
          </p15:clr>
        </p15:guide>
        <p15:guide id="2" pos="1440" userDrawn="1">
          <p15:clr>
            <a:srgbClr val="F26B43"/>
          </p15:clr>
        </p15:guide>
        <p15:guide id="3" pos="4320" userDrawn="1">
          <p15:clr>
            <a:srgbClr val="F26B43"/>
          </p15:clr>
        </p15:guide>
        <p15:guide id="4" pos="5328" userDrawn="1">
          <p15:clr>
            <a:srgbClr val="C35EA4"/>
          </p15:clr>
        </p15:guide>
        <p15:guide id="5" pos="432" userDrawn="1">
          <p15:clr>
            <a:srgbClr val="C35E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hyperlink" Target="https://sortvisualizer.com/bubblesort/"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hyperlink" Target="https://sortvisualizer.com/bubblesort/"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hyperlink" Target="https://en.wikipedia.org/wiki/Conway%27s_Game_of_Life" TargetMode="Externa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3.gif"/><Relationship Id="rId5" Type="http://schemas.openxmlformats.org/officeDocument/2006/relationships/image" Target="../media/image12.gif"/><Relationship Id="rId4" Type="http://schemas.openxmlformats.org/officeDocument/2006/relationships/image" Target="../media/image11.gi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3" Type="http://schemas.openxmlformats.org/officeDocument/2006/relationships/slideLayout" Target="../slideLayouts/slideLayout10.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17.png"/><Relationship Id="rId4" Type="http://schemas.openxmlformats.org/officeDocument/2006/relationships/image" Target="../media/image16.png"/></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docs.python.org/3/library/turtle.html#module-turtle" TargetMode="External"/><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0.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6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slideLayout" Target="../slideLayouts/slideLayout10.xml"/><Relationship Id="rId1" Type="http://schemas.openxmlformats.org/officeDocument/2006/relationships/video" Target="https://www.youtube.com/embed/dhfhu9Q5g8U?feature=oembed" TargetMode="Externa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64.xml.rels><?xml version="1.0" encoding="UTF-8" standalone="yes"?>
<Relationships xmlns="http://schemas.openxmlformats.org/package/2006/relationships"><Relationship Id="rId2" Type="http://schemas.openxmlformats.org/officeDocument/2006/relationships/image" Target="../media/image27.jpg"/><Relationship Id="rId1" Type="http://schemas.openxmlformats.org/officeDocument/2006/relationships/slideLayout" Target="../slideLayouts/slideLayout10.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8.xml"/><Relationship Id="rId4" Type="http://schemas.openxmlformats.org/officeDocument/2006/relationships/image" Target="../media/image3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8.xml.rels><?xml version="1.0" encoding="UTF-8" standalone="yes"?>
<Relationships xmlns="http://schemas.openxmlformats.org/package/2006/relationships"><Relationship Id="rId3" Type="http://schemas.openxmlformats.org/officeDocument/2006/relationships/image" Target="../media/image31.org&amp;utm_campaign=parser&amp;utm_content=thumbnail"/><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8.xml"/><Relationship Id="rId4" Type="http://schemas.openxmlformats.org/officeDocument/2006/relationships/image" Target="../media/image30.png"/></Relationships>
</file>

<file path=ppt/slides/_rels/slide70.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0.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0.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BE0BCE3-7A85-71CE-E027-A8E454AF1454}"/>
              </a:ext>
            </a:extLst>
          </p:cNvPr>
          <p:cNvSpPr>
            <a:spLocks noGrp="1"/>
          </p:cNvSpPr>
          <p:nvPr>
            <p:ph type="ctrTitle"/>
          </p:nvPr>
        </p:nvSpPr>
        <p:spPr>
          <a:xfrm>
            <a:off x="4068417" y="1484243"/>
            <a:ext cx="4401213" cy="4311374"/>
          </a:xfrm>
        </p:spPr>
        <p:txBody>
          <a:bodyPr anchor="ctr">
            <a:normAutofit/>
          </a:bodyPr>
          <a:lstStyle/>
          <a:p>
            <a:pPr algn="r"/>
            <a:r>
              <a:rPr lang="en-US" sz="4800"/>
              <a:t>Python</a:t>
            </a:r>
            <a:br>
              <a:rPr lang="en-US" sz="4800"/>
            </a:br>
            <a:r>
              <a:rPr lang="en-US" altLang="zh-CN" sz="4800"/>
              <a:t>Problem</a:t>
            </a:r>
            <a:br>
              <a:rPr lang="en-AU" altLang="zh-CN" sz="4800"/>
            </a:br>
            <a:r>
              <a:rPr lang="en-US" altLang="zh-CN" sz="4800"/>
              <a:t>Solver</a:t>
            </a:r>
            <a:br>
              <a:rPr lang="en-AU" altLang="zh-CN" sz="4800"/>
            </a:br>
            <a:endParaRPr lang="en-US" sz="4800"/>
          </a:p>
        </p:txBody>
      </p:sp>
    </p:spTree>
    <p:extLst>
      <p:ext uri="{BB962C8B-B14F-4D97-AF65-F5344CB8AC3E}">
        <p14:creationId xmlns:p14="http://schemas.microsoft.com/office/powerpoint/2010/main" val="9544102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D45BD-5B25-B32E-F712-18F18E7168E7}"/>
              </a:ext>
            </a:extLst>
          </p:cNvPr>
          <p:cNvSpPr>
            <a:spLocks noGrp="1"/>
          </p:cNvSpPr>
          <p:nvPr>
            <p:ph type="title"/>
          </p:nvPr>
        </p:nvSpPr>
        <p:spPr>
          <a:xfrm>
            <a:off x="359999" y="360000"/>
            <a:ext cx="5400000" cy="720000"/>
          </a:xfrm>
        </p:spPr>
        <p:txBody>
          <a:bodyPr/>
          <a:lstStyle/>
          <a:p>
            <a:r>
              <a:rPr lang="en-US" altLang="zh-CN"/>
              <a:t>Get</a:t>
            </a:r>
            <a:r>
              <a:rPr lang="zh-CN" altLang="en-US"/>
              <a:t> </a:t>
            </a:r>
            <a:r>
              <a:rPr lang="en-US" altLang="zh-CN"/>
              <a:t>to</a:t>
            </a:r>
            <a:r>
              <a:rPr lang="zh-CN" altLang="en-US"/>
              <a:t> </a:t>
            </a:r>
            <a:r>
              <a:rPr lang="en-US" altLang="zh-CN"/>
              <a:t>know</a:t>
            </a:r>
            <a:r>
              <a:rPr lang="zh-CN" altLang="en-US"/>
              <a:t> </a:t>
            </a:r>
            <a:r>
              <a:rPr lang="en-US" altLang="zh-CN"/>
              <a:t>each</a:t>
            </a:r>
            <a:r>
              <a:rPr lang="zh-CN" altLang="en-US"/>
              <a:t> </a:t>
            </a:r>
            <a:r>
              <a:rPr lang="en-US" altLang="zh-CN"/>
              <a:t>other</a:t>
            </a:r>
            <a:endParaRPr lang="en-ZA"/>
          </a:p>
        </p:txBody>
      </p:sp>
      <p:sp>
        <p:nvSpPr>
          <p:cNvPr id="4" name="Text Placeholder 3">
            <a:extLst>
              <a:ext uri="{FF2B5EF4-FFF2-40B4-BE49-F238E27FC236}">
                <a16:creationId xmlns:a16="http://schemas.microsoft.com/office/drawing/2014/main" id="{B931AA74-1B85-8980-9816-4DAB721C1BE4}"/>
              </a:ext>
            </a:extLst>
          </p:cNvPr>
          <p:cNvSpPr>
            <a:spLocks noGrp="1"/>
          </p:cNvSpPr>
          <p:nvPr>
            <p:ph type="body" sz="quarter" idx="13"/>
          </p:nvPr>
        </p:nvSpPr>
        <p:spPr>
          <a:xfrm>
            <a:off x="359999" y="1619999"/>
            <a:ext cx="7200000" cy="4341185"/>
          </a:xfrm>
        </p:spPr>
        <p:txBody>
          <a:bodyPr>
            <a:normAutofit/>
          </a:bodyPr>
          <a:lstStyle/>
          <a:p>
            <a:pPr marL="228600" indent="-228600">
              <a:buAutoNum type="arabicPeriod"/>
            </a:pPr>
            <a:r>
              <a:rPr lang="en-US" altLang="zh-CN" sz="2000">
                <a:ea typeface="LingWai SC Medium" panose="03050602040302020204" pitchFamily="66" charset="-122"/>
                <a:cs typeface="LingWai SC Medium" panose="03050602040302020204" pitchFamily="66" charset="-122"/>
              </a:rPr>
              <a:t>I’m</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Bryan</a:t>
            </a:r>
          </a:p>
          <a:p>
            <a:pPr marL="228600" indent="-228600">
              <a:buAutoNum type="arabicPeriod"/>
            </a:pPr>
            <a:r>
              <a:rPr lang="en-US" altLang="zh-CN" sz="2000">
                <a:ea typeface="LingWai SC Medium" panose="03050602040302020204" pitchFamily="66" charset="-122"/>
                <a:cs typeface="LingWai SC Medium" panose="03050602040302020204" pitchFamily="66" charset="-122"/>
              </a:rPr>
              <a:t>Introduce</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each</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student:</a:t>
            </a:r>
            <a:r>
              <a:rPr lang="zh-CN" altLang="en-US" sz="2000">
                <a:ea typeface="LingWai SC Medium" panose="03050602040302020204" pitchFamily="66" charset="-122"/>
                <a:cs typeface="LingWai SC Medium" panose="03050602040302020204" pitchFamily="66" charset="-122"/>
              </a:rPr>
              <a:t> </a:t>
            </a:r>
            <a:endParaRPr lang="en-AU" altLang="zh-CN" sz="2000">
              <a:ea typeface="LingWai SC Medium" panose="03050602040302020204" pitchFamily="66" charset="-122"/>
              <a:cs typeface="LingWai SC Medium" panose="03050602040302020204" pitchFamily="66" charset="-122"/>
            </a:endParaRPr>
          </a:p>
          <a:p>
            <a:pPr marL="771525" lvl="1" indent="-342900"/>
            <a:r>
              <a:rPr lang="en-US" altLang="zh-CN" sz="2000">
                <a:ea typeface="LingWai SC Medium" panose="03050602040302020204" pitchFamily="66" charset="-122"/>
                <a:cs typeface="LingWai SC Medium" panose="03050602040302020204" pitchFamily="66" charset="-122"/>
              </a:rPr>
              <a:t>Age</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year</a:t>
            </a:r>
          </a:p>
          <a:p>
            <a:pPr marL="771525" lvl="1" indent="-342900"/>
            <a:r>
              <a:rPr lang="en-US" altLang="zh-CN" sz="2000">
                <a:ea typeface="LingWai SC Medium" panose="03050602040302020204" pitchFamily="66" charset="-122"/>
                <a:cs typeface="LingWai SC Medium" panose="03050602040302020204" pitchFamily="66" charset="-122"/>
              </a:rPr>
              <a:t>What</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have</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learned</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before?</a:t>
            </a:r>
          </a:p>
          <a:p>
            <a:pPr marL="771525" lvl="1" indent="-342900"/>
            <a:r>
              <a:rPr lang="en-US" altLang="zh-CN" sz="2000">
                <a:ea typeface="LingWai SC Medium" panose="03050602040302020204" pitchFamily="66" charset="-122"/>
                <a:cs typeface="LingWai SC Medium" panose="03050602040302020204" pitchFamily="66" charset="-122"/>
              </a:rPr>
              <a:t>What</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do</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you</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want</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to</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achieve?</a:t>
            </a:r>
          </a:p>
          <a:p>
            <a:pPr marL="771525" lvl="1" indent="-342900"/>
            <a:r>
              <a:rPr lang="en-US" altLang="zh-CN" sz="2000">
                <a:ea typeface="LingWai SC Medium" panose="03050602040302020204" pitchFamily="66" charset="-122"/>
                <a:cs typeface="LingWai SC Medium" panose="03050602040302020204" pitchFamily="66" charset="-122"/>
              </a:rPr>
              <a:t>What</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other</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hobbies</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do</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you</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have?</a:t>
            </a:r>
          </a:p>
          <a:p>
            <a:pPr marL="771525" lvl="1" indent="-342900"/>
            <a:r>
              <a:rPr lang="en-US" altLang="zh-CN" sz="2000">
                <a:ea typeface="LingWai SC Medium" panose="03050602040302020204" pitchFamily="66" charset="-122"/>
                <a:cs typeface="LingWai SC Medium" panose="03050602040302020204" pitchFamily="66" charset="-122"/>
              </a:rPr>
              <a:t>Write</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a</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name</a:t>
            </a:r>
            <a:r>
              <a:rPr lang="zh-CN" altLang="en-US" sz="2000">
                <a:ea typeface="LingWai SC Medium" panose="03050602040302020204" pitchFamily="66" charset="-122"/>
                <a:cs typeface="LingWai SC Medium" panose="03050602040302020204" pitchFamily="66" charset="-122"/>
              </a:rPr>
              <a:t> </a:t>
            </a:r>
            <a:r>
              <a:rPr lang="en-US" altLang="zh-CN" sz="2000">
                <a:ea typeface="LingWai SC Medium" panose="03050602040302020204" pitchFamily="66" charset="-122"/>
                <a:cs typeface="LingWai SC Medium" panose="03050602040302020204" pitchFamily="66" charset="-122"/>
              </a:rPr>
              <a:t>plate</a:t>
            </a:r>
          </a:p>
          <a:p>
            <a:endParaRPr lang="en-US" sz="2000">
              <a:ea typeface="LingWai SC Medium" panose="03050602040302020204" pitchFamily="66" charset="-122"/>
              <a:cs typeface="LingWai SC Medium" panose="03050602040302020204" pitchFamily="66" charset="-122"/>
            </a:endParaRPr>
          </a:p>
        </p:txBody>
      </p:sp>
    </p:spTree>
    <p:extLst>
      <p:ext uri="{BB962C8B-B14F-4D97-AF65-F5344CB8AC3E}">
        <p14:creationId xmlns:p14="http://schemas.microsoft.com/office/powerpoint/2010/main" val="20990083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F6E572-37F3-6505-9595-979DDD02944E}"/>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09BBD7C-67DD-D248-4D73-FBC3BDBEE4E2}"/>
              </a:ext>
            </a:extLst>
          </p:cNvPr>
          <p:cNvSpPr txBox="1">
            <a:spLocks/>
          </p:cNvSpPr>
          <p:nvPr/>
        </p:nvSpPr>
        <p:spPr>
          <a:xfrm>
            <a:off x="360000" y="360000"/>
            <a:ext cx="540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r>
              <a:rPr lang="en-US" altLang="zh-CN"/>
              <a:t>Course</a:t>
            </a:r>
            <a:r>
              <a:rPr lang="zh-CN" altLang="en-US"/>
              <a:t> </a:t>
            </a:r>
            <a:r>
              <a:rPr lang="en-ZA"/>
              <a:t>objectives</a:t>
            </a:r>
          </a:p>
        </p:txBody>
      </p:sp>
      <p:sp>
        <p:nvSpPr>
          <p:cNvPr id="6" name="文本框 2">
            <a:extLst>
              <a:ext uri="{FF2B5EF4-FFF2-40B4-BE49-F238E27FC236}">
                <a16:creationId xmlns:a16="http://schemas.microsoft.com/office/drawing/2014/main" id="{263483FF-D166-F175-50EA-7A0C9C73A8D5}"/>
              </a:ext>
            </a:extLst>
          </p:cNvPr>
          <p:cNvSpPr txBox="1"/>
          <p:nvPr/>
        </p:nvSpPr>
        <p:spPr>
          <a:xfrm>
            <a:off x="1438775" y="5797948"/>
            <a:ext cx="1488934" cy="261610"/>
          </a:xfrm>
          <a:prstGeom prst="rect">
            <a:avLst/>
          </a:prstGeom>
          <a:noFill/>
        </p:spPr>
        <p:txBody>
          <a:bodyPr wrap="square" rtlCol="0">
            <a:spAutoFit/>
          </a:bodyPr>
          <a:lstStyle/>
          <a:p>
            <a:r>
              <a:rPr lang="en-AU" sz="1100">
                <a:solidFill>
                  <a:schemeClr val="bg1"/>
                </a:solidFill>
              </a:rPr>
              <a:t>John Von Neumann</a:t>
            </a:r>
          </a:p>
        </p:txBody>
      </p:sp>
      <p:sp>
        <p:nvSpPr>
          <p:cNvPr id="7" name="Text Placeholder 3">
            <a:extLst>
              <a:ext uri="{FF2B5EF4-FFF2-40B4-BE49-F238E27FC236}">
                <a16:creationId xmlns:a16="http://schemas.microsoft.com/office/drawing/2014/main" id="{E8850535-C6AE-0AA7-EAFA-0558D841E75F}"/>
              </a:ext>
            </a:extLst>
          </p:cNvPr>
          <p:cNvSpPr txBox="1">
            <a:spLocks/>
          </p:cNvSpPr>
          <p:nvPr/>
        </p:nvSpPr>
        <p:spPr>
          <a:xfrm>
            <a:off x="360000" y="1620000"/>
            <a:ext cx="6859507" cy="4439558"/>
          </a:xfrm>
          <a:prstGeom prst="rect">
            <a:avLst/>
          </a:prstGeom>
        </p:spPr>
        <p:txBody>
          <a:bodyPr vert="horz" lIns="91440" tIns="45720" rIns="91440" bIns="45720" rtlCol="0">
            <a:norm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lvl="0" indent="-342900">
              <a:buFont typeface="Arial" panose="020B0604020202020204" pitchFamily="34" charset="0"/>
              <a:buChar char="•"/>
            </a:pPr>
            <a:r>
              <a:rPr lang="en-US" sz="2000"/>
              <a:t>Using Python to solve real life problems,</a:t>
            </a:r>
            <a:endParaRPr lang="en-AU" sz="2000"/>
          </a:p>
          <a:p>
            <a:pPr marL="342900" lvl="0" indent="-342900">
              <a:buFont typeface="Arial" panose="020B0604020202020204" pitchFamily="34" charset="0"/>
              <a:buChar char="•"/>
            </a:pPr>
            <a:r>
              <a:rPr lang="en-US" sz="2000"/>
              <a:t>Building algorithmic thinking,</a:t>
            </a:r>
            <a:endParaRPr lang="en-AU" sz="2000"/>
          </a:p>
          <a:p>
            <a:pPr marL="342900" lvl="0" indent="-342900">
              <a:buFont typeface="Arial" panose="020B0604020202020204" pitchFamily="34" charset="0"/>
              <a:buChar char="•"/>
            </a:pPr>
            <a:r>
              <a:rPr lang="en-US" sz="2000"/>
              <a:t>Data structures and algorithms,</a:t>
            </a:r>
            <a:endParaRPr lang="en-AU" sz="2000"/>
          </a:p>
          <a:p>
            <a:pPr marL="342900" lvl="0" indent="-342900">
              <a:buFont typeface="Arial" panose="020B0604020202020204" pitchFamily="34" charset="0"/>
              <a:buChar char="•"/>
            </a:pPr>
            <a:r>
              <a:rPr lang="en-US" sz="2000"/>
              <a:t>Set foundation for high school Software Engineering, Enterprise Computing and related subjects,</a:t>
            </a:r>
            <a:endParaRPr lang="en-AU" sz="2000"/>
          </a:p>
          <a:p>
            <a:pPr marL="342900" lvl="0" indent="-342900">
              <a:buFont typeface="Arial" panose="020B0604020202020204" pitchFamily="34" charset="0"/>
              <a:buChar char="•"/>
            </a:pPr>
            <a:r>
              <a:rPr lang="en-US" sz="2000"/>
              <a:t>Prepare for AIO and further competitions</a:t>
            </a:r>
            <a:endParaRPr lang="en-AU" sz="2000"/>
          </a:p>
        </p:txBody>
      </p:sp>
    </p:spTree>
    <p:extLst>
      <p:ext uri="{BB962C8B-B14F-4D97-AF65-F5344CB8AC3E}">
        <p14:creationId xmlns:p14="http://schemas.microsoft.com/office/powerpoint/2010/main" val="30452546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D1D835-52B8-0B2C-84FE-353FEFED3F4C}"/>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A0E857A4-AEBA-849B-4F96-104E5B38985F}"/>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24 Street construction (2018 AIO P1)</a:t>
            </a:r>
            <a:endParaRPr lang="en-AU" dirty="0"/>
          </a:p>
        </p:txBody>
      </p:sp>
      <p:sp>
        <p:nvSpPr>
          <p:cNvPr id="2" name="TextBox 1">
            <a:extLst>
              <a:ext uri="{FF2B5EF4-FFF2-40B4-BE49-F238E27FC236}">
                <a16:creationId xmlns:a16="http://schemas.microsoft.com/office/drawing/2014/main" id="{1A4FC1B0-000F-01D1-5A3F-EE527C2DF6AE}"/>
              </a:ext>
            </a:extLst>
          </p:cNvPr>
          <p:cNvSpPr txBox="1"/>
          <p:nvPr/>
        </p:nvSpPr>
        <p:spPr>
          <a:xfrm>
            <a:off x="359998" y="1260000"/>
            <a:ext cx="7200000" cy="3477875"/>
          </a:xfrm>
          <a:prstGeom prst="rect">
            <a:avLst/>
          </a:prstGeom>
          <a:noFill/>
        </p:spPr>
        <p:txBody>
          <a:bodyPr wrap="square">
            <a:spAutoFit/>
          </a:bodyPr>
          <a:lstStyle/>
          <a:p>
            <a:pPr fontAlgn="base">
              <a:spcBef>
                <a:spcPts val="600"/>
              </a:spcBef>
              <a:spcAft>
                <a:spcPts val="600"/>
              </a:spcAft>
            </a:pPr>
            <a:r>
              <a:rPr lang="en-AU" sz="2000" dirty="0"/>
              <a:t>The great city of </a:t>
            </a:r>
            <a:r>
              <a:rPr lang="en-AU" sz="2000" dirty="0" err="1"/>
              <a:t>Dubvegas</a:t>
            </a:r>
            <a:r>
              <a:rPr lang="en-AU" sz="2000" dirty="0"/>
              <a:t> is designing one side of a new street. This street is divided into evenly sized chunks of land, each of which will be used for either a house or a park. The city takes great pride in both the number of parks that it has, and that no one has to walk far to reach one of their wonderful parks.</a:t>
            </a:r>
          </a:p>
          <a:p>
            <a:pPr fontAlgn="base">
              <a:spcBef>
                <a:spcPts val="600"/>
              </a:spcBef>
              <a:spcAft>
                <a:spcPts val="600"/>
              </a:spcAft>
            </a:pPr>
            <a:r>
              <a:rPr lang="en-AU" sz="2000" dirty="0"/>
              <a:t>In particular, the city calls a group of consecutive houses a ‘block’. The size of a block is the number of houses it contains.</a:t>
            </a:r>
          </a:p>
          <a:p>
            <a:pPr fontAlgn="base">
              <a:spcBef>
                <a:spcPts val="600"/>
              </a:spcBef>
              <a:spcAft>
                <a:spcPts val="600"/>
              </a:spcAft>
            </a:pPr>
            <a:endParaRPr lang="en-AU" sz="2000" dirty="0"/>
          </a:p>
        </p:txBody>
      </p:sp>
      <p:pic>
        <p:nvPicPr>
          <p:cNvPr id="6" name="Picture 5">
            <a:extLst>
              <a:ext uri="{FF2B5EF4-FFF2-40B4-BE49-F238E27FC236}">
                <a16:creationId xmlns:a16="http://schemas.microsoft.com/office/drawing/2014/main" id="{6DAF29C7-70CB-7A5B-C61E-DD43DC170C5F}"/>
              </a:ext>
            </a:extLst>
          </p:cNvPr>
          <p:cNvPicPr>
            <a:picLocks noChangeAspect="1"/>
          </p:cNvPicPr>
          <p:nvPr/>
        </p:nvPicPr>
        <p:blipFill>
          <a:blip r:embed="rId2"/>
          <a:stretch>
            <a:fillRect/>
          </a:stretch>
        </p:blipFill>
        <p:spPr>
          <a:xfrm>
            <a:off x="359998" y="4381314"/>
            <a:ext cx="7200000" cy="1585804"/>
          </a:xfrm>
          <a:prstGeom prst="rect">
            <a:avLst/>
          </a:prstGeom>
        </p:spPr>
      </p:pic>
    </p:spTree>
    <p:extLst>
      <p:ext uri="{BB962C8B-B14F-4D97-AF65-F5344CB8AC3E}">
        <p14:creationId xmlns:p14="http://schemas.microsoft.com/office/powerpoint/2010/main" val="24406061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CE82B-033A-37D1-6219-A78E3287F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A8A980-A981-A9D0-55F2-FF443729391E}"/>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24 Street construction (2018 AIO P1)</a:t>
            </a:r>
            <a:endParaRPr lang="en-AU" dirty="0"/>
          </a:p>
        </p:txBody>
      </p:sp>
      <p:sp>
        <p:nvSpPr>
          <p:cNvPr id="4" name="TextBox 3">
            <a:extLst>
              <a:ext uri="{FF2B5EF4-FFF2-40B4-BE49-F238E27FC236}">
                <a16:creationId xmlns:a16="http://schemas.microsoft.com/office/drawing/2014/main" id="{F5D77A0A-738C-D89B-B962-E7474FBFAA90}"/>
              </a:ext>
            </a:extLst>
          </p:cNvPr>
          <p:cNvSpPr txBox="1"/>
          <p:nvPr/>
        </p:nvSpPr>
        <p:spPr>
          <a:xfrm>
            <a:off x="359998" y="1260000"/>
            <a:ext cx="7200000" cy="4555093"/>
          </a:xfrm>
          <a:prstGeom prst="rect">
            <a:avLst/>
          </a:prstGeom>
          <a:noFill/>
        </p:spPr>
        <p:txBody>
          <a:bodyPr wrap="square">
            <a:spAutoFit/>
          </a:bodyPr>
          <a:lstStyle/>
          <a:p>
            <a:pPr fontAlgn="base">
              <a:spcBef>
                <a:spcPts val="600"/>
              </a:spcBef>
              <a:spcAft>
                <a:spcPts val="600"/>
              </a:spcAft>
            </a:pPr>
            <a:r>
              <a:rPr lang="en-AU" sz="2000" dirty="0"/>
              <a:t>You must determine, given the number of chunks of land on the street and the number of parks that will be built, the minimum possible size of the largest block.</a:t>
            </a:r>
          </a:p>
          <a:p>
            <a:pPr fontAlgn="base">
              <a:spcBef>
                <a:spcPts val="600"/>
              </a:spcBef>
              <a:spcAft>
                <a:spcPts val="600"/>
              </a:spcAft>
            </a:pPr>
            <a:r>
              <a:rPr lang="en-AU" sz="2000" b="1" dirty="0"/>
              <a:t>Input</a:t>
            </a:r>
          </a:p>
          <a:p>
            <a:pPr fontAlgn="base">
              <a:spcBef>
                <a:spcPts val="600"/>
              </a:spcBef>
              <a:spcAft>
                <a:spcPts val="600"/>
              </a:spcAft>
            </a:pPr>
            <a:r>
              <a:rPr lang="en-AU" sz="2000" dirty="0"/>
              <a:t>The only line will contain the number of chunks of land N on the street, followed by the number of parks that will be built K.</a:t>
            </a:r>
          </a:p>
          <a:p>
            <a:pPr fontAlgn="base">
              <a:spcBef>
                <a:spcPts val="600"/>
              </a:spcBef>
              <a:spcAft>
                <a:spcPts val="600"/>
              </a:spcAft>
            </a:pPr>
            <a:r>
              <a:rPr lang="en-AU" sz="2000" b="1" dirty="0"/>
              <a:t>Output</a:t>
            </a:r>
          </a:p>
          <a:p>
            <a:pPr fontAlgn="base">
              <a:spcBef>
                <a:spcPts val="600"/>
              </a:spcBef>
              <a:spcAft>
                <a:spcPts val="600"/>
              </a:spcAft>
            </a:pPr>
            <a:r>
              <a:rPr lang="en-AU" sz="2000" dirty="0"/>
              <a:t>Your program should output the minimum possible size of the largest block on a street with N chunks of land, where K parks will be built.</a:t>
            </a:r>
          </a:p>
          <a:p>
            <a:pPr fontAlgn="base">
              <a:spcBef>
                <a:spcPts val="600"/>
              </a:spcBef>
              <a:spcAft>
                <a:spcPts val="600"/>
              </a:spcAft>
            </a:pPr>
            <a:endParaRPr lang="en-AU" sz="2000" dirty="0"/>
          </a:p>
        </p:txBody>
      </p:sp>
    </p:spTree>
    <p:extLst>
      <p:ext uri="{BB962C8B-B14F-4D97-AF65-F5344CB8AC3E}">
        <p14:creationId xmlns:p14="http://schemas.microsoft.com/office/powerpoint/2010/main" val="29838911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0A1351-0ECC-669A-13E7-0C13B3C4EB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C468C8-0A49-0537-8F87-67888A147A90}"/>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24 Street construction (2018 AIO P1)</a:t>
            </a:r>
            <a:endParaRPr lang="en-AU" dirty="0"/>
          </a:p>
        </p:txBody>
      </p:sp>
      <p:sp>
        <p:nvSpPr>
          <p:cNvPr id="3" name="TextBox 2">
            <a:extLst>
              <a:ext uri="{FF2B5EF4-FFF2-40B4-BE49-F238E27FC236}">
                <a16:creationId xmlns:a16="http://schemas.microsoft.com/office/drawing/2014/main" id="{038DB9F7-C5B5-5C93-1BC7-BB2FE7883D54}"/>
              </a:ext>
            </a:extLst>
          </p:cNvPr>
          <p:cNvSpPr txBox="1"/>
          <p:nvPr/>
        </p:nvSpPr>
        <p:spPr>
          <a:xfrm>
            <a:off x="359997" y="1260000"/>
            <a:ext cx="7919999" cy="1754326"/>
          </a:xfrm>
          <a:prstGeom prst="rect">
            <a:avLst/>
          </a:prstGeom>
          <a:noFill/>
        </p:spPr>
        <p:txBody>
          <a:bodyPr wrap="square">
            <a:spAutoFit/>
          </a:bodyPr>
          <a:lstStyle/>
          <a:p>
            <a:r>
              <a:rPr lang="en-AU" dirty="0">
                <a:latin typeface="Consolas" panose="020B0609020204030204" pitchFamily="49" charset="0"/>
                <a:cs typeface="Consolas" panose="020B0609020204030204" pitchFamily="49" charset="0"/>
              </a:rPr>
              <a:t>Sample Input 1		Sample Input 2		Sample Input 3</a:t>
            </a:r>
          </a:p>
          <a:p>
            <a:r>
              <a:rPr lang="en-AU" dirty="0">
                <a:latin typeface="Consolas" panose="020B0609020204030204" pitchFamily="49" charset="0"/>
                <a:cs typeface="Consolas" panose="020B0609020204030204" pitchFamily="49" charset="0"/>
              </a:rPr>
              <a:t>3 1			3 3			7 2</a:t>
            </a:r>
          </a:p>
          <a:p>
            <a:endParaRPr lang="en-AU" dirty="0">
              <a:latin typeface="Consolas" panose="020B0609020204030204" pitchFamily="49" charset="0"/>
              <a:cs typeface="Consolas" panose="020B0609020204030204" pitchFamily="49" charset="0"/>
            </a:endParaRPr>
          </a:p>
          <a:p>
            <a:r>
              <a:rPr lang="en-AU" dirty="0">
                <a:latin typeface="Consolas" panose="020B0609020204030204" pitchFamily="49" charset="0"/>
                <a:cs typeface="Consolas" panose="020B0609020204030204" pitchFamily="49" charset="0"/>
              </a:rPr>
              <a:t>Sample Output 1 	Sample Output 2	Sample Output 3</a:t>
            </a:r>
          </a:p>
          <a:p>
            <a:r>
              <a:rPr lang="en-AU" dirty="0">
                <a:latin typeface="Consolas" panose="020B0609020204030204" pitchFamily="49" charset="0"/>
                <a:cs typeface="Consolas" panose="020B0609020204030204" pitchFamily="49" charset="0"/>
              </a:rPr>
              <a:t>1			0			2</a:t>
            </a:r>
          </a:p>
          <a:p>
            <a:endParaRPr lang="en-AU" dirty="0"/>
          </a:p>
        </p:txBody>
      </p:sp>
    </p:spTree>
    <p:extLst>
      <p:ext uri="{BB962C8B-B14F-4D97-AF65-F5344CB8AC3E}">
        <p14:creationId xmlns:p14="http://schemas.microsoft.com/office/powerpoint/2010/main" val="24792895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2C2DD-E3B5-7086-D6D6-3E1DDD5614FB}"/>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AF7B6905-BC0C-BF63-4E27-8A4A3F49821D}"/>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24 Street construction (2018 AIO P1)</a:t>
            </a:r>
            <a:endParaRPr lang="en-AU" dirty="0"/>
          </a:p>
        </p:txBody>
      </p:sp>
      <p:sp>
        <p:nvSpPr>
          <p:cNvPr id="2" name="TextBox 1">
            <a:extLst>
              <a:ext uri="{FF2B5EF4-FFF2-40B4-BE49-F238E27FC236}">
                <a16:creationId xmlns:a16="http://schemas.microsoft.com/office/drawing/2014/main" id="{737212D0-197C-23B6-F9D6-CBBD31CA3654}"/>
              </a:ext>
            </a:extLst>
          </p:cNvPr>
          <p:cNvSpPr txBox="1"/>
          <p:nvPr/>
        </p:nvSpPr>
        <p:spPr>
          <a:xfrm>
            <a:off x="359998" y="1260000"/>
            <a:ext cx="7200000" cy="5416868"/>
          </a:xfrm>
          <a:prstGeom prst="rect">
            <a:avLst/>
          </a:prstGeom>
          <a:noFill/>
        </p:spPr>
        <p:txBody>
          <a:bodyPr wrap="square">
            <a:spAutoFit/>
          </a:bodyPr>
          <a:lstStyle/>
          <a:p>
            <a:pPr fontAlgn="base">
              <a:spcBef>
                <a:spcPts val="600"/>
              </a:spcBef>
              <a:spcAft>
                <a:spcPts val="600"/>
              </a:spcAft>
            </a:pPr>
            <a:r>
              <a:rPr lang="en-AU" sz="2000" b="1" dirty="0"/>
              <a:t>Planning</a:t>
            </a:r>
          </a:p>
          <a:p>
            <a:pPr marL="457200" indent="-457200" fontAlgn="base">
              <a:spcBef>
                <a:spcPts val="600"/>
              </a:spcBef>
              <a:spcAft>
                <a:spcPts val="600"/>
              </a:spcAft>
              <a:buAutoNum type="arabicPeriod"/>
            </a:pPr>
            <a:r>
              <a:rPr lang="en-AU" sz="2000" dirty="0"/>
              <a:t>Essentially it’s about how to divide the houses into blocks ‘as evenly as possible’.</a:t>
            </a:r>
          </a:p>
          <a:p>
            <a:pPr marL="457200" indent="-457200" fontAlgn="base">
              <a:spcBef>
                <a:spcPts val="600"/>
              </a:spcBef>
              <a:spcAft>
                <a:spcPts val="600"/>
              </a:spcAft>
              <a:buAutoNum type="arabicPeriod"/>
            </a:pPr>
            <a:r>
              <a:rPr lang="en-AU" sz="2000" dirty="0"/>
              <a:t>Number of blocks is number of parks + 1</a:t>
            </a:r>
          </a:p>
          <a:p>
            <a:pPr marL="457200" indent="-457200" fontAlgn="base">
              <a:spcBef>
                <a:spcPts val="600"/>
              </a:spcBef>
              <a:spcAft>
                <a:spcPts val="600"/>
              </a:spcAft>
              <a:buAutoNum type="arabicPeriod"/>
            </a:pPr>
            <a:r>
              <a:rPr lang="en-AU" sz="2000" dirty="0"/>
              <a:t>What’s the size of the largest block when distributed ‘as evenly as possible’?</a:t>
            </a:r>
          </a:p>
          <a:p>
            <a:pPr marL="914400" lvl="1" indent="-457200" fontAlgn="base">
              <a:spcBef>
                <a:spcPts val="600"/>
              </a:spcBef>
              <a:spcAft>
                <a:spcPts val="600"/>
              </a:spcAft>
              <a:buFont typeface="Arial" panose="020B0604020202020204" pitchFamily="34" charset="0"/>
              <a:buChar char="•"/>
            </a:pPr>
            <a:r>
              <a:rPr lang="en-AU" sz="2000" dirty="0"/>
              <a:t>If </a:t>
            </a:r>
            <a:r>
              <a:rPr lang="en-AU" sz="2000" i="1" dirty="0"/>
              <a:t>N</a:t>
            </a:r>
            <a:r>
              <a:rPr lang="en-AU" sz="2000" dirty="0"/>
              <a:t> is a multiple of </a:t>
            </a:r>
            <a:r>
              <a:rPr lang="en-AU" sz="2000" i="1" dirty="0"/>
              <a:t>K</a:t>
            </a:r>
            <a:r>
              <a:rPr lang="en-AU" sz="2000" dirty="0"/>
              <a:t>+1, it’s _______.</a:t>
            </a:r>
          </a:p>
          <a:p>
            <a:pPr marL="914400" lvl="1" indent="-457200" fontAlgn="base">
              <a:spcBef>
                <a:spcPts val="600"/>
              </a:spcBef>
              <a:spcAft>
                <a:spcPts val="600"/>
              </a:spcAft>
              <a:buFont typeface="Arial" panose="020B0604020202020204" pitchFamily="34" charset="0"/>
              <a:buChar char="•"/>
            </a:pPr>
            <a:r>
              <a:rPr lang="en-AU" sz="2000" dirty="0"/>
              <a:t>If not, it’s _______.</a:t>
            </a:r>
          </a:p>
          <a:p>
            <a:pPr marL="914400" lvl="1" indent="-457200" fontAlgn="base">
              <a:spcBef>
                <a:spcPts val="600"/>
              </a:spcBef>
              <a:spcAft>
                <a:spcPts val="600"/>
              </a:spcAft>
              <a:buFont typeface="Arial" panose="020B0604020202020204" pitchFamily="34" charset="0"/>
              <a:buChar char="•"/>
            </a:pPr>
            <a:endParaRPr lang="en-AU" sz="2000" dirty="0"/>
          </a:p>
          <a:p>
            <a:pPr marL="457200" indent="-457200" fontAlgn="base">
              <a:spcBef>
                <a:spcPts val="600"/>
              </a:spcBef>
              <a:spcAft>
                <a:spcPts val="600"/>
              </a:spcAft>
              <a:buFont typeface="Arial" panose="020B0604020202020204" pitchFamily="34" charset="0"/>
              <a:buChar char="•"/>
            </a:pPr>
            <a:r>
              <a:rPr lang="en-AU" sz="2000" dirty="0">
                <a:solidFill>
                  <a:srgbClr val="FF0000"/>
                </a:solidFill>
              </a:rPr>
              <a:t>It’s indeed ceiling division.  Useful formula for ceiling division </a:t>
            </a:r>
            <a:r>
              <a:rPr lang="en-AU" sz="2000" i="1" dirty="0">
                <a:solidFill>
                  <a:srgbClr val="FF0000"/>
                </a:solidFill>
              </a:rPr>
              <a:t>a</a:t>
            </a:r>
            <a:r>
              <a:rPr lang="en-AU" sz="2000" dirty="0">
                <a:solidFill>
                  <a:srgbClr val="FF0000"/>
                </a:solidFill>
              </a:rPr>
              <a:t> by </a:t>
            </a:r>
            <a:r>
              <a:rPr lang="en-AU" sz="2000" i="1" dirty="0">
                <a:solidFill>
                  <a:srgbClr val="FF0000"/>
                </a:solidFill>
              </a:rPr>
              <a:t>b</a:t>
            </a:r>
            <a:r>
              <a:rPr lang="en-AU" sz="2000" dirty="0">
                <a:solidFill>
                  <a:srgbClr val="FF0000"/>
                </a:solidFill>
              </a:rPr>
              <a:t>: </a:t>
            </a:r>
          </a:p>
          <a:p>
            <a:pPr lvl="2" fontAlgn="base">
              <a:spcBef>
                <a:spcPts val="600"/>
              </a:spcBef>
              <a:spcAft>
                <a:spcPts val="600"/>
              </a:spcAft>
            </a:pPr>
            <a:r>
              <a:rPr lang="en-AU" sz="1600" dirty="0">
                <a:solidFill>
                  <a:srgbClr val="FF0000"/>
                </a:solidFill>
                <a:latin typeface="Consolas" panose="020B0609020204030204" pitchFamily="49" charset="0"/>
                <a:cs typeface="Consolas" panose="020B0609020204030204" pitchFamily="49" charset="0"/>
              </a:rPr>
              <a:t>(a + b - 1) // b</a:t>
            </a:r>
            <a:r>
              <a:rPr lang="en-AU" sz="2000" dirty="0">
                <a:solidFill>
                  <a:srgbClr val="FF0000"/>
                </a:solidFill>
              </a:rPr>
              <a:t>, or </a:t>
            </a:r>
          </a:p>
          <a:p>
            <a:pPr lvl="2" fontAlgn="base">
              <a:spcBef>
                <a:spcPts val="600"/>
              </a:spcBef>
              <a:spcAft>
                <a:spcPts val="600"/>
              </a:spcAft>
            </a:pPr>
            <a:r>
              <a:rPr lang="en-AU" sz="1600" dirty="0">
                <a:solidFill>
                  <a:srgbClr val="FF0000"/>
                </a:solidFill>
                <a:latin typeface="Consolas" panose="020B0609020204030204" pitchFamily="49" charset="0"/>
                <a:cs typeface="Consolas" panose="020B0609020204030204" pitchFamily="49" charset="0"/>
              </a:rPr>
              <a:t>1 + ((a - 1) // b)</a:t>
            </a:r>
          </a:p>
        </p:txBody>
      </p:sp>
    </p:spTree>
    <p:extLst>
      <p:ext uri="{BB962C8B-B14F-4D97-AF65-F5344CB8AC3E}">
        <p14:creationId xmlns:p14="http://schemas.microsoft.com/office/powerpoint/2010/main" val="3888779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7" end="7"/>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1F105-6217-A273-4961-DEE67576CF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1A682B-0914-46B1-58A2-B0163BC2FB7A}"/>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24 Street construction (2018 AIO P1)</a:t>
            </a:r>
            <a:endParaRPr lang="en-AU" dirty="0"/>
          </a:p>
        </p:txBody>
      </p:sp>
      <p:pic>
        <p:nvPicPr>
          <p:cNvPr id="5" name="Picture 4" descr="Aerial View of Central Park">
            <a:extLst>
              <a:ext uri="{FF2B5EF4-FFF2-40B4-BE49-F238E27FC236}">
                <a16:creationId xmlns:a16="http://schemas.microsoft.com/office/drawing/2014/main" id="{1840AED4-293C-DB84-3698-51AB8BFC59F9}"/>
              </a:ext>
            </a:extLst>
          </p:cNvPr>
          <p:cNvPicPr>
            <a:picLocks noChangeAspect="1"/>
          </p:cNvPicPr>
          <p:nvPr/>
        </p:nvPicPr>
        <p:blipFill>
          <a:blip r:embed="rId3"/>
          <a:stretch>
            <a:fillRect/>
          </a:stretch>
        </p:blipFill>
        <p:spPr>
          <a:xfrm>
            <a:off x="360000" y="1620000"/>
            <a:ext cx="6802586" cy="4517342"/>
          </a:xfrm>
          <a:prstGeom prst="rect">
            <a:avLst/>
          </a:prstGeom>
        </p:spPr>
      </p:pic>
      <p:sp>
        <p:nvSpPr>
          <p:cNvPr id="6" name="Text Placeholder 3">
            <a:extLst>
              <a:ext uri="{FF2B5EF4-FFF2-40B4-BE49-F238E27FC236}">
                <a16:creationId xmlns:a16="http://schemas.microsoft.com/office/drawing/2014/main" id="{1D502C69-FBC3-59ED-0B92-CD3E5E1845CD}"/>
              </a:ext>
            </a:extLst>
          </p:cNvPr>
          <p:cNvSpPr txBox="1">
            <a:spLocks/>
          </p:cNvSpPr>
          <p:nvPr/>
        </p:nvSpPr>
        <p:spPr>
          <a:xfrm rot="16200000">
            <a:off x="4543915" y="3518671"/>
            <a:ext cx="4517342" cy="720000"/>
          </a:xfrm>
          <a:prstGeom prst="rect">
            <a:avLst/>
          </a:prstGeom>
        </p:spPr>
        <p:txBody>
          <a:bodyPr vert="horz" lIns="91440" tIns="45720" rIns="91440" bIns="45720" rtlCol="0" anchor="ctr">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fontAlgn="base">
              <a:buNone/>
            </a:pPr>
            <a:r>
              <a:rPr lang="en-US" altLang="zh-CN" sz="4400" b="0" i="0" dirty="0">
                <a:solidFill>
                  <a:schemeClr val="bg1"/>
                </a:solidFill>
                <a:effectLst/>
                <a:latin typeface="Inter"/>
              </a:rPr>
              <a:t>Code</a:t>
            </a:r>
            <a:r>
              <a:rPr lang="zh-CN" altLang="en-US" sz="4400" b="0" i="0" dirty="0">
                <a:solidFill>
                  <a:schemeClr val="bg1"/>
                </a:solidFill>
                <a:effectLst/>
                <a:latin typeface="Inter"/>
              </a:rPr>
              <a:t> </a:t>
            </a:r>
            <a:r>
              <a:rPr lang="en-US" altLang="zh-CN" sz="4400" b="0" i="0" dirty="0">
                <a:solidFill>
                  <a:schemeClr val="bg1"/>
                </a:solidFill>
                <a:effectLst/>
                <a:latin typeface="Inter"/>
              </a:rPr>
              <a:t>explained</a:t>
            </a:r>
          </a:p>
        </p:txBody>
      </p:sp>
    </p:spTree>
    <p:extLst>
      <p:ext uri="{BB962C8B-B14F-4D97-AF65-F5344CB8AC3E}">
        <p14:creationId xmlns:p14="http://schemas.microsoft.com/office/powerpoint/2010/main" val="12326429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65B60C-C7C3-FF94-5D89-4835F31B41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04C69C-0CCD-DE22-E649-E09B21A8C6D5}"/>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24 Street construction (2018 AIO P1)</a:t>
            </a:r>
            <a:endParaRPr lang="en-AU" dirty="0"/>
          </a:p>
        </p:txBody>
      </p:sp>
    </p:spTree>
    <p:extLst>
      <p:ext uri="{BB962C8B-B14F-4D97-AF65-F5344CB8AC3E}">
        <p14:creationId xmlns:p14="http://schemas.microsoft.com/office/powerpoint/2010/main" val="31512117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ECFE1-63E9-31C2-0144-4D088C197CC1}"/>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15FAE817-86CA-BDA2-3AB1-B5AF5C4A7398}"/>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24 bubble sort</a:t>
            </a:r>
            <a:endParaRPr lang="en-AU" dirty="0"/>
          </a:p>
        </p:txBody>
      </p:sp>
      <p:sp>
        <p:nvSpPr>
          <p:cNvPr id="2" name="TextBox 1">
            <a:extLst>
              <a:ext uri="{FF2B5EF4-FFF2-40B4-BE49-F238E27FC236}">
                <a16:creationId xmlns:a16="http://schemas.microsoft.com/office/drawing/2014/main" id="{43FA4661-0C11-69C4-548F-F5ED10C98A30}"/>
              </a:ext>
            </a:extLst>
          </p:cNvPr>
          <p:cNvSpPr txBox="1"/>
          <p:nvPr/>
        </p:nvSpPr>
        <p:spPr>
          <a:xfrm>
            <a:off x="359998" y="1260000"/>
            <a:ext cx="7200000" cy="1477328"/>
          </a:xfrm>
          <a:prstGeom prst="rect">
            <a:avLst/>
          </a:prstGeom>
          <a:noFill/>
        </p:spPr>
        <p:txBody>
          <a:bodyPr wrap="square">
            <a:spAutoFit/>
          </a:bodyPr>
          <a:lstStyle/>
          <a:p>
            <a:pPr fontAlgn="base">
              <a:spcBef>
                <a:spcPts val="600"/>
              </a:spcBef>
              <a:spcAft>
                <a:spcPts val="600"/>
              </a:spcAft>
            </a:pPr>
            <a:r>
              <a:rPr lang="en-AU" sz="2000" b="1" dirty="0"/>
              <a:t>Almost all software systems will need to sort data in a particular order.</a:t>
            </a:r>
          </a:p>
          <a:p>
            <a:pPr fontAlgn="base">
              <a:spcBef>
                <a:spcPts val="600"/>
              </a:spcBef>
              <a:spcAft>
                <a:spcPts val="600"/>
              </a:spcAft>
            </a:pPr>
            <a:r>
              <a:rPr lang="en-AU" sz="2000" dirty="0"/>
              <a:t>Problem: Sort 27.2 million data records, how long does it take? </a:t>
            </a:r>
          </a:p>
        </p:txBody>
      </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BC48FAD6-7D26-2D2E-4205-CF72EF788860}"/>
                  </a:ext>
                </a:extLst>
              </p:cNvPr>
              <p:cNvGraphicFramePr>
                <a:graphicFrameLocks noGrp="1"/>
              </p:cNvGraphicFramePr>
              <p:nvPr/>
            </p:nvGraphicFramePr>
            <p:xfrm>
              <a:off x="360000" y="2984991"/>
              <a:ext cx="6996891" cy="2348846"/>
            </p:xfrm>
            <a:graphic>
              <a:graphicData uri="http://schemas.openxmlformats.org/drawingml/2006/table">
                <a:tbl>
                  <a:tblPr firstRow="1" bandRow="1">
                    <a:tableStyleId>{3B4B98B0-60AC-42C2-AFA5-B58CD77FA1E5}</a:tableStyleId>
                  </a:tblPr>
                  <a:tblGrid>
                    <a:gridCol w="2332297">
                      <a:extLst>
                        <a:ext uri="{9D8B030D-6E8A-4147-A177-3AD203B41FA5}">
                          <a16:colId xmlns:a16="http://schemas.microsoft.com/office/drawing/2014/main" val="796819700"/>
                        </a:ext>
                      </a:extLst>
                    </a:gridCol>
                    <a:gridCol w="2332297">
                      <a:extLst>
                        <a:ext uri="{9D8B030D-6E8A-4147-A177-3AD203B41FA5}">
                          <a16:colId xmlns:a16="http://schemas.microsoft.com/office/drawing/2014/main" val="608011384"/>
                        </a:ext>
                      </a:extLst>
                    </a:gridCol>
                    <a:gridCol w="2332297">
                      <a:extLst>
                        <a:ext uri="{9D8B030D-6E8A-4147-A177-3AD203B41FA5}">
                          <a16:colId xmlns:a16="http://schemas.microsoft.com/office/drawing/2014/main" val="1537365064"/>
                        </a:ext>
                      </a:extLst>
                    </a:gridCol>
                  </a:tblGrid>
                  <a:tr h="391444">
                    <a:tc>
                      <a:txBody>
                        <a:bodyPr/>
                        <a:lstStyle/>
                        <a:p>
                          <a:endParaRPr lang="en-AU" sz="1600" dirty="0"/>
                        </a:p>
                      </a:txBody>
                      <a:tcPr marL="68580" marR="68580" marT="34290" marB="34290"/>
                    </a:tc>
                    <a:tc>
                      <a:txBody>
                        <a:bodyPr/>
                        <a:lstStyle/>
                        <a:p>
                          <a:r>
                            <a:rPr lang="en-AU" sz="1600" dirty="0"/>
                            <a:t>Comparisons</a:t>
                          </a:r>
                        </a:p>
                      </a:txBody>
                      <a:tcPr marL="68580" marR="68580" marT="34290" marB="34290"/>
                    </a:tc>
                    <a:tc>
                      <a:txBody>
                        <a:bodyPr/>
                        <a:lstStyle/>
                        <a:p>
                          <a:r>
                            <a:rPr lang="en-AU" sz="1600" dirty="0"/>
                            <a:t>Time</a:t>
                          </a:r>
                        </a:p>
                      </a:txBody>
                      <a:tcPr marL="68580" marR="68580" marT="34290" marB="34290"/>
                    </a:tc>
                    <a:extLst>
                      <a:ext uri="{0D108BD9-81ED-4DB2-BD59-A6C34878D82A}">
                        <a16:rowId xmlns:a16="http://schemas.microsoft.com/office/drawing/2014/main" val="3166576448"/>
                      </a:ext>
                    </a:extLst>
                  </a:tr>
                  <a:tr h="782979">
                    <a:tc>
                      <a:txBody>
                        <a:bodyPr/>
                        <a:lstStyle/>
                        <a:p>
                          <a:pPr/>
                          <a14:m>
                            <m:oMathPara xmlns:m="http://schemas.openxmlformats.org/officeDocument/2006/math">
                              <m:oMathParaPr>
                                <m:jc m:val="left"/>
                              </m:oMathParaPr>
                              <m:oMath>
                                <m:f>
                                  <m:fPr>
                                    <m:ctrlPr>
                                      <a:rPr lang="en-AU" sz="1600" b="0" i="1" smtClean="0">
                                        <a:latin typeface="Cambria Math" panose="02040503050406030204" pitchFamily="18" charset="0"/>
                                      </a:rPr>
                                    </m:ctrlPr>
                                  </m:fPr>
                                  <m:num>
                                    <m:sSup>
                                      <m:sSupPr>
                                        <m:ctrlPr>
                                          <a:rPr lang="en-AU" sz="1600" b="0" i="1" smtClean="0">
                                            <a:latin typeface="Cambria Math" panose="02040503050406030204" pitchFamily="18" charset="0"/>
                                          </a:rPr>
                                        </m:ctrlPr>
                                      </m:sSupPr>
                                      <m:e>
                                        <m:r>
                                          <a:rPr lang="en-AU" sz="1600" b="0" i="1" smtClean="0">
                                            <a:latin typeface="Cambria Math" panose="02040503050406030204" pitchFamily="18" charset="0"/>
                                          </a:rPr>
                                          <m:t>𝑛</m:t>
                                        </m:r>
                                      </m:e>
                                      <m:sup>
                                        <m:r>
                                          <a:rPr lang="en-US" sz="1600" i="1" smtClean="0">
                                            <a:latin typeface="Cambria Math" panose="02040503050406030204" pitchFamily="18" charset="0"/>
                                          </a:rPr>
                                          <m:t>2</m:t>
                                        </m:r>
                                      </m:sup>
                                    </m:sSup>
                                  </m:num>
                                  <m:den>
                                    <m:r>
                                      <a:rPr lang="en-AU" sz="1600" b="0" i="1" smtClean="0">
                                        <a:latin typeface="Cambria Math" panose="02040503050406030204" pitchFamily="18" charset="0"/>
                                      </a:rPr>
                                      <m:t>2</m:t>
                                    </m:r>
                                  </m:den>
                                </m:f>
                              </m:oMath>
                            </m:oMathPara>
                          </a14:m>
                          <a:endParaRPr lang="en-AU" sz="2400" b="0" dirty="0"/>
                        </a:p>
                      </a:txBody>
                      <a:tcPr marL="68580" marR="68580" marT="34290" marB="34290" anchor="ctr"/>
                    </a:tc>
                    <a:tc>
                      <a:txBody>
                        <a:bodyPr/>
                        <a:lstStyle/>
                        <a:p>
                          <a:r>
                            <a:rPr lang="en-AU" sz="1600" dirty="0"/>
                            <a:t>370 trillion</a:t>
                          </a:r>
                        </a:p>
                      </a:txBody>
                      <a:tcPr marL="68580" marR="68580" marT="34290" marB="34290" anchor="ctr"/>
                    </a:tc>
                    <a:tc>
                      <a:txBody>
                        <a:bodyPr/>
                        <a:lstStyle/>
                        <a:p>
                          <a:r>
                            <a:rPr lang="en-US" altLang="zh-CN" sz="1600" dirty="0"/>
                            <a:t>11.7</a:t>
                          </a:r>
                          <a:r>
                            <a:rPr lang="en-AU" sz="1600" dirty="0"/>
                            <a:t> years</a:t>
                          </a:r>
                        </a:p>
                      </a:txBody>
                      <a:tcPr marL="68580" marR="68580" marT="34290" marB="34290" anchor="ctr"/>
                    </a:tc>
                    <a:extLst>
                      <a:ext uri="{0D108BD9-81ED-4DB2-BD59-A6C34878D82A}">
                        <a16:rowId xmlns:a16="http://schemas.microsoft.com/office/drawing/2014/main" val="374879788"/>
                      </a:ext>
                    </a:extLst>
                  </a:tr>
                  <a:tr h="782979">
                    <a:tc>
                      <a:txBody>
                        <a:bodyPr/>
                        <a:lstStyle/>
                        <a:p>
                          <a:pPr/>
                          <a14:m>
                            <m:oMathPara xmlns:m="http://schemas.openxmlformats.org/officeDocument/2006/math">
                              <m:oMathParaPr>
                                <m:jc m:val="left"/>
                              </m:oMathParaPr>
                              <m:oMath>
                                <m:f>
                                  <m:fPr>
                                    <m:ctrlPr>
                                      <a:rPr lang="en-AU" sz="1600" b="0" i="1" smtClean="0">
                                        <a:latin typeface="Cambria Math" panose="02040503050406030204" pitchFamily="18" charset="0"/>
                                      </a:rPr>
                                    </m:ctrlPr>
                                  </m:fPr>
                                  <m:num>
                                    <m:sSup>
                                      <m:sSupPr>
                                        <m:ctrlPr>
                                          <a:rPr lang="en-AU" sz="1600" b="0" i="1" smtClean="0">
                                            <a:latin typeface="Cambria Math" panose="02040503050406030204" pitchFamily="18" charset="0"/>
                                          </a:rPr>
                                        </m:ctrlPr>
                                      </m:sSupPr>
                                      <m:e>
                                        <m:r>
                                          <a:rPr lang="en-AU" sz="1600" b="0" i="1" smtClean="0">
                                            <a:latin typeface="Cambria Math" panose="02040503050406030204" pitchFamily="18" charset="0"/>
                                          </a:rPr>
                                          <m:t>𝑛</m:t>
                                        </m:r>
                                      </m:e>
                                      <m:sup>
                                        <m:r>
                                          <a:rPr lang="en-AU" sz="1600" b="0" i="1" smtClean="0">
                                            <a:latin typeface="Cambria Math" panose="02040503050406030204" pitchFamily="18" charset="0"/>
                                          </a:rPr>
                                          <m:t>1.8</m:t>
                                        </m:r>
                                      </m:sup>
                                    </m:sSup>
                                  </m:num>
                                  <m:den>
                                    <m:r>
                                      <a:rPr lang="en-AU" sz="1600" b="0" i="1" smtClean="0">
                                        <a:latin typeface="Cambria Math" panose="02040503050406030204" pitchFamily="18" charset="0"/>
                                      </a:rPr>
                                      <m:t>2</m:t>
                                    </m:r>
                                  </m:den>
                                </m:f>
                              </m:oMath>
                            </m:oMathPara>
                          </a14:m>
                          <a:endParaRPr lang="en-AU" sz="2400" b="0" dirty="0"/>
                        </a:p>
                      </a:txBody>
                      <a:tcPr marL="68580" marR="68580" marT="34290" marB="34290" anchor="ctr"/>
                    </a:tc>
                    <a:tc>
                      <a:txBody>
                        <a:bodyPr/>
                        <a:lstStyle/>
                        <a:p>
                          <a:r>
                            <a:rPr lang="en-AU" sz="1600" dirty="0"/>
                            <a:t>12 trillion</a:t>
                          </a:r>
                        </a:p>
                      </a:txBody>
                      <a:tcPr marL="68580" marR="68580" marT="34290" marB="34290" anchor="ctr"/>
                    </a:tc>
                    <a:tc>
                      <a:txBody>
                        <a:bodyPr/>
                        <a:lstStyle/>
                        <a:p>
                          <a:r>
                            <a:rPr lang="en-AU" sz="1600" dirty="0"/>
                            <a:t>9.3 months</a:t>
                          </a:r>
                        </a:p>
                      </a:txBody>
                      <a:tcPr marL="68580" marR="68580" marT="34290" marB="34290" anchor="ctr"/>
                    </a:tc>
                    <a:extLst>
                      <a:ext uri="{0D108BD9-81ED-4DB2-BD59-A6C34878D82A}">
                        <a16:rowId xmlns:a16="http://schemas.microsoft.com/office/drawing/2014/main" val="4687902"/>
                      </a:ext>
                    </a:extLst>
                  </a:tr>
                  <a:tr h="391444">
                    <a:tc>
                      <a:txBody>
                        <a:bodyPr/>
                        <a:lstStyle/>
                        <a:p>
                          <a:r>
                            <a:rPr lang="en-AU" sz="1600" dirty="0"/>
                            <a:t>Quicksort (</a:t>
                          </a:r>
                          <a14:m>
                            <m:oMath xmlns:m="http://schemas.openxmlformats.org/officeDocument/2006/math">
                              <m:r>
                                <a:rPr lang="en-AU" sz="1600" b="0" i="1" smtClean="0">
                                  <a:latin typeface="Cambria Math" panose="02040503050406030204" pitchFamily="18" charset="0"/>
                                </a:rPr>
                                <m:t>𝑛</m:t>
                              </m:r>
                              <m:func>
                                <m:funcPr>
                                  <m:ctrlPr>
                                    <a:rPr lang="en-AU" sz="1600" b="0" i="0" smtClean="0">
                                      <a:latin typeface="Cambria Math" panose="02040503050406030204" pitchFamily="18" charset="0"/>
                                    </a:rPr>
                                  </m:ctrlPr>
                                </m:funcPr>
                                <m:fName>
                                  <m:r>
                                    <m:rPr>
                                      <m:sty m:val="p"/>
                                    </m:rPr>
                                    <a:rPr lang="en-AU" sz="1600" b="0" i="0" smtClean="0">
                                      <a:latin typeface="Cambria Math" panose="02040503050406030204" pitchFamily="18" charset="0"/>
                                    </a:rPr>
                                    <m:t>log</m:t>
                                  </m:r>
                                </m:fName>
                                <m:e>
                                  <m:r>
                                    <a:rPr lang="en-AU" sz="1600" b="0" i="1" smtClean="0">
                                      <a:latin typeface="Cambria Math" panose="02040503050406030204" pitchFamily="18" charset="0"/>
                                    </a:rPr>
                                    <m:t>𝑛</m:t>
                                  </m:r>
                                </m:e>
                              </m:func>
                            </m:oMath>
                          </a14:m>
                          <a:r>
                            <a:rPr lang="en-AU" sz="1600" dirty="0"/>
                            <a:t>)</a:t>
                          </a:r>
                        </a:p>
                      </a:txBody>
                      <a:tcPr marL="68580" marR="68580" marT="34290" marB="34290" anchor="ctr"/>
                    </a:tc>
                    <a:tc>
                      <a:txBody>
                        <a:bodyPr/>
                        <a:lstStyle/>
                        <a:p>
                          <a:r>
                            <a:rPr lang="en-AU" sz="1600" dirty="0"/>
                            <a:t>466 million</a:t>
                          </a:r>
                        </a:p>
                      </a:txBody>
                      <a:tcPr marL="68580" marR="68580" marT="34290" marB="34290" anchor="ctr"/>
                    </a:tc>
                    <a:tc>
                      <a:txBody>
                        <a:bodyPr/>
                        <a:lstStyle/>
                        <a:p>
                          <a:r>
                            <a:rPr lang="en-AU" sz="1600" dirty="0"/>
                            <a:t>7 mins 45 secs</a:t>
                          </a:r>
                        </a:p>
                      </a:txBody>
                      <a:tcPr marL="68580" marR="68580" marT="34290" marB="34290" anchor="ctr"/>
                    </a:tc>
                    <a:extLst>
                      <a:ext uri="{0D108BD9-81ED-4DB2-BD59-A6C34878D82A}">
                        <a16:rowId xmlns:a16="http://schemas.microsoft.com/office/drawing/2014/main" val="3985845246"/>
                      </a:ext>
                    </a:extLst>
                  </a:tr>
                </a:tbl>
              </a:graphicData>
            </a:graphic>
          </p:graphicFrame>
        </mc:Choice>
        <mc:Fallback xmlns="">
          <p:graphicFrame>
            <p:nvGraphicFramePr>
              <p:cNvPr id="3" name="Table 2">
                <a:extLst>
                  <a:ext uri="{FF2B5EF4-FFF2-40B4-BE49-F238E27FC236}">
                    <a16:creationId xmlns:a16="http://schemas.microsoft.com/office/drawing/2014/main" id="{BC48FAD6-7D26-2D2E-4205-CF72EF788860}"/>
                  </a:ext>
                </a:extLst>
              </p:cNvPr>
              <p:cNvGraphicFramePr>
                <a:graphicFrameLocks noGrp="1"/>
              </p:cNvGraphicFramePr>
              <p:nvPr>
                <p:extLst>
                  <p:ext uri="{D42A27DB-BD31-4B8C-83A1-F6EECF244321}">
                    <p14:modId xmlns:p14="http://schemas.microsoft.com/office/powerpoint/2010/main" val="1604332275"/>
                  </p:ext>
                </p:extLst>
              </p:nvPr>
            </p:nvGraphicFramePr>
            <p:xfrm>
              <a:off x="360000" y="2984991"/>
              <a:ext cx="6996891" cy="2348846"/>
            </p:xfrm>
            <a:graphic>
              <a:graphicData uri="http://schemas.openxmlformats.org/drawingml/2006/table">
                <a:tbl>
                  <a:tblPr firstRow="1" bandRow="1">
                    <a:tableStyleId>{3B4B98B0-60AC-42C2-AFA5-B58CD77FA1E5}</a:tableStyleId>
                  </a:tblPr>
                  <a:tblGrid>
                    <a:gridCol w="2332297">
                      <a:extLst>
                        <a:ext uri="{9D8B030D-6E8A-4147-A177-3AD203B41FA5}">
                          <a16:colId xmlns:a16="http://schemas.microsoft.com/office/drawing/2014/main" val="796819700"/>
                        </a:ext>
                      </a:extLst>
                    </a:gridCol>
                    <a:gridCol w="2332297">
                      <a:extLst>
                        <a:ext uri="{9D8B030D-6E8A-4147-A177-3AD203B41FA5}">
                          <a16:colId xmlns:a16="http://schemas.microsoft.com/office/drawing/2014/main" val="608011384"/>
                        </a:ext>
                      </a:extLst>
                    </a:gridCol>
                    <a:gridCol w="2332297">
                      <a:extLst>
                        <a:ext uri="{9D8B030D-6E8A-4147-A177-3AD203B41FA5}">
                          <a16:colId xmlns:a16="http://schemas.microsoft.com/office/drawing/2014/main" val="1537365064"/>
                        </a:ext>
                      </a:extLst>
                    </a:gridCol>
                  </a:tblGrid>
                  <a:tr h="391444">
                    <a:tc>
                      <a:txBody>
                        <a:bodyPr/>
                        <a:lstStyle/>
                        <a:p>
                          <a:endParaRPr lang="en-AU" sz="1600" dirty="0"/>
                        </a:p>
                      </a:txBody>
                      <a:tcPr marL="68580" marR="68580" marT="34290" marB="34290"/>
                    </a:tc>
                    <a:tc>
                      <a:txBody>
                        <a:bodyPr/>
                        <a:lstStyle/>
                        <a:p>
                          <a:r>
                            <a:rPr lang="en-AU" sz="1600" dirty="0"/>
                            <a:t>Comparisons</a:t>
                          </a:r>
                        </a:p>
                      </a:txBody>
                      <a:tcPr marL="68580" marR="68580" marT="34290" marB="34290"/>
                    </a:tc>
                    <a:tc>
                      <a:txBody>
                        <a:bodyPr/>
                        <a:lstStyle/>
                        <a:p>
                          <a:r>
                            <a:rPr lang="en-AU" sz="1600" dirty="0"/>
                            <a:t>Time</a:t>
                          </a:r>
                        </a:p>
                      </a:txBody>
                      <a:tcPr marL="68580" marR="68580" marT="34290" marB="34290"/>
                    </a:tc>
                    <a:extLst>
                      <a:ext uri="{0D108BD9-81ED-4DB2-BD59-A6C34878D82A}">
                        <a16:rowId xmlns:a16="http://schemas.microsoft.com/office/drawing/2014/main" val="3166576448"/>
                      </a:ext>
                    </a:extLst>
                  </a:tr>
                  <a:tr h="782979">
                    <a:tc>
                      <a:txBody>
                        <a:bodyPr/>
                        <a:lstStyle/>
                        <a:p>
                          <a:endParaRPr lang="en-US"/>
                        </a:p>
                      </a:txBody>
                      <a:tcPr marL="68580" marR="68580" marT="34290" marB="34290" anchor="ctr">
                        <a:blipFill>
                          <a:blip r:embed="rId2"/>
                          <a:stretch>
                            <a:fillRect t="-54839" r="-200000" b="-154839"/>
                          </a:stretch>
                        </a:blipFill>
                      </a:tcPr>
                    </a:tc>
                    <a:tc>
                      <a:txBody>
                        <a:bodyPr/>
                        <a:lstStyle/>
                        <a:p>
                          <a:r>
                            <a:rPr lang="en-AU" sz="1600" dirty="0"/>
                            <a:t>370 trillion</a:t>
                          </a:r>
                        </a:p>
                      </a:txBody>
                      <a:tcPr marL="68580" marR="68580" marT="34290" marB="34290" anchor="ctr"/>
                    </a:tc>
                    <a:tc>
                      <a:txBody>
                        <a:bodyPr/>
                        <a:lstStyle/>
                        <a:p>
                          <a:r>
                            <a:rPr lang="en-US" altLang="zh-CN" sz="1600" dirty="0"/>
                            <a:t>11.7</a:t>
                          </a:r>
                          <a:r>
                            <a:rPr lang="en-AU" sz="1600" dirty="0"/>
                            <a:t> years</a:t>
                          </a:r>
                        </a:p>
                      </a:txBody>
                      <a:tcPr marL="68580" marR="68580" marT="34290" marB="34290" anchor="ctr"/>
                    </a:tc>
                    <a:extLst>
                      <a:ext uri="{0D108BD9-81ED-4DB2-BD59-A6C34878D82A}">
                        <a16:rowId xmlns:a16="http://schemas.microsoft.com/office/drawing/2014/main" val="374879788"/>
                      </a:ext>
                    </a:extLst>
                  </a:tr>
                  <a:tr h="782979">
                    <a:tc>
                      <a:txBody>
                        <a:bodyPr/>
                        <a:lstStyle/>
                        <a:p>
                          <a:endParaRPr lang="en-US"/>
                        </a:p>
                      </a:txBody>
                      <a:tcPr marL="68580" marR="68580" marT="34290" marB="34290" anchor="ctr">
                        <a:blipFill>
                          <a:blip r:embed="rId2"/>
                          <a:stretch>
                            <a:fillRect t="-157377" r="-200000" b="-57377"/>
                          </a:stretch>
                        </a:blipFill>
                      </a:tcPr>
                    </a:tc>
                    <a:tc>
                      <a:txBody>
                        <a:bodyPr/>
                        <a:lstStyle/>
                        <a:p>
                          <a:r>
                            <a:rPr lang="en-AU" sz="1600" dirty="0"/>
                            <a:t>12 trillion</a:t>
                          </a:r>
                        </a:p>
                      </a:txBody>
                      <a:tcPr marL="68580" marR="68580" marT="34290" marB="34290" anchor="ctr"/>
                    </a:tc>
                    <a:tc>
                      <a:txBody>
                        <a:bodyPr/>
                        <a:lstStyle/>
                        <a:p>
                          <a:r>
                            <a:rPr lang="en-AU" sz="1600" dirty="0"/>
                            <a:t>9.3 months</a:t>
                          </a:r>
                        </a:p>
                      </a:txBody>
                      <a:tcPr marL="68580" marR="68580" marT="34290" marB="34290" anchor="ctr"/>
                    </a:tc>
                    <a:extLst>
                      <a:ext uri="{0D108BD9-81ED-4DB2-BD59-A6C34878D82A}">
                        <a16:rowId xmlns:a16="http://schemas.microsoft.com/office/drawing/2014/main" val="4687902"/>
                      </a:ext>
                    </a:extLst>
                  </a:tr>
                  <a:tr h="391444">
                    <a:tc>
                      <a:txBody>
                        <a:bodyPr/>
                        <a:lstStyle/>
                        <a:p>
                          <a:endParaRPr lang="en-US"/>
                        </a:p>
                      </a:txBody>
                      <a:tcPr marL="68580" marR="68580" marT="34290" marB="34290" anchor="ctr">
                        <a:blipFill>
                          <a:blip r:embed="rId2"/>
                          <a:stretch>
                            <a:fillRect t="-506452" r="-200000" b="-12903"/>
                          </a:stretch>
                        </a:blipFill>
                      </a:tcPr>
                    </a:tc>
                    <a:tc>
                      <a:txBody>
                        <a:bodyPr/>
                        <a:lstStyle/>
                        <a:p>
                          <a:r>
                            <a:rPr lang="en-AU" sz="1600" dirty="0"/>
                            <a:t>466 million</a:t>
                          </a:r>
                        </a:p>
                      </a:txBody>
                      <a:tcPr marL="68580" marR="68580" marT="34290" marB="34290" anchor="ctr"/>
                    </a:tc>
                    <a:tc>
                      <a:txBody>
                        <a:bodyPr/>
                        <a:lstStyle/>
                        <a:p>
                          <a:r>
                            <a:rPr lang="en-AU" sz="1600" dirty="0"/>
                            <a:t>7 mins 45 secs</a:t>
                          </a:r>
                        </a:p>
                      </a:txBody>
                      <a:tcPr marL="68580" marR="68580" marT="34290" marB="34290" anchor="ctr"/>
                    </a:tc>
                    <a:extLst>
                      <a:ext uri="{0D108BD9-81ED-4DB2-BD59-A6C34878D82A}">
                        <a16:rowId xmlns:a16="http://schemas.microsoft.com/office/drawing/2014/main" val="3985845246"/>
                      </a:ext>
                    </a:extLst>
                  </a:tr>
                </a:tbl>
              </a:graphicData>
            </a:graphic>
          </p:graphicFrame>
        </mc:Fallback>
      </mc:AlternateContent>
      <p:sp>
        <p:nvSpPr>
          <p:cNvPr id="4" name="Rectangle 3">
            <a:extLst>
              <a:ext uri="{FF2B5EF4-FFF2-40B4-BE49-F238E27FC236}">
                <a16:creationId xmlns:a16="http://schemas.microsoft.com/office/drawing/2014/main" id="{8B24CCBF-AD5B-4E91-2219-164B7EC5C706}"/>
              </a:ext>
            </a:extLst>
          </p:cNvPr>
          <p:cNvSpPr/>
          <p:nvPr/>
        </p:nvSpPr>
        <p:spPr>
          <a:xfrm>
            <a:off x="360000" y="4902011"/>
            <a:ext cx="6996891" cy="5570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1350"/>
          </a:p>
        </p:txBody>
      </p:sp>
      <p:sp>
        <p:nvSpPr>
          <p:cNvPr id="5" name="Rectangle 4">
            <a:extLst>
              <a:ext uri="{FF2B5EF4-FFF2-40B4-BE49-F238E27FC236}">
                <a16:creationId xmlns:a16="http://schemas.microsoft.com/office/drawing/2014/main" id="{4364C1D0-ACCC-3DF4-6E8F-E5800FC260E9}"/>
              </a:ext>
            </a:extLst>
          </p:cNvPr>
          <p:cNvSpPr/>
          <p:nvPr/>
        </p:nvSpPr>
        <p:spPr>
          <a:xfrm>
            <a:off x="360000" y="4128391"/>
            <a:ext cx="6996891" cy="7736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sz="1350"/>
          </a:p>
        </p:txBody>
      </p:sp>
    </p:spTree>
    <p:extLst>
      <p:ext uri="{BB962C8B-B14F-4D97-AF65-F5344CB8AC3E}">
        <p14:creationId xmlns:p14="http://schemas.microsoft.com/office/powerpoint/2010/main" val="3538951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5C222-C4A1-A0F4-F6D7-44B471B2ED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7BFBF3-2A68-4069-AC9C-F3C8B4A8B4A8}"/>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24 bubble sort</a:t>
            </a:r>
            <a:endParaRPr lang="en-AU" dirty="0"/>
          </a:p>
        </p:txBody>
      </p:sp>
      <p:sp>
        <p:nvSpPr>
          <p:cNvPr id="3" name="TextBox 2">
            <a:extLst>
              <a:ext uri="{FF2B5EF4-FFF2-40B4-BE49-F238E27FC236}">
                <a16:creationId xmlns:a16="http://schemas.microsoft.com/office/drawing/2014/main" id="{4EE6C144-ECBD-E863-2181-1B03F4C70D80}"/>
              </a:ext>
            </a:extLst>
          </p:cNvPr>
          <p:cNvSpPr txBox="1"/>
          <p:nvPr/>
        </p:nvSpPr>
        <p:spPr>
          <a:xfrm>
            <a:off x="359998" y="1260000"/>
            <a:ext cx="7200000" cy="3570208"/>
          </a:xfrm>
          <a:prstGeom prst="rect">
            <a:avLst/>
          </a:prstGeom>
          <a:noFill/>
        </p:spPr>
        <p:txBody>
          <a:bodyPr wrap="square">
            <a:spAutoFit/>
          </a:bodyPr>
          <a:lstStyle/>
          <a:p>
            <a:pPr fontAlgn="base">
              <a:spcBef>
                <a:spcPts val="600"/>
              </a:spcBef>
              <a:spcAft>
                <a:spcPts val="600"/>
              </a:spcAft>
            </a:pPr>
            <a:r>
              <a:rPr lang="en-AU" sz="2000" dirty="0"/>
              <a:t>There are many different sorting algorithms, each with different space and time complexity, and different use cases.</a:t>
            </a:r>
          </a:p>
          <a:p>
            <a:pPr fontAlgn="base">
              <a:spcBef>
                <a:spcPts val="600"/>
              </a:spcBef>
              <a:spcAft>
                <a:spcPts val="600"/>
              </a:spcAft>
            </a:pPr>
            <a:r>
              <a:rPr lang="en-AU" sz="2000" dirty="0"/>
              <a:t>The simplest is the bubble sort.</a:t>
            </a:r>
          </a:p>
          <a:p>
            <a:pPr fontAlgn="base">
              <a:spcBef>
                <a:spcPts val="600"/>
              </a:spcBef>
              <a:spcAft>
                <a:spcPts val="600"/>
              </a:spcAft>
            </a:pPr>
            <a:endParaRPr lang="en-AU" b="1" dirty="0">
              <a:hlinkClick r:id="rId3"/>
            </a:endParaRPr>
          </a:p>
          <a:p>
            <a:pPr fontAlgn="base">
              <a:spcBef>
                <a:spcPts val="600"/>
              </a:spcBef>
              <a:spcAft>
                <a:spcPts val="600"/>
              </a:spcAft>
            </a:pPr>
            <a:r>
              <a:rPr lang="en-AU" sz="1600" dirty="0">
                <a:latin typeface="Consolas" panose="020B0609020204030204" pitchFamily="49" charset="0"/>
                <a:cs typeface="Consolas" panose="020B0609020204030204" pitchFamily="49" charset="0"/>
                <a:hlinkClick r:id="rId3"/>
              </a:rPr>
              <a:t>https://sortvisualizer.com/bubblesort/</a:t>
            </a:r>
            <a:endParaRPr lang="en-AU" sz="1600" dirty="0">
              <a:latin typeface="Consolas" panose="020B0609020204030204" pitchFamily="49" charset="0"/>
              <a:cs typeface="Consolas" panose="020B0609020204030204" pitchFamily="49" charset="0"/>
            </a:endParaRPr>
          </a:p>
          <a:p>
            <a:pPr fontAlgn="base">
              <a:spcBef>
                <a:spcPts val="600"/>
              </a:spcBef>
              <a:spcAft>
                <a:spcPts val="600"/>
              </a:spcAft>
            </a:pPr>
            <a:endParaRPr lang="en-AU" b="1" dirty="0"/>
          </a:p>
          <a:p>
            <a:pPr fontAlgn="base">
              <a:spcBef>
                <a:spcPts val="600"/>
              </a:spcBef>
              <a:spcAft>
                <a:spcPts val="600"/>
              </a:spcAft>
            </a:pPr>
            <a:r>
              <a:rPr lang="en-AU" dirty="0"/>
              <a:t>You keep scanning the entire list from left to right, each time swapping a pair of adjacent numbers if they are not in order.</a:t>
            </a:r>
          </a:p>
          <a:p>
            <a:pPr fontAlgn="base">
              <a:spcBef>
                <a:spcPts val="600"/>
              </a:spcBef>
              <a:spcAft>
                <a:spcPts val="600"/>
              </a:spcAft>
            </a:pPr>
            <a:r>
              <a:rPr lang="en-AU" dirty="0"/>
              <a:t>Now you see why it’s called bubble sort?</a:t>
            </a:r>
          </a:p>
        </p:txBody>
      </p:sp>
    </p:spTree>
    <p:extLst>
      <p:ext uri="{BB962C8B-B14F-4D97-AF65-F5344CB8AC3E}">
        <p14:creationId xmlns:p14="http://schemas.microsoft.com/office/powerpoint/2010/main" val="39362553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D3D98-B438-9310-1441-8B24050216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298E86-9E51-475A-61EE-D1207FBDCB2D}"/>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24 </a:t>
            </a:r>
            <a:r>
              <a:rPr lang="en-AU" dirty="0"/>
              <a:t>Bubble Sort</a:t>
            </a:r>
          </a:p>
        </p:txBody>
      </p:sp>
      <p:sp>
        <p:nvSpPr>
          <p:cNvPr id="3" name="TextBox 2">
            <a:extLst>
              <a:ext uri="{FF2B5EF4-FFF2-40B4-BE49-F238E27FC236}">
                <a16:creationId xmlns:a16="http://schemas.microsoft.com/office/drawing/2014/main" id="{38027B7F-0E28-6F7D-6F3B-D7EFAAC4BDFE}"/>
              </a:ext>
            </a:extLst>
          </p:cNvPr>
          <p:cNvSpPr txBox="1"/>
          <p:nvPr/>
        </p:nvSpPr>
        <p:spPr>
          <a:xfrm>
            <a:off x="359998" y="1260000"/>
            <a:ext cx="7200000" cy="2600712"/>
          </a:xfrm>
          <a:prstGeom prst="rect">
            <a:avLst/>
          </a:prstGeom>
          <a:noFill/>
        </p:spPr>
        <p:txBody>
          <a:bodyPr wrap="square">
            <a:spAutoFit/>
          </a:bodyPr>
          <a:lstStyle/>
          <a:p>
            <a:pPr fontAlgn="base">
              <a:spcBef>
                <a:spcPts val="600"/>
              </a:spcBef>
              <a:spcAft>
                <a:spcPts val="600"/>
              </a:spcAft>
            </a:pPr>
            <a:r>
              <a:rPr lang="en-AU" sz="2000" dirty="0"/>
              <a:t>Plan (sort in ascending order):</a:t>
            </a:r>
          </a:p>
          <a:p>
            <a:pPr marL="457200" indent="-457200" fontAlgn="base">
              <a:spcBef>
                <a:spcPts val="300"/>
              </a:spcBef>
              <a:spcAft>
                <a:spcPts val="300"/>
              </a:spcAft>
              <a:buAutoNum type="arabicPeriod"/>
            </a:pPr>
            <a:r>
              <a:rPr lang="en-AU" dirty="0"/>
              <a:t>Prepare the input list</a:t>
            </a:r>
          </a:p>
          <a:p>
            <a:pPr marL="342900" indent="-342900" fontAlgn="base">
              <a:spcBef>
                <a:spcPts val="300"/>
              </a:spcBef>
              <a:spcAft>
                <a:spcPts val="300"/>
              </a:spcAft>
              <a:buAutoNum type="arabicPeriod"/>
            </a:pPr>
            <a:r>
              <a:rPr lang="en-AU" dirty="0"/>
              <a:t>Loop </a:t>
            </a:r>
            <a:r>
              <a:rPr lang="en-AU" dirty="0" err="1"/>
              <a:t>i</a:t>
            </a:r>
            <a:r>
              <a:rPr lang="en-AU" dirty="0"/>
              <a:t> from 1</a:t>
            </a:r>
            <a:r>
              <a:rPr lang="en-AU" baseline="30000" dirty="0"/>
              <a:t>st</a:t>
            </a:r>
            <a:r>
              <a:rPr lang="en-AU" dirty="0"/>
              <a:t> to last:</a:t>
            </a:r>
          </a:p>
          <a:p>
            <a:pPr lvl="1" fontAlgn="base">
              <a:spcBef>
                <a:spcPts val="300"/>
              </a:spcBef>
              <a:spcAft>
                <a:spcPts val="300"/>
              </a:spcAft>
            </a:pPr>
            <a:r>
              <a:rPr lang="en-AU" dirty="0"/>
              <a:t>Loop j from 1</a:t>
            </a:r>
            <a:r>
              <a:rPr lang="en-AU" baseline="30000" dirty="0"/>
              <a:t>st</a:t>
            </a:r>
            <a:r>
              <a:rPr lang="en-AU" dirty="0"/>
              <a:t> to last:</a:t>
            </a:r>
          </a:p>
          <a:p>
            <a:pPr lvl="1" fontAlgn="base">
              <a:spcBef>
                <a:spcPts val="300"/>
              </a:spcBef>
              <a:spcAft>
                <a:spcPts val="300"/>
              </a:spcAft>
            </a:pPr>
            <a:r>
              <a:rPr lang="en-AU" dirty="0"/>
              <a:t>	if list[j] &lt; list[j-1]:</a:t>
            </a:r>
          </a:p>
          <a:p>
            <a:pPr lvl="1" fontAlgn="base">
              <a:spcBef>
                <a:spcPts val="300"/>
              </a:spcBef>
              <a:spcAft>
                <a:spcPts val="300"/>
              </a:spcAft>
            </a:pPr>
            <a:r>
              <a:rPr lang="en-AU" dirty="0"/>
              <a:t>		swap list[j] with list[j-1]</a:t>
            </a:r>
          </a:p>
          <a:p>
            <a:pPr marL="342900" indent="-342900" fontAlgn="base">
              <a:spcBef>
                <a:spcPts val="600"/>
              </a:spcBef>
              <a:spcAft>
                <a:spcPts val="600"/>
              </a:spcAft>
              <a:buAutoNum type="arabicPeriod"/>
            </a:pPr>
            <a:r>
              <a:rPr lang="en-AU" dirty="0"/>
              <a:t>Output list</a:t>
            </a:r>
          </a:p>
        </p:txBody>
      </p:sp>
    </p:spTree>
    <p:extLst>
      <p:ext uri="{BB962C8B-B14F-4D97-AF65-F5344CB8AC3E}">
        <p14:creationId xmlns:p14="http://schemas.microsoft.com/office/powerpoint/2010/main" val="29709941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B7D9A-8C29-85A7-BAF7-5F41322118C1}"/>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3A22DC07-949B-13E5-AD72-66B1068D28F6}"/>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24 bubble sort</a:t>
            </a:r>
            <a:endParaRPr lang="en-AU" dirty="0"/>
          </a:p>
        </p:txBody>
      </p:sp>
      <p:pic>
        <p:nvPicPr>
          <p:cNvPr id="12" name="Picture 11" descr="Bubble Sort in Data Structure: Algorithm, Steps, and Examples">
            <a:extLst>
              <a:ext uri="{FF2B5EF4-FFF2-40B4-BE49-F238E27FC236}">
                <a16:creationId xmlns:a16="http://schemas.microsoft.com/office/drawing/2014/main" id="{375CD3BC-2752-34F6-0E2D-C7AEF621ED5A}"/>
              </a:ext>
            </a:extLst>
          </p:cNvPr>
          <p:cNvPicPr>
            <a:picLocks noChangeAspect="1"/>
          </p:cNvPicPr>
          <p:nvPr/>
        </p:nvPicPr>
        <p:blipFill>
          <a:blip r:embed="rId2"/>
          <a:srcRect b="8163"/>
          <a:stretch>
            <a:fillRect/>
          </a:stretch>
        </p:blipFill>
        <p:spPr>
          <a:xfrm>
            <a:off x="359999" y="1080001"/>
            <a:ext cx="7619667" cy="4800846"/>
          </a:xfrm>
          <a:prstGeom prst="rect">
            <a:avLst/>
          </a:prstGeom>
        </p:spPr>
      </p:pic>
      <p:sp>
        <p:nvSpPr>
          <p:cNvPr id="13" name="Text Placeholder 3">
            <a:extLst>
              <a:ext uri="{FF2B5EF4-FFF2-40B4-BE49-F238E27FC236}">
                <a16:creationId xmlns:a16="http://schemas.microsoft.com/office/drawing/2014/main" id="{814C707D-9EDC-7117-3198-155B64FE320D}"/>
              </a:ext>
            </a:extLst>
          </p:cNvPr>
          <p:cNvSpPr txBox="1">
            <a:spLocks/>
          </p:cNvSpPr>
          <p:nvPr/>
        </p:nvSpPr>
        <p:spPr>
          <a:xfrm rot="16200000">
            <a:off x="4634824" y="2745838"/>
            <a:ext cx="5550018" cy="720000"/>
          </a:xfrm>
          <a:prstGeom prst="rect">
            <a:avLst/>
          </a:prstGeom>
        </p:spPr>
        <p:txBody>
          <a:bodyPr vert="horz" lIns="91440" tIns="45720" rIns="91440" bIns="45720" rtlCol="0" anchor="ctr">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fontAlgn="base">
              <a:buNone/>
            </a:pPr>
            <a:r>
              <a:rPr lang="en-US" altLang="zh-CN" sz="4400" b="0" i="0" dirty="0">
                <a:effectLst/>
                <a:latin typeface="Inter"/>
              </a:rPr>
              <a:t>Code</a:t>
            </a:r>
            <a:r>
              <a:rPr lang="zh-CN" altLang="en-US" sz="4400" b="0" i="0" dirty="0">
                <a:effectLst/>
                <a:latin typeface="Inter"/>
              </a:rPr>
              <a:t> </a:t>
            </a:r>
            <a:r>
              <a:rPr lang="en-US" altLang="zh-CN" sz="4400" b="0" i="0" dirty="0">
                <a:effectLst/>
                <a:latin typeface="Inter"/>
              </a:rPr>
              <a:t>explained</a:t>
            </a:r>
          </a:p>
        </p:txBody>
      </p:sp>
    </p:spTree>
    <p:extLst>
      <p:ext uri="{BB962C8B-B14F-4D97-AF65-F5344CB8AC3E}">
        <p14:creationId xmlns:p14="http://schemas.microsoft.com/office/powerpoint/2010/main" val="15992703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7FF219E-5C32-2E48-35B2-74541B8714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5E481A-D2CF-1FBC-304F-48CFCC322951}"/>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23 </a:t>
            </a:r>
            <a:r>
              <a:rPr lang="en-AU" dirty="0"/>
              <a:t>The Vigenère Cipher</a:t>
            </a:r>
          </a:p>
        </p:txBody>
      </p:sp>
      <p:sp>
        <p:nvSpPr>
          <p:cNvPr id="3" name="TextBox 2">
            <a:extLst>
              <a:ext uri="{FF2B5EF4-FFF2-40B4-BE49-F238E27FC236}">
                <a16:creationId xmlns:a16="http://schemas.microsoft.com/office/drawing/2014/main" id="{C209E2F2-98C1-23BB-75A2-D79A864FA3D5}"/>
              </a:ext>
            </a:extLst>
          </p:cNvPr>
          <p:cNvSpPr txBox="1"/>
          <p:nvPr/>
        </p:nvSpPr>
        <p:spPr>
          <a:xfrm>
            <a:off x="359998" y="1260000"/>
            <a:ext cx="7200000" cy="3570208"/>
          </a:xfrm>
          <a:prstGeom prst="rect">
            <a:avLst/>
          </a:prstGeom>
          <a:noFill/>
        </p:spPr>
        <p:txBody>
          <a:bodyPr wrap="square">
            <a:spAutoFit/>
          </a:bodyPr>
          <a:lstStyle/>
          <a:p>
            <a:pPr fontAlgn="base">
              <a:spcBef>
                <a:spcPts val="600"/>
              </a:spcBef>
              <a:spcAft>
                <a:spcPts val="600"/>
              </a:spcAft>
            </a:pPr>
            <a:r>
              <a:rPr lang="en-AU" sz="2000" dirty="0"/>
              <a:t>There are many different sorting algorithms, each with different space and time complexity, and different use cases.</a:t>
            </a:r>
          </a:p>
          <a:p>
            <a:pPr fontAlgn="base">
              <a:spcBef>
                <a:spcPts val="600"/>
              </a:spcBef>
              <a:spcAft>
                <a:spcPts val="600"/>
              </a:spcAft>
            </a:pPr>
            <a:r>
              <a:rPr lang="en-AU" sz="2000" dirty="0"/>
              <a:t>The simplest is the bubble sort.</a:t>
            </a:r>
          </a:p>
          <a:p>
            <a:pPr fontAlgn="base">
              <a:spcBef>
                <a:spcPts val="600"/>
              </a:spcBef>
              <a:spcAft>
                <a:spcPts val="600"/>
              </a:spcAft>
            </a:pPr>
            <a:endParaRPr lang="en-AU" b="1" dirty="0">
              <a:hlinkClick r:id="rId3"/>
            </a:endParaRPr>
          </a:p>
          <a:p>
            <a:pPr fontAlgn="base">
              <a:spcBef>
                <a:spcPts val="600"/>
              </a:spcBef>
              <a:spcAft>
                <a:spcPts val="600"/>
              </a:spcAft>
            </a:pPr>
            <a:r>
              <a:rPr lang="en-AU" sz="1600" dirty="0">
                <a:latin typeface="Consolas" panose="020B0609020204030204" pitchFamily="49" charset="0"/>
                <a:cs typeface="Consolas" panose="020B0609020204030204" pitchFamily="49" charset="0"/>
                <a:hlinkClick r:id="rId3"/>
              </a:rPr>
              <a:t>https://sortvisualizer.com/bubblesort/</a:t>
            </a:r>
            <a:endParaRPr lang="en-AU" sz="1600" dirty="0">
              <a:latin typeface="Consolas" panose="020B0609020204030204" pitchFamily="49" charset="0"/>
              <a:cs typeface="Consolas" panose="020B0609020204030204" pitchFamily="49" charset="0"/>
            </a:endParaRPr>
          </a:p>
          <a:p>
            <a:pPr fontAlgn="base">
              <a:spcBef>
                <a:spcPts val="600"/>
              </a:spcBef>
              <a:spcAft>
                <a:spcPts val="600"/>
              </a:spcAft>
            </a:pPr>
            <a:endParaRPr lang="en-AU" b="1" dirty="0"/>
          </a:p>
          <a:p>
            <a:pPr fontAlgn="base">
              <a:spcBef>
                <a:spcPts val="600"/>
              </a:spcBef>
              <a:spcAft>
                <a:spcPts val="600"/>
              </a:spcAft>
            </a:pPr>
            <a:r>
              <a:rPr lang="en-AU" dirty="0"/>
              <a:t>You keep scanning the entire list from left to right, each time swapping a pair of adjacent numbers if they are not in order.</a:t>
            </a:r>
          </a:p>
          <a:p>
            <a:pPr fontAlgn="base">
              <a:spcBef>
                <a:spcPts val="600"/>
              </a:spcBef>
              <a:spcAft>
                <a:spcPts val="600"/>
              </a:spcAft>
            </a:pPr>
            <a:r>
              <a:rPr lang="en-AU" dirty="0"/>
              <a:t>Now you see why it’s called bubble sort?</a:t>
            </a:r>
          </a:p>
        </p:txBody>
      </p:sp>
    </p:spTree>
    <p:extLst>
      <p:ext uri="{BB962C8B-B14F-4D97-AF65-F5344CB8AC3E}">
        <p14:creationId xmlns:p14="http://schemas.microsoft.com/office/powerpoint/2010/main" val="21287318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F9272CF-0146-B58E-B420-7B1DF47A86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CDD8F5-5BBF-619A-1951-B27B82ABCE7C}"/>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24 </a:t>
            </a:r>
            <a:r>
              <a:rPr lang="en-AU" dirty="0"/>
              <a:t>Bubble Sort</a:t>
            </a:r>
          </a:p>
        </p:txBody>
      </p:sp>
      <p:sp>
        <p:nvSpPr>
          <p:cNvPr id="3" name="TextBox 2">
            <a:extLst>
              <a:ext uri="{FF2B5EF4-FFF2-40B4-BE49-F238E27FC236}">
                <a16:creationId xmlns:a16="http://schemas.microsoft.com/office/drawing/2014/main" id="{CF72C227-07DF-CCDF-45FE-20671B559007}"/>
              </a:ext>
            </a:extLst>
          </p:cNvPr>
          <p:cNvSpPr txBox="1"/>
          <p:nvPr/>
        </p:nvSpPr>
        <p:spPr>
          <a:xfrm>
            <a:off x="359998" y="1260000"/>
            <a:ext cx="7200000" cy="2600712"/>
          </a:xfrm>
          <a:prstGeom prst="rect">
            <a:avLst/>
          </a:prstGeom>
          <a:noFill/>
        </p:spPr>
        <p:txBody>
          <a:bodyPr wrap="square">
            <a:spAutoFit/>
          </a:bodyPr>
          <a:lstStyle/>
          <a:p>
            <a:pPr fontAlgn="base">
              <a:spcBef>
                <a:spcPts val="600"/>
              </a:spcBef>
              <a:spcAft>
                <a:spcPts val="600"/>
              </a:spcAft>
            </a:pPr>
            <a:r>
              <a:rPr lang="en-AU" sz="2000" dirty="0"/>
              <a:t>Plan (sort in ascending order):</a:t>
            </a:r>
          </a:p>
          <a:p>
            <a:pPr marL="457200" indent="-457200" fontAlgn="base">
              <a:spcBef>
                <a:spcPts val="300"/>
              </a:spcBef>
              <a:spcAft>
                <a:spcPts val="300"/>
              </a:spcAft>
              <a:buAutoNum type="arabicPeriod"/>
            </a:pPr>
            <a:r>
              <a:rPr lang="en-AU" dirty="0"/>
              <a:t>Prepare the input list</a:t>
            </a:r>
          </a:p>
          <a:p>
            <a:pPr marL="342900" indent="-342900" fontAlgn="base">
              <a:spcBef>
                <a:spcPts val="300"/>
              </a:spcBef>
              <a:spcAft>
                <a:spcPts val="300"/>
              </a:spcAft>
              <a:buAutoNum type="arabicPeriod"/>
            </a:pPr>
            <a:r>
              <a:rPr lang="en-AU" dirty="0"/>
              <a:t>Loop </a:t>
            </a:r>
            <a:r>
              <a:rPr lang="en-AU" dirty="0" err="1"/>
              <a:t>i</a:t>
            </a:r>
            <a:r>
              <a:rPr lang="en-AU" dirty="0"/>
              <a:t> from 1</a:t>
            </a:r>
            <a:r>
              <a:rPr lang="en-AU" baseline="30000" dirty="0"/>
              <a:t>st</a:t>
            </a:r>
            <a:r>
              <a:rPr lang="en-AU" dirty="0"/>
              <a:t> to last:</a:t>
            </a:r>
          </a:p>
          <a:p>
            <a:pPr lvl="1" fontAlgn="base">
              <a:spcBef>
                <a:spcPts val="300"/>
              </a:spcBef>
              <a:spcAft>
                <a:spcPts val="300"/>
              </a:spcAft>
            </a:pPr>
            <a:r>
              <a:rPr lang="en-AU" dirty="0"/>
              <a:t>Loop j from i+1 to last:</a:t>
            </a:r>
          </a:p>
          <a:p>
            <a:pPr lvl="1" fontAlgn="base">
              <a:spcBef>
                <a:spcPts val="300"/>
              </a:spcBef>
              <a:spcAft>
                <a:spcPts val="300"/>
              </a:spcAft>
            </a:pPr>
            <a:r>
              <a:rPr lang="en-AU" dirty="0"/>
              <a:t>	if list[j] &lt; list[j-1]:</a:t>
            </a:r>
          </a:p>
          <a:p>
            <a:pPr lvl="1" fontAlgn="base">
              <a:spcBef>
                <a:spcPts val="300"/>
              </a:spcBef>
              <a:spcAft>
                <a:spcPts val="300"/>
              </a:spcAft>
            </a:pPr>
            <a:r>
              <a:rPr lang="en-AU" dirty="0"/>
              <a:t>		swap list[j] with list[j-1]</a:t>
            </a:r>
          </a:p>
          <a:p>
            <a:pPr marL="342900" indent="-342900" fontAlgn="base">
              <a:spcBef>
                <a:spcPts val="600"/>
              </a:spcBef>
              <a:spcAft>
                <a:spcPts val="600"/>
              </a:spcAft>
              <a:buAutoNum type="arabicPeriod"/>
            </a:pPr>
            <a:r>
              <a:rPr lang="en-AU" dirty="0"/>
              <a:t>Output list</a:t>
            </a:r>
          </a:p>
        </p:txBody>
      </p:sp>
    </p:spTree>
    <p:extLst>
      <p:ext uri="{BB962C8B-B14F-4D97-AF65-F5344CB8AC3E}">
        <p14:creationId xmlns:p14="http://schemas.microsoft.com/office/powerpoint/2010/main" val="4878409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81C38-28F2-BF17-F57D-326F5CEE022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C0BA418-E5DB-59E6-2B9E-2A4A427BED59}"/>
              </a:ext>
            </a:extLst>
          </p:cNvPr>
          <p:cNvSpPr txBox="1"/>
          <p:nvPr/>
        </p:nvSpPr>
        <p:spPr>
          <a:xfrm>
            <a:off x="359998" y="1260000"/>
            <a:ext cx="7920000" cy="4755148"/>
          </a:xfrm>
          <a:prstGeom prst="rect">
            <a:avLst/>
          </a:prstGeom>
          <a:noFill/>
        </p:spPr>
        <p:txBody>
          <a:bodyPr wrap="square">
            <a:spAutoFit/>
          </a:bodyPr>
          <a:lstStyle/>
          <a:p>
            <a:pPr>
              <a:spcBef>
                <a:spcPts val="600"/>
              </a:spcBef>
              <a:spcAft>
                <a:spcPts val="600"/>
              </a:spcAft>
            </a:pPr>
            <a:r>
              <a:rPr lang="en-AU" dirty="0">
                <a:latin typeface="Consolas" panose="020B0609020204030204" pitchFamily="49" charset="0"/>
                <a:cs typeface="Consolas" panose="020B0609020204030204" pitchFamily="49" charset="0"/>
                <a:hlinkClick r:id="rId2"/>
              </a:rPr>
              <a:t>https://en.wikipedia.org/wiki/Conway%27s_Game_of_Life</a:t>
            </a:r>
            <a:endParaRPr lang="en-AU" dirty="0">
              <a:latin typeface="Consolas" panose="020B0609020204030204" pitchFamily="49" charset="0"/>
              <a:cs typeface="Consolas" panose="020B0609020204030204" pitchFamily="49" charset="0"/>
            </a:endParaRPr>
          </a:p>
          <a:p>
            <a:pPr fontAlgn="base">
              <a:spcBef>
                <a:spcPts val="600"/>
              </a:spcBef>
              <a:spcAft>
                <a:spcPts val="600"/>
              </a:spcAft>
            </a:pPr>
            <a:r>
              <a:rPr lang="en-AU" sz="2000" dirty="0"/>
              <a:t>It’s a zero-player game, meaning that its evolution is determined by its initial state, requiring no further input. You create an initial configuration and observe how it evolves.</a:t>
            </a:r>
          </a:p>
          <a:p>
            <a:pPr fontAlgn="base">
              <a:spcBef>
                <a:spcPts val="600"/>
              </a:spcBef>
              <a:spcAft>
                <a:spcPts val="600"/>
              </a:spcAft>
            </a:pPr>
            <a:r>
              <a:rPr lang="en-AU" sz="2000" dirty="0"/>
              <a:t>The universe of the Game of Life is an infinite two-dimensional orthogonal grid of square cells, each of which is in one of two possible states, alive or dead, or “populated” or “unpopulated”. Every cell interacts with its eight neighbours.</a:t>
            </a:r>
          </a:p>
          <a:p>
            <a:pPr fontAlgn="base">
              <a:spcBef>
                <a:spcPts val="600"/>
              </a:spcBef>
              <a:spcAft>
                <a:spcPts val="600"/>
              </a:spcAft>
            </a:pPr>
            <a:r>
              <a:rPr lang="en-AU" sz="2000" dirty="0"/>
              <a:t>At each step in time, the following transitions occur:</a:t>
            </a:r>
          </a:p>
          <a:p>
            <a:pPr marL="285750" indent="-285750" fontAlgn="base">
              <a:buFont typeface="Arial" panose="020B0604020202020204" pitchFamily="34" charset="0"/>
              <a:buChar char="•"/>
            </a:pPr>
            <a:r>
              <a:rPr lang="en-AU" dirty="0"/>
              <a:t>Any live cell with fewer than two live neighbours </a:t>
            </a:r>
            <a:r>
              <a:rPr lang="en-AU" dirty="0">
                <a:solidFill>
                  <a:srgbClr val="FF0000"/>
                </a:solidFill>
              </a:rPr>
              <a:t>dies</a:t>
            </a:r>
            <a:r>
              <a:rPr lang="en-AU" dirty="0"/>
              <a:t>.</a:t>
            </a:r>
          </a:p>
          <a:p>
            <a:pPr marL="285750" indent="-285750" fontAlgn="base">
              <a:buFont typeface="Arial" panose="020B0604020202020204" pitchFamily="34" charset="0"/>
              <a:buChar char="•"/>
            </a:pPr>
            <a:r>
              <a:rPr lang="en-AU" dirty="0"/>
              <a:t>Any live cell with two or three live neighbours </a:t>
            </a:r>
            <a:r>
              <a:rPr lang="en-AU" dirty="0">
                <a:solidFill>
                  <a:srgbClr val="FF0000"/>
                </a:solidFill>
              </a:rPr>
              <a:t>lives</a:t>
            </a:r>
            <a:r>
              <a:rPr lang="en-AU" dirty="0"/>
              <a:t> on to the next generation.</a:t>
            </a:r>
          </a:p>
          <a:p>
            <a:pPr marL="285750" indent="-285750" fontAlgn="base">
              <a:buFont typeface="Arial" panose="020B0604020202020204" pitchFamily="34" charset="0"/>
              <a:buChar char="•"/>
            </a:pPr>
            <a:r>
              <a:rPr lang="en-AU" dirty="0"/>
              <a:t>Any live cell with more than three live neighbours </a:t>
            </a:r>
            <a:r>
              <a:rPr lang="en-AU" dirty="0">
                <a:solidFill>
                  <a:srgbClr val="FF0000"/>
                </a:solidFill>
              </a:rPr>
              <a:t>dies</a:t>
            </a:r>
            <a:r>
              <a:rPr lang="en-AU" dirty="0"/>
              <a:t>.</a:t>
            </a:r>
          </a:p>
          <a:p>
            <a:pPr marL="285750" indent="-285750" fontAlgn="base">
              <a:buFont typeface="Arial" panose="020B0604020202020204" pitchFamily="34" charset="0"/>
              <a:buChar char="•"/>
            </a:pPr>
            <a:r>
              <a:rPr lang="en-AU" dirty="0"/>
              <a:t>Any dead cell with exactly three live neighbours </a:t>
            </a:r>
            <a:r>
              <a:rPr lang="en-AU" dirty="0">
                <a:solidFill>
                  <a:srgbClr val="FF0000"/>
                </a:solidFill>
              </a:rPr>
              <a:t>becomes a live cell</a:t>
            </a:r>
            <a:r>
              <a:rPr lang="en-AU" dirty="0"/>
              <a:t>.</a:t>
            </a:r>
            <a:endParaRPr lang="en-AU" sz="2000" dirty="0"/>
          </a:p>
        </p:txBody>
      </p:sp>
      <p:sp>
        <p:nvSpPr>
          <p:cNvPr id="10" name="Title 1">
            <a:extLst>
              <a:ext uri="{FF2B5EF4-FFF2-40B4-BE49-F238E27FC236}">
                <a16:creationId xmlns:a16="http://schemas.microsoft.com/office/drawing/2014/main" id="{6BF614CF-4093-2D09-90F0-F9314A074C58}"/>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Tree>
    <p:extLst>
      <p:ext uri="{BB962C8B-B14F-4D97-AF65-F5344CB8AC3E}">
        <p14:creationId xmlns:p14="http://schemas.microsoft.com/office/powerpoint/2010/main" val="3523419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7C8E76-A358-34C1-67F6-A4579E82AF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4F86D1-BB4B-8C5E-68BA-28E648137CE6}"/>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4" name="TextBox 3">
            <a:extLst>
              <a:ext uri="{FF2B5EF4-FFF2-40B4-BE49-F238E27FC236}">
                <a16:creationId xmlns:a16="http://schemas.microsoft.com/office/drawing/2014/main" id="{A5C6D7E1-5A8B-D86F-CF5B-6CE8BD4F48A8}"/>
              </a:ext>
            </a:extLst>
          </p:cNvPr>
          <p:cNvSpPr txBox="1"/>
          <p:nvPr/>
        </p:nvSpPr>
        <p:spPr>
          <a:xfrm>
            <a:off x="359998" y="1260000"/>
            <a:ext cx="7200000" cy="2554545"/>
          </a:xfrm>
          <a:prstGeom prst="rect">
            <a:avLst/>
          </a:prstGeom>
          <a:noFill/>
        </p:spPr>
        <p:txBody>
          <a:bodyPr wrap="square">
            <a:spAutoFit/>
          </a:bodyPr>
          <a:lstStyle/>
          <a:p>
            <a:pPr fontAlgn="base">
              <a:spcBef>
                <a:spcPts val="600"/>
              </a:spcBef>
              <a:spcAft>
                <a:spcPts val="600"/>
              </a:spcAft>
            </a:pPr>
            <a:r>
              <a:rPr lang="en-AU" sz="2000" dirty="0"/>
              <a:t>The initial pattern constitutes the </a:t>
            </a:r>
            <a:r>
              <a:rPr lang="en-AU" sz="2000" b="1" i="1" dirty="0"/>
              <a:t>seed</a:t>
            </a:r>
            <a:r>
              <a:rPr lang="en-AU" sz="2000" dirty="0"/>
              <a:t> of the system. The first generation is created by applying the above rules simultaneously to every cell in the seed — births and deaths occur simultaneously.</a:t>
            </a:r>
          </a:p>
          <a:p>
            <a:pPr fontAlgn="base">
              <a:spcBef>
                <a:spcPts val="600"/>
              </a:spcBef>
              <a:spcAft>
                <a:spcPts val="600"/>
              </a:spcAft>
            </a:pPr>
            <a:r>
              <a:rPr lang="en-AU" sz="2000" dirty="0"/>
              <a:t>The rules continue to be applied repeatedly to create further generations.</a:t>
            </a:r>
          </a:p>
          <a:p>
            <a:pPr fontAlgn="base">
              <a:spcBef>
                <a:spcPts val="600"/>
              </a:spcBef>
              <a:spcAft>
                <a:spcPts val="600"/>
              </a:spcAft>
            </a:pPr>
            <a:r>
              <a:rPr lang="en-AU" sz="2000" dirty="0"/>
              <a:t>There are different </a:t>
            </a:r>
            <a:r>
              <a:rPr lang="en-AU" sz="2000" b="1" i="1" dirty="0"/>
              <a:t>seeds</a:t>
            </a:r>
            <a:r>
              <a:rPr lang="en-AU" sz="2000" dirty="0"/>
              <a:t> we can try.  Or just random 15x15.</a:t>
            </a:r>
          </a:p>
        </p:txBody>
      </p:sp>
      <p:pic>
        <p:nvPicPr>
          <p:cNvPr id="3" name="Picture 2" descr="Glider">
            <a:extLst>
              <a:ext uri="{FF2B5EF4-FFF2-40B4-BE49-F238E27FC236}">
                <a16:creationId xmlns:a16="http://schemas.microsoft.com/office/drawing/2014/main" id="{AFD2BDD6-9FB3-AAF5-517F-3B745A92D5BD}"/>
              </a:ext>
            </a:extLst>
          </p:cNvPr>
          <p:cNvPicPr>
            <a:picLocks noChangeAspect="1"/>
          </p:cNvPicPr>
          <p:nvPr/>
        </p:nvPicPr>
        <p:blipFill>
          <a:blip r:embed="rId3"/>
          <a:stretch>
            <a:fillRect/>
          </a:stretch>
        </p:blipFill>
        <p:spPr>
          <a:xfrm>
            <a:off x="519352" y="4223144"/>
            <a:ext cx="863599" cy="863599"/>
          </a:xfrm>
          <a:prstGeom prst="rect">
            <a:avLst/>
          </a:prstGeom>
        </p:spPr>
      </p:pic>
      <p:pic>
        <p:nvPicPr>
          <p:cNvPr id="6" name="Picture 5" descr="Toad">
            <a:extLst>
              <a:ext uri="{FF2B5EF4-FFF2-40B4-BE49-F238E27FC236}">
                <a16:creationId xmlns:a16="http://schemas.microsoft.com/office/drawing/2014/main" id="{947F7076-8ED7-3EE9-B1B0-2D4BCAC8433E}"/>
              </a:ext>
            </a:extLst>
          </p:cNvPr>
          <p:cNvPicPr>
            <a:picLocks noChangeAspect="1"/>
          </p:cNvPicPr>
          <p:nvPr/>
        </p:nvPicPr>
        <p:blipFill>
          <a:blip r:embed="rId4"/>
          <a:stretch>
            <a:fillRect/>
          </a:stretch>
        </p:blipFill>
        <p:spPr>
          <a:xfrm>
            <a:off x="1761603" y="4223144"/>
            <a:ext cx="863599" cy="863599"/>
          </a:xfrm>
          <a:prstGeom prst="rect">
            <a:avLst/>
          </a:prstGeom>
        </p:spPr>
      </p:pic>
      <p:pic>
        <p:nvPicPr>
          <p:cNvPr id="8" name="Picture 7" descr="Beacon">
            <a:extLst>
              <a:ext uri="{FF2B5EF4-FFF2-40B4-BE49-F238E27FC236}">
                <a16:creationId xmlns:a16="http://schemas.microsoft.com/office/drawing/2014/main" id="{CEEA390E-DB65-98EC-98F2-A991BE98D045}"/>
              </a:ext>
            </a:extLst>
          </p:cNvPr>
          <p:cNvPicPr>
            <a:picLocks noChangeAspect="1"/>
          </p:cNvPicPr>
          <p:nvPr/>
        </p:nvPicPr>
        <p:blipFill>
          <a:blip r:embed="rId5"/>
          <a:stretch>
            <a:fillRect/>
          </a:stretch>
        </p:blipFill>
        <p:spPr>
          <a:xfrm>
            <a:off x="3003854" y="4219333"/>
            <a:ext cx="871220" cy="871220"/>
          </a:xfrm>
          <a:prstGeom prst="rect">
            <a:avLst/>
          </a:prstGeom>
        </p:spPr>
      </p:pic>
      <p:pic>
        <p:nvPicPr>
          <p:cNvPr id="9" name="Picture 8" descr="Pulsar">
            <a:extLst>
              <a:ext uri="{FF2B5EF4-FFF2-40B4-BE49-F238E27FC236}">
                <a16:creationId xmlns:a16="http://schemas.microsoft.com/office/drawing/2014/main" id="{FDA0206C-3483-949C-6B86-F07CF0868CB4}"/>
              </a:ext>
            </a:extLst>
          </p:cNvPr>
          <p:cNvPicPr>
            <a:picLocks noChangeAspect="1"/>
          </p:cNvPicPr>
          <p:nvPr/>
        </p:nvPicPr>
        <p:blipFill>
          <a:blip r:embed="rId6"/>
          <a:stretch>
            <a:fillRect/>
          </a:stretch>
        </p:blipFill>
        <p:spPr>
          <a:xfrm>
            <a:off x="4253726" y="4219333"/>
            <a:ext cx="2418080" cy="2418080"/>
          </a:xfrm>
          <a:prstGeom prst="rect">
            <a:avLst/>
          </a:prstGeom>
        </p:spPr>
      </p:pic>
      <p:sp>
        <p:nvSpPr>
          <p:cNvPr id="10" name="TextBox 9">
            <a:extLst>
              <a:ext uri="{FF2B5EF4-FFF2-40B4-BE49-F238E27FC236}">
                <a16:creationId xmlns:a16="http://schemas.microsoft.com/office/drawing/2014/main" id="{F8454953-2F9C-B826-A25A-989F43573B50}"/>
              </a:ext>
            </a:extLst>
          </p:cNvPr>
          <p:cNvSpPr txBox="1"/>
          <p:nvPr/>
        </p:nvSpPr>
        <p:spPr>
          <a:xfrm>
            <a:off x="436801" y="3888039"/>
            <a:ext cx="1028700" cy="261610"/>
          </a:xfrm>
          <a:prstGeom prst="rect">
            <a:avLst/>
          </a:prstGeom>
          <a:noFill/>
        </p:spPr>
        <p:txBody>
          <a:bodyPr wrap="square" rtlCol="0">
            <a:spAutoFit/>
          </a:bodyPr>
          <a:lstStyle/>
          <a:p>
            <a:pPr algn="ctr"/>
            <a:r>
              <a:rPr lang="en-AU" sz="1100" dirty="0">
                <a:latin typeface="Consolas" panose="020B0609020204030204" pitchFamily="49" charset="0"/>
                <a:cs typeface="Consolas" panose="020B0609020204030204" pitchFamily="49" charset="0"/>
              </a:rPr>
              <a:t>The Glider</a:t>
            </a:r>
          </a:p>
        </p:txBody>
      </p:sp>
      <p:sp>
        <p:nvSpPr>
          <p:cNvPr id="11" name="TextBox 10">
            <a:extLst>
              <a:ext uri="{FF2B5EF4-FFF2-40B4-BE49-F238E27FC236}">
                <a16:creationId xmlns:a16="http://schemas.microsoft.com/office/drawing/2014/main" id="{BE582687-5B5F-3B2D-379F-CD587F0181D9}"/>
              </a:ext>
            </a:extLst>
          </p:cNvPr>
          <p:cNvSpPr txBox="1"/>
          <p:nvPr/>
        </p:nvSpPr>
        <p:spPr>
          <a:xfrm>
            <a:off x="1679052" y="3888039"/>
            <a:ext cx="1028700" cy="646331"/>
          </a:xfrm>
          <a:prstGeom prst="rect">
            <a:avLst/>
          </a:prstGeom>
          <a:noFill/>
        </p:spPr>
        <p:txBody>
          <a:bodyPr wrap="square" rtlCol="0">
            <a:spAutoFit/>
          </a:bodyPr>
          <a:lstStyle>
            <a:defPPr>
              <a:defRPr lang="en-US"/>
            </a:defPPr>
            <a:lvl1pPr algn="ctr">
              <a:defRPr sz="1100">
                <a:latin typeface="Consolas" panose="020B0609020204030204" pitchFamily="49" charset="0"/>
                <a:cs typeface="Consolas" panose="020B0609020204030204" pitchFamily="49" charset="0"/>
              </a:defRPr>
            </a:lvl1pPr>
          </a:lstStyle>
          <a:p>
            <a:r>
              <a:rPr lang="en-AU" dirty="0"/>
              <a:t>The Toad</a:t>
            </a:r>
          </a:p>
        </p:txBody>
      </p:sp>
      <p:sp>
        <p:nvSpPr>
          <p:cNvPr id="12" name="TextBox 11">
            <a:extLst>
              <a:ext uri="{FF2B5EF4-FFF2-40B4-BE49-F238E27FC236}">
                <a16:creationId xmlns:a16="http://schemas.microsoft.com/office/drawing/2014/main" id="{AA25996C-C9EF-956C-FEB9-302392243508}"/>
              </a:ext>
            </a:extLst>
          </p:cNvPr>
          <p:cNvSpPr txBox="1"/>
          <p:nvPr/>
        </p:nvSpPr>
        <p:spPr>
          <a:xfrm>
            <a:off x="2921056" y="3886134"/>
            <a:ext cx="1028700" cy="261610"/>
          </a:xfrm>
          <a:prstGeom prst="rect">
            <a:avLst/>
          </a:prstGeom>
          <a:noFill/>
        </p:spPr>
        <p:txBody>
          <a:bodyPr wrap="square" rtlCol="0">
            <a:spAutoFit/>
          </a:bodyPr>
          <a:lstStyle>
            <a:defPPr>
              <a:defRPr lang="en-US"/>
            </a:defPPr>
            <a:lvl1pPr algn="ctr">
              <a:defRPr sz="1100">
                <a:latin typeface="Consolas" panose="020B0609020204030204" pitchFamily="49" charset="0"/>
                <a:cs typeface="Consolas" panose="020B0609020204030204" pitchFamily="49" charset="0"/>
              </a:defRPr>
            </a:lvl1pPr>
          </a:lstStyle>
          <a:p>
            <a:r>
              <a:rPr lang="en-AU" dirty="0"/>
              <a:t>The Beacon</a:t>
            </a:r>
          </a:p>
        </p:txBody>
      </p:sp>
      <p:sp>
        <p:nvSpPr>
          <p:cNvPr id="13" name="TextBox 12">
            <a:extLst>
              <a:ext uri="{FF2B5EF4-FFF2-40B4-BE49-F238E27FC236}">
                <a16:creationId xmlns:a16="http://schemas.microsoft.com/office/drawing/2014/main" id="{0AC5D2CC-AAED-6F73-6AF7-F081CE4440D7}"/>
              </a:ext>
            </a:extLst>
          </p:cNvPr>
          <p:cNvSpPr txBox="1"/>
          <p:nvPr/>
        </p:nvSpPr>
        <p:spPr>
          <a:xfrm>
            <a:off x="4948416" y="3891143"/>
            <a:ext cx="1028700" cy="261610"/>
          </a:xfrm>
          <a:prstGeom prst="rect">
            <a:avLst/>
          </a:prstGeom>
          <a:noFill/>
        </p:spPr>
        <p:txBody>
          <a:bodyPr wrap="square" rtlCol="0">
            <a:spAutoFit/>
          </a:bodyPr>
          <a:lstStyle>
            <a:defPPr>
              <a:defRPr lang="en-US"/>
            </a:defPPr>
            <a:lvl1pPr algn="ctr">
              <a:defRPr sz="1100">
                <a:latin typeface="Consolas" panose="020B0609020204030204" pitchFamily="49" charset="0"/>
                <a:cs typeface="Consolas" panose="020B0609020204030204" pitchFamily="49" charset="0"/>
              </a:defRPr>
            </a:lvl1pPr>
          </a:lstStyle>
          <a:p>
            <a:r>
              <a:rPr lang="en-AU" dirty="0"/>
              <a:t>The Pulsar</a:t>
            </a:r>
          </a:p>
        </p:txBody>
      </p:sp>
    </p:spTree>
    <p:extLst>
      <p:ext uri="{BB962C8B-B14F-4D97-AF65-F5344CB8AC3E}">
        <p14:creationId xmlns:p14="http://schemas.microsoft.com/office/powerpoint/2010/main" val="2456280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14DF3-C5FC-909A-0A8C-554EB26F4C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CA0194-C5E0-3820-5345-7B21DB84C447}"/>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5" name="TextBox 4">
            <a:extLst>
              <a:ext uri="{FF2B5EF4-FFF2-40B4-BE49-F238E27FC236}">
                <a16:creationId xmlns:a16="http://schemas.microsoft.com/office/drawing/2014/main" id="{7ACB4D13-C7B7-4128-F262-DC971F595E70}"/>
              </a:ext>
            </a:extLst>
          </p:cNvPr>
          <p:cNvSpPr txBox="1"/>
          <p:nvPr/>
        </p:nvSpPr>
        <p:spPr>
          <a:xfrm>
            <a:off x="359998" y="1260000"/>
            <a:ext cx="7200000" cy="1261884"/>
          </a:xfrm>
          <a:prstGeom prst="rect">
            <a:avLst/>
          </a:prstGeom>
          <a:noFill/>
        </p:spPr>
        <p:txBody>
          <a:bodyPr wrap="square">
            <a:spAutoFit/>
          </a:bodyPr>
          <a:lstStyle/>
          <a:p>
            <a:pPr>
              <a:spcBef>
                <a:spcPts val="600"/>
              </a:spcBef>
              <a:spcAft>
                <a:spcPts val="600"/>
              </a:spcAft>
            </a:pPr>
            <a:r>
              <a:rPr lang="en-US" altLang="zh-CN" sz="2000" b="1" dirty="0"/>
              <a:t>Plan</a:t>
            </a:r>
          </a:p>
          <a:p>
            <a:pPr marL="457200" indent="-457200">
              <a:spcBef>
                <a:spcPts val="600"/>
              </a:spcBef>
              <a:spcAft>
                <a:spcPts val="600"/>
              </a:spcAft>
              <a:buAutoNum type="arabicPeriod"/>
            </a:pPr>
            <a:r>
              <a:rPr lang="en-US" dirty="0"/>
              <a:t>Prepare the data structures for patters, example: Glider</a:t>
            </a:r>
            <a:endParaRPr lang="en-AU" dirty="0"/>
          </a:p>
          <a:p>
            <a:pPr marL="914400" lvl="1" indent="-457200">
              <a:spcBef>
                <a:spcPts val="600"/>
              </a:spcBef>
              <a:spcAft>
                <a:spcPts val="600"/>
              </a:spcAft>
              <a:buAutoNum type="arabicPeriod"/>
            </a:pPr>
            <a:endParaRPr lang="en-AU" dirty="0"/>
          </a:p>
        </p:txBody>
      </p:sp>
      <p:sp>
        <p:nvSpPr>
          <p:cNvPr id="3" name="TextBox 2">
            <a:extLst>
              <a:ext uri="{FF2B5EF4-FFF2-40B4-BE49-F238E27FC236}">
                <a16:creationId xmlns:a16="http://schemas.microsoft.com/office/drawing/2014/main" id="{5B05A3B3-C190-C4E9-DEBA-EF2748E37322}"/>
              </a:ext>
            </a:extLst>
          </p:cNvPr>
          <p:cNvSpPr txBox="1"/>
          <p:nvPr/>
        </p:nvSpPr>
        <p:spPr>
          <a:xfrm>
            <a:off x="720000" y="2282773"/>
            <a:ext cx="6480000" cy="2754600"/>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300"/>
              </a:spcBef>
              <a:defRPr/>
            </a:pPr>
            <a:r>
              <a:rPr lang="en-AU" altLang="zh-CN" sz="1100" dirty="0">
                <a:latin typeface="JetBrains Mono" panose="020B0509020102050004" pitchFamily="49" charset="77"/>
              </a:rPr>
              <a:t>def glider():</a:t>
            </a:r>
          </a:p>
          <a:p>
            <a:pPr lvl="0">
              <a:spcBef>
                <a:spcPts val="300"/>
              </a:spcBef>
              <a:defRPr/>
            </a:pPr>
            <a:r>
              <a:rPr lang="en-AU" altLang="zh-CN" sz="1100" dirty="0">
                <a:latin typeface="JetBrains Mono" panose="020B0509020102050004" pitchFamily="49" charset="77"/>
              </a:rPr>
              <a:t>  grid = []</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grid.append</a:t>
            </a:r>
            <a:r>
              <a:rPr lang="en-AU" altLang="zh-CN" sz="1100" dirty="0">
                <a:latin typeface="JetBrains Mono" panose="020B0509020102050004" pitchFamily="49" charset="77"/>
              </a:rPr>
              <a:t>([0,1,0,0,0,0,0,0,0,0])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grid.append</a:t>
            </a:r>
            <a:r>
              <a:rPr lang="en-AU" altLang="zh-CN" sz="1100" dirty="0">
                <a:latin typeface="JetBrains Mono" panose="020B0509020102050004" pitchFamily="49" charset="77"/>
              </a:rPr>
              <a:t>([0,0,1,0,0,0,0,0,0,0])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grid.append</a:t>
            </a:r>
            <a:r>
              <a:rPr lang="en-AU" altLang="zh-CN" sz="1100" dirty="0">
                <a:latin typeface="JetBrains Mono" panose="020B0509020102050004" pitchFamily="49" charset="77"/>
              </a:rPr>
              <a:t>([1,1,1,0,0,0,0,0,0,0])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grid.append</a:t>
            </a:r>
            <a:r>
              <a:rPr lang="en-AU" altLang="zh-CN" sz="1100" dirty="0">
                <a:latin typeface="JetBrains Mono" panose="020B0509020102050004" pitchFamily="49" charset="77"/>
              </a:rPr>
              <a:t>([0,0,0,0,0,0,0,0,0,0])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grid.append</a:t>
            </a:r>
            <a:r>
              <a:rPr lang="en-AU" altLang="zh-CN" sz="1100" dirty="0">
                <a:latin typeface="JetBrains Mono" panose="020B0509020102050004" pitchFamily="49" charset="77"/>
              </a:rPr>
              <a:t>([0,0,0,0,0,0,0,0,0,0])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grid.append</a:t>
            </a:r>
            <a:r>
              <a:rPr lang="en-AU" altLang="zh-CN" sz="1100" dirty="0">
                <a:latin typeface="JetBrains Mono" panose="020B0509020102050004" pitchFamily="49" charset="77"/>
              </a:rPr>
              <a:t>([0,0,0,0,0,0,0,0,0,0])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grid.append</a:t>
            </a:r>
            <a:r>
              <a:rPr lang="en-AU" altLang="zh-CN" sz="1100" dirty="0">
                <a:latin typeface="JetBrains Mono" panose="020B0509020102050004" pitchFamily="49" charset="77"/>
              </a:rPr>
              <a:t>([0,0,0,0,0,0,0,0,0,0])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grid.append</a:t>
            </a:r>
            <a:r>
              <a:rPr lang="en-AU" altLang="zh-CN" sz="1100" dirty="0">
                <a:latin typeface="JetBrains Mono" panose="020B0509020102050004" pitchFamily="49" charset="77"/>
              </a:rPr>
              <a:t>([0,0,0,0,0,0,0,0,0,0])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grid.append</a:t>
            </a:r>
            <a:r>
              <a:rPr lang="en-AU" altLang="zh-CN" sz="1100" dirty="0">
                <a:latin typeface="JetBrains Mono" panose="020B0509020102050004" pitchFamily="49" charset="77"/>
              </a:rPr>
              <a:t>([0,0,0,0,0,0,0,0,0,0])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grid.append</a:t>
            </a:r>
            <a:r>
              <a:rPr lang="en-AU" altLang="zh-CN" sz="1100" dirty="0">
                <a:latin typeface="JetBrains Mono" panose="020B0509020102050004" pitchFamily="49" charset="77"/>
              </a:rPr>
              <a:t>([0,0,0,0,0,0,0,0,0,0])</a:t>
            </a:r>
          </a:p>
          <a:p>
            <a:pPr lvl="0">
              <a:spcBef>
                <a:spcPts val="300"/>
              </a:spcBef>
              <a:defRPr/>
            </a:pPr>
            <a:r>
              <a:rPr lang="en-AU" altLang="zh-CN" sz="1100" dirty="0">
                <a:latin typeface="JetBrains Mono" panose="020B0509020102050004" pitchFamily="49" charset="77"/>
              </a:rPr>
              <a:t>  return grid</a:t>
            </a:r>
          </a:p>
        </p:txBody>
      </p:sp>
    </p:spTree>
    <p:extLst>
      <p:ext uri="{BB962C8B-B14F-4D97-AF65-F5344CB8AC3E}">
        <p14:creationId xmlns:p14="http://schemas.microsoft.com/office/powerpoint/2010/main" val="25765042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80386B-1B45-E7EB-0377-666561C7BE9F}"/>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CCC8F716-8026-E590-FE66-F3E085D51F2D}"/>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2" name="TextBox 1">
            <a:extLst>
              <a:ext uri="{FF2B5EF4-FFF2-40B4-BE49-F238E27FC236}">
                <a16:creationId xmlns:a16="http://schemas.microsoft.com/office/drawing/2014/main" id="{D92AAE58-8EAC-6B3E-CDA6-576B95300A7A}"/>
              </a:ext>
            </a:extLst>
          </p:cNvPr>
          <p:cNvSpPr txBox="1"/>
          <p:nvPr/>
        </p:nvSpPr>
        <p:spPr>
          <a:xfrm>
            <a:off x="359998" y="1260000"/>
            <a:ext cx="7200000" cy="2123658"/>
          </a:xfrm>
          <a:prstGeom prst="rect">
            <a:avLst/>
          </a:prstGeom>
          <a:noFill/>
        </p:spPr>
        <p:txBody>
          <a:bodyPr wrap="square">
            <a:spAutoFit/>
          </a:bodyPr>
          <a:lstStyle/>
          <a:p>
            <a:pPr>
              <a:spcBef>
                <a:spcPts val="600"/>
              </a:spcBef>
              <a:spcAft>
                <a:spcPts val="600"/>
              </a:spcAft>
            </a:pPr>
            <a:r>
              <a:rPr lang="en-US" altLang="zh-CN" sz="2000" b="1" dirty="0"/>
              <a:t>Plan</a:t>
            </a:r>
          </a:p>
          <a:p>
            <a:pPr marL="342900" indent="-342900">
              <a:spcBef>
                <a:spcPts val="600"/>
              </a:spcBef>
              <a:spcAft>
                <a:spcPts val="600"/>
              </a:spcAft>
              <a:buFont typeface="+mj-lt"/>
              <a:buAutoNum type="arabicPeriod" startAt="2"/>
            </a:pPr>
            <a:r>
              <a:rPr lang="en-US" dirty="0"/>
              <a:t>Loop</a:t>
            </a:r>
          </a:p>
          <a:p>
            <a:pPr marL="914400" lvl="1" indent="-457200">
              <a:spcBef>
                <a:spcPts val="600"/>
              </a:spcBef>
              <a:spcAft>
                <a:spcPts val="600"/>
              </a:spcAft>
              <a:buFont typeface="Arial" panose="020B0604020202020204" pitchFamily="34" charset="0"/>
              <a:buChar char="•"/>
            </a:pPr>
            <a:r>
              <a:rPr lang="en-US" dirty="0"/>
              <a:t>Draw current grid</a:t>
            </a:r>
          </a:p>
          <a:p>
            <a:pPr marL="914400" lvl="1" indent="-457200">
              <a:spcBef>
                <a:spcPts val="600"/>
              </a:spcBef>
              <a:spcAft>
                <a:spcPts val="600"/>
              </a:spcAft>
              <a:buFont typeface="Arial" panose="020B0604020202020204" pitchFamily="34" charset="0"/>
              <a:buChar char="•"/>
            </a:pPr>
            <a:r>
              <a:rPr lang="en-US" dirty="0"/>
              <a:t>Update next grid using the rules</a:t>
            </a:r>
          </a:p>
          <a:p>
            <a:pPr marL="914400" lvl="1" indent="-457200">
              <a:spcBef>
                <a:spcPts val="600"/>
              </a:spcBef>
              <a:spcAft>
                <a:spcPts val="600"/>
              </a:spcAft>
              <a:buFont typeface="Arial" panose="020B0604020202020204" pitchFamily="34" charset="0"/>
              <a:buChar char="•"/>
            </a:pPr>
            <a:r>
              <a:rPr lang="en-US" dirty="0"/>
              <a:t>Swap current grid and next grid</a:t>
            </a:r>
          </a:p>
        </p:txBody>
      </p:sp>
    </p:spTree>
    <p:extLst>
      <p:ext uri="{BB962C8B-B14F-4D97-AF65-F5344CB8AC3E}">
        <p14:creationId xmlns:p14="http://schemas.microsoft.com/office/powerpoint/2010/main" val="6522975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741B3-4BA4-38EA-3846-F4BE6C982E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520B94-BB92-E844-94F2-C0F1EBF37A94}"/>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4" name="TextBox 3">
            <a:extLst>
              <a:ext uri="{FF2B5EF4-FFF2-40B4-BE49-F238E27FC236}">
                <a16:creationId xmlns:a16="http://schemas.microsoft.com/office/drawing/2014/main" id="{05833A6C-92A0-0087-BD0E-DE01192CD34E}"/>
              </a:ext>
            </a:extLst>
          </p:cNvPr>
          <p:cNvSpPr txBox="1"/>
          <p:nvPr/>
        </p:nvSpPr>
        <p:spPr>
          <a:xfrm>
            <a:off x="359998" y="1260000"/>
            <a:ext cx="7200000" cy="2246769"/>
          </a:xfrm>
          <a:prstGeom prst="rect">
            <a:avLst/>
          </a:prstGeom>
          <a:noFill/>
        </p:spPr>
        <p:txBody>
          <a:bodyPr wrap="square">
            <a:spAutoFit/>
          </a:bodyPr>
          <a:lstStyle/>
          <a:p>
            <a:pPr fontAlgn="base">
              <a:spcBef>
                <a:spcPts val="600"/>
              </a:spcBef>
              <a:spcAft>
                <a:spcPts val="600"/>
              </a:spcAft>
            </a:pPr>
            <a:r>
              <a:rPr lang="en-AU" sz="2000" b="1" dirty="0"/>
              <a:t>Plan</a:t>
            </a:r>
          </a:p>
          <a:p>
            <a:pPr marL="342900" indent="-342900" fontAlgn="base">
              <a:spcBef>
                <a:spcPts val="600"/>
              </a:spcBef>
              <a:spcAft>
                <a:spcPts val="600"/>
              </a:spcAft>
              <a:buFont typeface="Arial" panose="020B0604020202020204" pitchFamily="34" charset="0"/>
              <a:buChar char="•"/>
            </a:pPr>
            <a:r>
              <a:rPr lang="en-AU" sz="2000" dirty="0"/>
              <a:t>How to draw grid?</a:t>
            </a:r>
          </a:p>
          <a:p>
            <a:pPr marL="800100" lvl="1" indent="-342900" fontAlgn="base">
              <a:spcBef>
                <a:spcPts val="600"/>
              </a:spcBef>
              <a:spcAft>
                <a:spcPts val="600"/>
              </a:spcAft>
              <a:buFont typeface="Arial" panose="020B0604020202020204" pitchFamily="34" charset="0"/>
              <a:buChar char="•"/>
            </a:pPr>
            <a:r>
              <a:rPr lang="en-AU" sz="2000" dirty="0"/>
              <a:t>First draw all the grid lines,</a:t>
            </a:r>
          </a:p>
          <a:p>
            <a:pPr marL="800100" lvl="1" indent="-342900" fontAlgn="base">
              <a:spcBef>
                <a:spcPts val="600"/>
              </a:spcBef>
              <a:spcAft>
                <a:spcPts val="600"/>
              </a:spcAft>
              <a:buFont typeface="Arial" panose="020B0604020202020204" pitchFamily="34" charset="0"/>
              <a:buChar char="•"/>
            </a:pPr>
            <a:r>
              <a:rPr lang="en-AU" sz="2000" dirty="0"/>
              <a:t>The loop through all rows the</a:t>
            </a:r>
            <a:r>
              <a:rPr lang="en-US" altLang="zh-CN" sz="2000" dirty="0"/>
              <a:t>n</a:t>
            </a:r>
            <a:r>
              <a:rPr lang="en-AU" sz="2000" dirty="0"/>
              <a:t> all column</a:t>
            </a:r>
          </a:p>
          <a:p>
            <a:pPr marL="800100" lvl="1" indent="-342900" fontAlgn="base">
              <a:spcBef>
                <a:spcPts val="600"/>
              </a:spcBef>
              <a:spcAft>
                <a:spcPts val="600"/>
              </a:spcAft>
              <a:buFont typeface="Arial" panose="020B0604020202020204" pitchFamily="34" charset="0"/>
              <a:buChar char="•"/>
            </a:pPr>
            <a:r>
              <a:rPr lang="en-AU" sz="2000" dirty="0"/>
              <a:t>if life != false, draw a box</a:t>
            </a:r>
          </a:p>
        </p:txBody>
      </p:sp>
    </p:spTree>
    <p:extLst>
      <p:ext uri="{BB962C8B-B14F-4D97-AF65-F5344CB8AC3E}">
        <p14:creationId xmlns:p14="http://schemas.microsoft.com/office/powerpoint/2010/main" val="596783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0E199-827A-2281-97D1-B998ED8179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3E340D-6A79-04B5-73F6-5FB1AA53A477}"/>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3" name="TextBox 2">
            <a:extLst>
              <a:ext uri="{FF2B5EF4-FFF2-40B4-BE49-F238E27FC236}">
                <a16:creationId xmlns:a16="http://schemas.microsoft.com/office/drawing/2014/main" id="{1D70BE11-C61E-14CC-B028-9056F5E3AA03}"/>
              </a:ext>
            </a:extLst>
          </p:cNvPr>
          <p:cNvSpPr txBox="1"/>
          <p:nvPr/>
        </p:nvSpPr>
        <p:spPr>
          <a:xfrm>
            <a:off x="720000" y="1620000"/>
            <a:ext cx="6480000" cy="4832092"/>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300"/>
              </a:spcBef>
              <a:defRPr/>
            </a:pPr>
            <a:r>
              <a:rPr lang="en-AU" altLang="zh-CN" sz="1100" dirty="0">
                <a:latin typeface="JetBrains Mono" panose="020B0509020102050004" pitchFamily="49" charset="77"/>
              </a:rPr>
              <a:t>#Draw the grid on screen (</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 is the width of a cell on the grid)</a:t>
            </a:r>
          </a:p>
          <a:p>
            <a:pPr lvl="0">
              <a:spcBef>
                <a:spcPts val="300"/>
              </a:spcBef>
              <a:defRPr/>
            </a:pPr>
            <a:r>
              <a:rPr lang="en-AU" altLang="zh-CN" sz="1100" dirty="0">
                <a:latin typeface="JetBrains Mono" panose="020B0509020102050004" pitchFamily="49" charset="77"/>
              </a:rPr>
              <a:t>def </a:t>
            </a:r>
            <a:r>
              <a:rPr lang="en-AU" altLang="zh-CN" sz="1100" dirty="0" err="1">
                <a:latin typeface="JetBrains Mono" panose="020B0509020102050004" pitchFamily="49" charset="77"/>
              </a:rPr>
              <a:t>drawGrid</a:t>
            </a:r>
            <a:r>
              <a:rPr lang="en-AU" altLang="zh-CN" sz="1100" dirty="0">
                <a:latin typeface="JetBrains Mono" panose="020B0509020102050004" pitchFamily="49" charset="77"/>
              </a:rPr>
              <a:t>(grid,</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  </a:t>
            </a:r>
          </a:p>
          <a:p>
            <a:pPr lvl="0">
              <a:spcBef>
                <a:spcPts val="300"/>
              </a:spcBef>
              <a:defRPr/>
            </a:pPr>
            <a:r>
              <a:rPr lang="en-AU" altLang="zh-CN" sz="1100" dirty="0">
                <a:latin typeface="JetBrains Mono" panose="020B0509020102050004" pitchFamily="49" charset="77"/>
              </a:rPr>
              <a:t>    global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  </a:t>
            </a:r>
          </a:p>
          <a:p>
            <a:pPr lvl="0">
              <a:spcBef>
                <a:spcPts val="300"/>
              </a:spcBef>
              <a:defRPr/>
            </a:pPr>
            <a:r>
              <a:rPr lang="en-AU" altLang="zh-CN" sz="1100" dirty="0">
                <a:latin typeface="JetBrains Mono" panose="020B0509020102050004" pitchFamily="49" charset="77"/>
              </a:rPr>
              <a:t>    #Clear the screen  </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myPen.clear</a:t>
            </a:r>
            <a:r>
              <a:rPr lang="en-AU" altLang="zh-CN" sz="1100" dirty="0">
                <a:latin typeface="JetBrains Mono" panose="020B0509020102050004" pitchFamily="49" charset="77"/>
              </a:rPr>
              <a:t>()  </a:t>
            </a:r>
          </a:p>
          <a:p>
            <a:pPr lvl="0">
              <a:spcBef>
                <a:spcPts val="300"/>
              </a:spcBef>
              <a:defRPr/>
            </a:pPr>
            <a:r>
              <a:rPr lang="en-AU" altLang="zh-CN" sz="1100" dirty="0">
                <a:latin typeface="JetBrains Mono" panose="020B0509020102050004" pitchFamily="49" charset="77"/>
              </a:rPr>
              <a:t>    for </a:t>
            </a:r>
            <a:r>
              <a:rPr lang="en-AU" altLang="zh-CN" sz="1100" dirty="0" err="1">
                <a:latin typeface="JetBrains Mono" panose="020B0509020102050004" pitchFamily="49" charset="77"/>
              </a:rPr>
              <a:t>i</a:t>
            </a:r>
            <a:r>
              <a:rPr lang="en-AU" altLang="zh-CN" sz="1100" dirty="0">
                <a:latin typeface="JetBrains Mono" panose="020B0509020102050004" pitchFamily="49" charset="77"/>
              </a:rPr>
              <a:t> in range(0,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myPen.penup</a:t>
            </a:r>
            <a:r>
              <a:rPr lang="en-AU" altLang="zh-CN" sz="1100" dirty="0">
                <a:latin typeface="JetBrains Mono" panose="020B0509020102050004" pitchFamily="49" charset="77"/>
              </a:rPr>
              <a:t>()    </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myPen.goto</a:t>
            </a:r>
            <a:r>
              <a:rPr lang="en-AU" altLang="zh-CN" sz="1100" dirty="0">
                <a:latin typeface="JetBrains Mono" panose="020B0509020102050004" pitchFamily="49" charset="77"/>
              </a:rPr>
              <a:t>(</a:t>
            </a:r>
            <a:r>
              <a:rPr lang="en-AU" altLang="zh-CN" sz="1100" dirty="0" err="1">
                <a:latin typeface="JetBrains Mono" panose="020B0509020102050004" pitchFamily="49" charset="77"/>
              </a:rPr>
              <a:t>topLeft_x</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topLeft_y</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err="1">
                <a:latin typeface="JetBrains Mono" panose="020B0509020102050004" pitchFamily="49" charset="77"/>
              </a:rPr>
              <a:t>i</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    </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myPen.pendown</a:t>
            </a:r>
            <a:r>
              <a:rPr lang="en-AU" altLang="zh-CN" sz="1100" dirty="0">
                <a:latin typeface="JetBrains Mono" panose="020B0509020102050004" pitchFamily="49" charset="77"/>
              </a:rPr>
              <a:t>()    </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myPen.goto</a:t>
            </a:r>
            <a:r>
              <a:rPr lang="en-AU" altLang="zh-CN" sz="1100" dirty="0">
                <a:latin typeface="JetBrains Mono" panose="020B0509020102050004" pitchFamily="49" charset="77"/>
              </a:rPr>
              <a:t>(</a:t>
            </a:r>
            <a:r>
              <a:rPr lang="en-AU" altLang="zh-CN" sz="1100" dirty="0" err="1">
                <a:latin typeface="JetBrains Mono" panose="020B0509020102050004" pitchFamily="49" charset="77"/>
              </a:rPr>
              <a:t>topLeft_x</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topLeft_y</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a:latin typeface="JetBrains Mono" panose="020B0509020102050004" pitchFamily="49" charset="77"/>
              </a:rPr>
              <a:t>i</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  </a:t>
            </a:r>
          </a:p>
          <a:p>
            <a:pPr lvl="0">
              <a:spcBef>
                <a:spcPts val="300"/>
              </a:spcBef>
              <a:defRPr/>
            </a:pPr>
            <a:r>
              <a:rPr lang="en-AU" altLang="zh-CN" sz="1100" dirty="0">
                <a:latin typeface="JetBrains Mono" panose="020B0509020102050004" pitchFamily="49" charset="77"/>
              </a:rPr>
              <a:t>    for </a:t>
            </a:r>
            <a:r>
              <a:rPr lang="en-AU" altLang="zh-CN" sz="1100" dirty="0" err="1">
                <a:latin typeface="JetBrains Mono" panose="020B0509020102050004" pitchFamily="49" charset="77"/>
              </a:rPr>
              <a:t>i</a:t>
            </a:r>
            <a:r>
              <a:rPr lang="en-AU" altLang="zh-CN" sz="1100" dirty="0">
                <a:latin typeface="JetBrains Mono" panose="020B0509020102050004" pitchFamily="49" charset="77"/>
              </a:rPr>
              <a:t> in range(0,gridSize</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    </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myPen.penup</a:t>
            </a:r>
            <a:r>
              <a:rPr lang="en-AU" altLang="zh-CN" sz="1100" dirty="0">
                <a:latin typeface="JetBrains Mono" panose="020B0509020102050004" pitchFamily="49" charset="77"/>
              </a:rPr>
              <a:t>()    </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myPen.goto</a:t>
            </a:r>
            <a:r>
              <a:rPr lang="en-AU" altLang="zh-CN" sz="1100" dirty="0">
                <a:latin typeface="JetBrains Mono" panose="020B0509020102050004" pitchFamily="49" charset="77"/>
              </a:rPr>
              <a:t>(</a:t>
            </a:r>
            <a:r>
              <a:rPr lang="en-AU" altLang="zh-CN" sz="1100" dirty="0" err="1">
                <a:latin typeface="JetBrains Mono" panose="020B0509020102050004" pitchFamily="49" charset="77"/>
              </a:rPr>
              <a:t>topLeft_x</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err="1">
                <a:latin typeface="JetBrains Mono" panose="020B0509020102050004" pitchFamily="49" charset="77"/>
              </a:rPr>
              <a:t>i</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topLeft_y</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myPen.pendown</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myPen.goto</a:t>
            </a:r>
            <a:r>
              <a:rPr lang="en-AU" altLang="zh-CN" sz="1100" dirty="0">
                <a:latin typeface="JetBrains Mono" panose="020B0509020102050004" pitchFamily="49" charset="77"/>
              </a:rPr>
              <a:t>(</a:t>
            </a:r>
            <a:r>
              <a:rPr lang="en-AU" altLang="zh-CN" sz="1100" dirty="0" err="1">
                <a:latin typeface="JetBrains Mono" panose="020B0509020102050004" pitchFamily="49" charset="77"/>
              </a:rPr>
              <a:t>topLeft_x</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a:latin typeface="JetBrains Mono" panose="020B0509020102050004" pitchFamily="49" charset="77"/>
              </a:rPr>
              <a:t>i</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topLeft_y</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for </a:t>
            </a:r>
            <a:r>
              <a:rPr lang="en-AU" altLang="zh-CN" sz="1100" dirty="0" err="1">
                <a:latin typeface="JetBrains Mono" panose="020B0509020102050004" pitchFamily="49" charset="77"/>
              </a:rPr>
              <a:t>i</a:t>
            </a:r>
            <a:r>
              <a:rPr lang="en-AU" altLang="zh-CN" sz="1100" dirty="0">
                <a:latin typeface="JetBrains Mono" panose="020B0509020102050004" pitchFamily="49" charset="77"/>
              </a:rPr>
              <a:t> in range(0,gridSize):</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myPen.penup</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myPen.goto</a:t>
            </a:r>
            <a:r>
              <a:rPr lang="en-AU" altLang="zh-CN" sz="1100" dirty="0">
                <a:latin typeface="JetBrains Mono" panose="020B0509020102050004" pitchFamily="49" charset="77"/>
              </a:rPr>
              <a:t>(</a:t>
            </a:r>
            <a:r>
              <a:rPr lang="en-AU" altLang="zh-CN" sz="1100" dirty="0" err="1">
                <a:latin typeface="JetBrains Mono" panose="020B0509020102050004" pitchFamily="49" charset="77"/>
              </a:rPr>
              <a:t>topLeft_x</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err="1">
                <a:latin typeface="JetBrains Mono" panose="020B0509020102050004" pitchFamily="49" charset="77"/>
              </a:rPr>
              <a:t>i</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intDim</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topLeft_y</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myPen.write</a:t>
            </a:r>
            <a:r>
              <a:rPr lang="en-AU" altLang="zh-CN" sz="1100" dirty="0">
                <a:latin typeface="JetBrains Mono" panose="020B0509020102050004" pitchFamily="49" charset="77"/>
              </a:rPr>
              <a:t>(chr(65</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i</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for </a:t>
            </a:r>
            <a:r>
              <a:rPr lang="en-AU" altLang="zh-CN" sz="1100" dirty="0" err="1">
                <a:latin typeface="JetBrains Mono" panose="020B0509020102050004" pitchFamily="49" charset="77"/>
              </a:rPr>
              <a:t>i</a:t>
            </a:r>
            <a:r>
              <a:rPr lang="en-AU" altLang="zh-CN" sz="1100" dirty="0">
                <a:latin typeface="JetBrains Mono" panose="020B0509020102050004" pitchFamily="49" charset="77"/>
              </a:rPr>
              <a:t> in range(1,</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myPen.penup</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myPen.goto</a:t>
            </a:r>
            <a:r>
              <a:rPr lang="en-AU" altLang="zh-CN" sz="1100" dirty="0">
                <a:latin typeface="JetBrains Mono" panose="020B0509020102050004" pitchFamily="49" charset="77"/>
              </a:rPr>
              <a:t>(</a:t>
            </a:r>
            <a:r>
              <a:rPr lang="en-AU" altLang="zh-CN" sz="1100" dirty="0" err="1">
                <a:latin typeface="JetBrains Mono" panose="020B0509020102050004" pitchFamily="49" charset="77"/>
              </a:rPr>
              <a:t>topLeft_x</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15,</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topLeft_y</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a:latin typeface="JetBrains Mono" panose="020B0509020102050004" pitchFamily="49" charset="77"/>
              </a:rPr>
              <a:t>i</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intDim</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myPen.write</a:t>
            </a:r>
            <a:r>
              <a:rPr lang="en-AU" altLang="zh-CN" sz="1100" dirty="0">
                <a:latin typeface="JetBrains Mono" panose="020B0509020102050004" pitchFamily="49" charset="77"/>
              </a:rPr>
              <a:t>(str(</a:t>
            </a:r>
            <a:r>
              <a:rPr lang="en-AU" altLang="zh-CN" sz="1100" dirty="0" err="1">
                <a:latin typeface="JetBrains Mono" panose="020B0509020102050004" pitchFamily="49" charset="77"/>
              </a:rPr>
              <a:t>i</a:t>
            </a:r>
            <a:r>
              <a:rPr lang="en-AU" altLang="zh-CN" sz="1100" dirty="0">
                <a:latin typeface="JetBrains Mono" panose="020B0509020102050004" pitchFamily="49" charset="77"/>
              </a:rPr>
              <a:t>))</a:t>
            </a:r>
          </a:p>
        </p:txBody>
      </p:sp>
    </p:spTree>
    <p:extLst>
      <p:ext uri="{BB962C8B-B14F-4D97-AF65-F5344CB8AC3E}">
        <p14:creationId xmlns:p14="http://schemas.microsoft.com/office/powerpoint/2010/main" val="4018196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94156-D709-CE5D-92AC-47533AAEC50F}"/>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8B8430F1-10E0-2D74-8A24-366F60DDD0A1}"/>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4" name="TextBox 3">
            <a:extLst>
              <a:ext uri="{FF2B5EF4-FFF2-40B4-BE49-F238E27FC236}">
                <a16:creationId xmlns:a16="http://schemas.microsoft.com/office/drawing/2014/main" id="{A16D275B-6730-8F18-29F3-E655041DCB4E}"/>
              </a:ext>
            </a:extLst>
          </p:cNvPr>
          <p:cNvSpPr txBox="1"/>
          <p:nvPr/>
        </p:nvSpPr>
        <p:spPr>
          <a:xfrm>
            <a:off x="720000" y="1620000"/>
            <a:ext cx="6480000" cy="3793346"/>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300"/>
              </a:spcBef>
              <a:defRPr/>
            </a:pPr>
            <a:r>
              <a:rPr lang="en-AU" altLang="zh-CN" sz="1100" dirty="0">
                <a:solidFill>
                  <a:schemeClr val="bg1">
                    <a:lumMod val="50000"/>
                  </a:schemeClr>
                </a:solidFill>
                <a:latin typeface="JetBrains Mono" panose="020B0509020102050004" pitchFamily="49" charset="77"/>
              </a:rPr>
              <a:t>def </a:t>
            </a:r>
            <a:r>
              <a:rPr lang="en-AU" altLang="zh-CN" sz="1100" dirty="0" err="1">
                <a:solidFill>
                  <a:schemeClr val="bg1">
                    <a:lumMod val="50000"/>
                  </a:schemeClr>
                </a:solidFill>
                <a:latin typeface="JetBrains Mono" panose="020B0509020102050004" pitchFamily="49" charset="77"/>
              </a:rPr>
              <a:t>drawGrid</a:t>
            </a:r>
            <a:r>
              <a:rPr lang="en-AU" altLang="zh-CN" sz="1100" dirty="0">
                <a:solidFill>
                  <a:schemeClr val="bg1">
                    <a:lumMod val="50000"/>
                  </a:schemeClr>
                </a:solidFill>
                <a:latin typeface="JetBrains Mono" panose="020B0509020102050004" pitchFamily="49" charset="77"/>
              </a:rPr>
              <a:t>(</a:t>
            </a:r>
            <a:r>
              <a:rPr lang="en-AU" altLang="zh-CN" sz="1100" dirty="0" err="1">
                <a:solidFill>
                  <a:schemeClr val="bg1">
                    <a:lumMod val="50000"/>
                  </a:schemeClr>
                </a:solidFill>
                <a:latin typeface="JetBrains Mono" panose="020B0509020102050004" pitchFamily="49" charset="77"/>
              </a:rPr>
              <a:t>grid,intDim</a:t>
            </a:r>
            <a:r>
              <a:rPr lang="en-AU" altLang="zh-CN" sz="1100" dirty="0">
                <a:solidFill>
                  <a:schemeClr val="bg1">
                    <a:lumMod val="50000"/>
                  </a:schemeClr>
                </a:solidFill>
                <a:latin typeface="JetBrains Mono" panose="020B0509020102050004" pitchFamily="49" charset="77"/>
              </a:rPr>
              <a:t>):  </a:t>
            </a:r>
          </a:p>
          <a:p>
            <a:pPr lvl="0">
              <a:spcBef>
                <a:spcPts val="300"/>
              </a:spcBef>
              <a:defRPr/>
            </a:pPr>
            <a:r>
              <a:rPr lang="en-AU" altLang="zh-CN" sz="1100" dirty="0">
                <a:solidFill>
                  <a:schemeClr val="bg1">
                    <a:lumMod val="50000"/>
                  </a:schemeClr>
                </a:solidFill>
                <a:latin typeface="JetBrains Mono" panose="020B0509020102050004" pitchFamily="49" charset="77"/>
              </a:rPr>
              <a:t>    …</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myPen.setheading</a:t>
            </a:r>
            <a:r>
              <a:rPr lang="en-AU" altLang="zh-CN" sz="1100" dirty="0">
                <a:latin typeface="JetBrains Mono" panose="020B0509020102050004" pitchFamily="49" charset="77"/>
              </a:rPr>
              <a:t>(0)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myPen.goto</a:t>
            </a:r>
            <a:r>
              <a:rPr lang="en-AU" altLang="zh-CN" sz="1100" dirty="0">
                <a:latin typeface="JetBrains Mono" panose="020B0509020102050004" pitchFamily="49" charset="77"/>
              </a:rPr>
              <a:t>(</a:t>
            </a:r>
            <a:r>
              <a:rPr lang="en-AU" altLang="zh-CN" sz="1100" dirty="0" err="1">
                <a:latin typeface="JetBrains Mono" panose="020B0509020102050004" pitchFamily="49" charset="77"/>
              </a:rPr>
              <a:t>topLeft_x</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topLeft_y</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for row in range (0,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for col in range (0,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if grid[row][col]</a:t>
            </a:r>
            <a:r>
              <a:rPr lang="zh-CN" altLang="en-US" sz="1100" dirty="0">
                <a:latin typeface="JetBrains Mono" panose="020B0509020102050004" pitchFamily="49" charset="77"/>
              </a:rPr>
              <a:t> </a:t>
            </a:r>
            <a:r>
              <a:rPr lang="en-AU" altLang="zh-CN" sz="1100" dirty="0">
                <a:latin typeface="JetBrains Mono" panose="020B0509020102050004" pitchFamily="49" charset="77"/>
              </a:rPr>
              <a:t>&gt;</a:t>
            </a:r>
            <a:r>
              <a:rPr lang="zh-CN" altLang="en-US" sz="1100" dirty="0">
                <a:latin typeface="JetBrains Mono" panose="020B0509020102050004" pitchFamily="49" charset="77"/>
              </a:rPr>
              <a:t> </a:t>
            </a:r>
            <a:r>
              <a:rPr lang="en-AU" altLang="zh-CN" sz="1100" dirty="0">
                <a:latin typeface="JetBrains Mono" panose="020B0509020102050004" pitchFamily="49" charset="77"/>
              </a:rPr>
              <a:t>0:</a:t>
            </a:r>
          </a:p>
          <a:p>
            <a:pPr lvl="0">
              <a:spcBef>
                <a:spcPts val="300"/>
              </a:spcBef>
              <a:defRPr/>
            </a:pPr>
            <a:r>
              <a:rPr lang="en-AU" altLang="zh-CN" sz="1100" dirty="0">
                <a:latin typeface="JetBrains Mono" panose="020B0509020102050004" pitchFamily="49" charset="77"/>
              </a:rPr>
              <a:t>                box(</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myPen.penup</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myPen.forward</a:t>
            </a:r>
            <a:r>
              <a:rPr lang="en-AU" altLang="zh-CN" sz="1100" dirty="0">
                <a:latin typeface="JetBrains Mono" panose="020B0509020102050004" pitchFamily="49" charset="77"/>
              </a:rPr>
              <a:t>(</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myPen.pendown</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myPen.setheading</a:t>
            </a:r>
            <a:r>
              <a:rPr lang="en-AU" altLang="zh-CN" sz="1100" dirty="0">
                <a:latin typeface="JetBrains Mono" panose="020B0509020102050004" pitchFamily="49" charset="77"/>
              </a:rPr>
              <a:t>(270)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myPen.penup</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myPen.forward</a:t>
            </a:r>
            <a:r>
              <a:rPr lang="en-AU" altLang="zh-CN" sz="1100" dirty="0">
                <a:latin typeface="JetBrains Mono" panose="020B0509020102050004" pitchFamily="49" charset="77"/>
              </a:rPr>
              <a:t>(</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myPen.setheading</a:t>
            </a:r>
            <a:r>
              <a:rPr lang="en-AU" altLang="zh-CN" sz="1100" dirty="0">
                <a:latin typeface="JetBrains Mono" panose="020B0509020102050004" pitchFamily="49" charset="77"/>
              </a:rPr>
              <a:t>(180)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myPen.forward</a:t>
            </a:r>
            <a:r>
              <a:rPr lang="en-AU" altLang="zh-CN" sz="1100" dirty="0">
                <a:latin typeface="JetBrains Mono" panose="020B0509020102050004" pitchFamily="49" charset="77"/>
              </a:rPr>
              <a:t>(</a:t>
            </a:r>
            <a:r>
              <a:rPr lang="en-AU" altLang="zh-CN" sz="1100" dirty="0" err="1">
                <a:latin typeface="JetBrains Mono" panose="020B0509020102050004" pitchFamily="49" charset="77"/>
              </a:rPr>
              <a:t>intDim</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myPen.setheading</a:t>
            </a:r>
            <a:r>
              <a:rPr lang="en-AU" altLang="zh-CN" sz="1100" dirty="0">
                <a:latin typeface="JetBrains Mono" panose="020B0509020102050004" pitchFamily="49" charset="77"/>
              </a:rPr>
              <a:t>(0)</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myPen.pendown</a:t>
            </a:r>
            <a:r>
              <a:rPr lang="en-AU" altLang="zh-CN" sz="1100" dirty="0">
                <a:latin typeface="JetBrains Mono" panose="020B0509020102050004" pitchFamily="49" charset="77"/>
              </a:rPr>
              <a:t>()</a:t>
            </a:r>
          </a:p>
        </p:txBody>
      </p:sp>
    </p:spTree>
    <p:extLst>
      <p:ext uri="{BB962C8B-B14F-4D97-AF65-F5344CB8AC3E}">
        <p14:creationId xmlns:p14="http://schemas.microsoft.com/office/powerpoint/2010/main" val="25965894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B2EC0-7073-4120-AA52-1B4ACF347A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028264-8255-D9FC-EA7D-4A7F5F269700}"/>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5" name="TextBox 4">
            <a:extLst>
              <a:ext uri="{FF2B5EF4-FFF2-40B4-BE49-F238E27FC236}">
                <a16:creationId xmlns:a16="http://schemas.microsoft.com/office/drawing/2014/main" id="{D14F7722-D05D-6DD5-3425-0F623A160AE7}"/>
              </a:ext>
            </a:extLst>
          </p:cNvPr>
          <p:cNvSpPr txBox="1"/>
          <p:nvPr/>
        </p:nvSpPr>
        <p:spPr>
          <a:xfrm>
            <a:off x="359998" y="1260000"/>
            <a:ext cx="7200000" cy="2554545"/>
          </a:xfrm>
          <a:prstGeom prst="rect">
            <a:avLst/>
          </a:prstGeom>
          <a:noFill/>
        </p:spPr>
        <p:txBody>
          <a:bodyPr wrap="square">
            <a:spAutoFit/>
          </a:bodyPr>
          <a:lstStyle/>
          <a:p>
            <a:pPr fontAlgn="base">
              <a:spcBef>
                <a:spcPts val="600"/>
              </a:spcBef>
              <a:spcAft>
                <a:spcPts val="600"/>
              </a:spcAft>
            </a:pPr>
            <a:r>
              <a:rPr lang="en-AU" sz="2000" b="1" dirty="0"/>
              <a:t>Plan</a:t>
            </a:r>
          </a:p>
          <a:p>
            <a:pPr marL="342900" indent="-342900" fontAlgn="base">
              <a:spcBef>
                <a:spcPts val="600"/>
              </a:spcBef>
              <a:spcAft>
                <a:spcPts val="600"/>
              </a:spcAft>
              <a:buFont typeface="Arial" panose="020B0604020202020204" pitchFamily="34" charset="0"/>
              <a:buChar char="•"/>
            </a:pPr>
            <a:r>
              <a:rPr lang="en-AU" sz="2000" dirty="0"/>
              <a:t>How to update next grid?</a:t>
            </a:r>
          </a:p>
          <a:p>
            <a:pPr marL="800100" lvl="1" indent="-342900" fontAlgn="base">
              <a:spcBef>
                <a:spcPts val="600"/>
              </a:spcBef>
              <a:spcAft>
                <a:spcPts val="600"/>
              </a:spcAft>
              <a:buFont typeface="Arial" panose="020B0604020202020204" pitchFamily="34" charset="0"/>
              <a:buChar char="•"/>
            </a:pPr>
            <a:r>
              <a:rPr lang="en-AU" sz="2000" dirty="0"/>
              <a:t>Loop for each row and each column</a:t>
            </a:r>
          </a:p>
          <a:p>
            <a:pPr marL="800100" lvl="1" indent="-342900" fontAlgn="base">
              <a:spcBef>
                <a:spcPts val="600"/>
              </a:spcBef>
              <a:spcAft>
                <a:spcPts val="600"/>
              </a:spcAft>
              <a:buFont typeface="Arial" panose="020B0604020202020204" pitchFamily="34" charset="0"/>
              <a:buChar char="•"/>
            </a:pPr>
            <a:r>
              <a:rPr lang="en-AU" sz="2000" dirty="0"/>
              <a:t>Calculate number of neighbours for current cell (how?)</a:t>
            </a:r>
          </a:p>
          <a:p>
            <a:pPr marL="800100" lvl="1" indent="-342900" fontAlgn="base">
              <a:spcBef>
                <a:spcPts val="600"/>
              </a:spcBef>
              <a:spcAft>
                <a:spcPts val="600"/>
              </a:spcAft>
              <a:buFont typeface="Arial" panose="020B0604020202020204" pitchFamily="34" charset="0"/>
              <a:buChar char="•"/>
            </a:pPr>
            <a:r>
              <a:rPr lang="en-AU" sz="2000" dirty="0"/>
              <a:t>Update next grid based on number</a:t>
            </a:r>
          </a:p>
        </p:txBody>
      </p:sp>
    </p:spTree>
    <p:extLst>
      <p:ext uri="{BB962C8B-B14F-4D97-AF65-F5344CB8AC3E}">
        <p14:creationId xmlns:p14="http://schemas.microsoft.com/office/powerpoint/2010/main" val="24863880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BD527-5ECD-47E3-C6D5-E87C20EDD7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30CE7F-F938-CEF3-E7C4-1FB55A20C712}"/>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7" name="TextBox 6">
            <a:extLst>
              <a:ext uri="{FF2B5EF4-FFF2-40B4-BE49-F238E27FC236}">
                <a16:creationId xmlns:a16="http://schemas.microsoft.com/office/drawing/2014/main" id="{5189E6F7-F719-7D8D-B283-882FDDD6E04B}"/>
              </a:ext>
            </a:extLst>
          </p:cNvPr>
          <p:cNvSpPr txBox="1"/>
          <p:nvPr/>
        </p:nvSpPr>
        <p:spPr>
          <a:xfrm>
            <a:off x="720000" y="1620000"/>
            <a:ext cx="6480000" cy="4416594"/>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300"/>
              </a:spcBef>
              <a:defRPr/>
            </a:pPr>
            <a:r>
              <a:rPr lang="en-AU" altLang="zh-CN" sz="1100" dirty="0">
                <a:latin typeface="JetBrains Mono" panose="020B0509020102050004" pitchFamily="49" charset="77"/>
              </a:rPr>
              <a:t>def </a:t>
            </a:r>
            <a:r>
              <a:rPr lang="en-AU" altLang="zh-CN" sz="1100" dirty="0" err="1">
                <a:latin typeface="JetBrains Mono" panose="020B0509020102050004" pitchFamily="49" charset="77"/>
              </a:rPr>
              <a:t>checkCell</a:t>
            </a:r>
            <a:r>
              <a:rPr lang="en-AU" altLang="zh-CN" sz="1100" dirty="0">
                <a:latin typeface="JetBrains Mono" panose="020B0509020102050004" pitchFamily="49" charset="77"/>
              </a:rPr>
              <a:t>(row,</a:t>
            </a:r>
            <a:r>
              <a:rPr lang="zh-CN" altLang="en-US" sz="1100" dirty="0">
                <a:latin typeface="JetBrains Mono" panose="020B0509020102050004" pitchFamily="49" charset="77"/>
              </a:rPr>
              <a:t> </a:t>
            </a:r>
            <a:r>
              <a:rPr lang="en-AU" altLang="zh-CN" sz="1100" dirty="0">
                <a:latin typeface="JetBrains Mono" panose="020B0509020102050004" pitchFamily="49" charset="77"/>
              </a:rPr>
              <a:t>col,</a:t>
            </a:r>
            <a:r>
              <a:rPr lang="zh-CN" altLang="en-US" sz="1100" dirty="0">
                <a:latin typeface="JetBrains Mono" panose="020B0509020102050004" pitchFamily="49" charset="77"/>
              </a:rPr>
              <a:t> </a:t>
            </a:r>
            <a:r>
              <a:rPr lang="en-AU" altLang="zh-CN" sz="1100" dirty="0">
                <a:latin typeface="JetBrains Mono" panose="020B0509020102050004" pitchFamily="49" charset="77"/>
              </a:rPr>
              <a:t>grid):</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 global </a:t>
            </a:r>
            <a:r>
              <a:rPr lang="en-AU" altLang="zh-CN" sz="1100" dirty="0" err="1">
                <a:latin typeface="JetBrains Mono" panose="020B0509020102050004" pitchFamily="49" charset="77"/>
              </a:rPr>
              <a:t>gridSize</a:t>
            </a:r>
            <a:endParaRPr lang="en-AU" altLang="zh-CN" sz="1100" dirty="0">
              <a:latin typeface="JetBrains Mono" panose="020B0509020102050004" pitchFamily="49" charset="77"/>
            </a:endParaRP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We will count neighbours except when at the edge of the grid </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minRow</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0</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US" altLang="zh-CN" sz="1100" dirty="0" err="1">
                <a:latin typeface="JetBrains Mono" panose="020B0509020102050004" pitchFamily="49" charset="77"/>
              </a:rPr>
              <a:t>i</a:t>
            </a:r>
            <a:r>
              <a:rPr lang="en-AU" altLang="zh-CN" sz="1100" dirty="0">
                <a:latin typeface="JetBrains Mono" panose="020B0509020102050004" pitchFamily="49" charset="77"/>
              </a:rPr>
              <a:t>f row</a:t>
            </a:r>
            <a:r>
              <a:rPr lang="zh-CN" altLang="en-US" sz="1100" dirty="0">
                <a:latin typeface="JetBrains Mono" panose="020B0509020102050004" pitchFamily="49" charset="77"/>
              </a:rPr>
              <a:t> </a:t>
            </a:r>
            <a:r>
              <a:rPr lang="en-AU" altLang="zh-CN" sz="1100" dirty="0">
                <a:latin typeface="JetBrains Mono" panose="020B0509020102050004" pitchFamily="49" charset="77"/>
              </a:rPr>
              <a:t>&gt;</a:t>
            </a:r>
            <a:r>
              <a:rPr lang="zh-CN" altLang="en-US" sz="1100" dirty="0">
                <a:latin typeface="JetBrains Mono" panose="020B0509020102050004" pitchFamily="49" charset="77"/>
              </a:rPr>
              <a:t> </a:t>
            </a:r>
            <a:r>
              <a:rPr lang="en-AU" altLang="zh-CN" sz="1100" dirty="0">
                <a:latin typeface="JetBrains Mono" panose="020B0509020102050004" pitchFamily="49" charset="77"/>
              </a:rPr>
              <a:t>1:</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minRow</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row</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maxRow</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if row</a:t>
            </a:r>
            <a:r>
              <a:rPr lang="zh-CN" altLang="en-US" sz="1100" dirty="0">
                <a:latin typeface="JetBrains Mono" panose="020B0509020102050004" pitchFamily="49" charset="77"/>
              </a:rPr>
              <a:t> </a:t>
            </a:r>
            <a:r>
              <a:rPr lang="en-AU" altLang="zh-CN" sz="1100" dirty="0">
                <a:latin typeface="JetBrains Mono" panose="020B0509020102050004" pitchFamily="49" charset="77"/>
              </a:rPr>
              <a:t>&lt;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2:</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maxRow</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row</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minCol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0</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if col</a:t>
            </a:r>
            <a:r>
              <a:rPr lang="zh-CN" altLang="en-US" sz="1100" dirty="0">
                <a:latin typeface="JetBrains Mono" panose="020B0509020102050004" pitchFamily="49" charset="77"/>
              </a:rPr>
              <a:t> </a:t>
            </a:r>
            <a:r>
              <a:rPr lang="en-AU" altLang="zh-CN" sz="1100" dirty="0">
                <a:latin typeface="JetBrains Mono" panose="020B0509020102050004" pitchFamily="49" charset="77"/>
              </a:rPr>
              <a:t>&gt;</a:t>
            </a:r>
            <a:r>
              <a:rPr lang="zh-CN" altLang="en-US" sz="1100" dirty="0">
                <a:latin typeface="JetBrains Mono" panose="020B0509020102050004" pitchFamily="49" charset="77"/>
              </a:rPr>
              <a:t> </a:t>
            </a:r>
            <a:r>
              <a:rPr lang="en-AU" altLang="zh-CN" sz="1100" dirty="0">
                <a:latin typeface="JetBrains Mono" panose="020B0509020102050004" pitchFamily="49" charset="77"/>
              </a:rPr>
              <a:t>1:</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minCol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col-1</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maxCol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if col</a:t>
            </a:r>
            <a:r>
              <a:rPr lang="zh-CN" altLang="en-US" sz="1100" dirty="0">
                <a:latin typeface="JetBrains Mono" panose="020B0509020102050004" pitchFamily="49" charset="77"/>
              </a:rPr>
              <a:t> </a:t>
            </a:r>
            <a:r>
              <a:rPr lang="en-AU" altLang="zh-CN" sz="1100" dirty="0">
                <a:latin typeface="JetBrains Mono" panose="020B0509020102050004" pitchFamily="49" charset="77"/>
              </a:rPr>
              <a:t>&lt;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2:</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maxCol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a:t>
            </a:r>
          </a:p>
          <a:p>
            <a:pPr lvl="0">
              <a:spcBef>
                <a:spcPts val="300"/>
              </a:spcBef>
              <a:defRPr/>
            </a:pPr>
            <a:r>
              <a:rPr lang="en-AU" altLang="zh-CN" sz="1100" dirty="0">
                <a:latin typeface="JetBrains Mono" panose="020B0509020102050004" pitchFamily="49" charset="77"/>
              </a:rPr>
              <a:t>  </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#Count the number of neighbours</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neighbours</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0</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grid[row][col]  </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for </a:t>
            </a:r>
            <a:r>
              <a:rPr lang="en-AU" altLang="zh-CN" sz="1100" dirty="0" err="1">
                <a:latin typeface="JetBrains Mono" panose="020B0509020102050004" pitchFamily="49" charset="77"/>
              </a:rPr>
              <a:t>nrow</a:t>
            </a:r>
            <a:r>
              <a:rPr lang="en-AU" altLang="zh-CN" sz="1100" dirty="0">
                <a:latin typeface="JetBrains Mono" panose="020B0509020102050004" pitchFamily="49" charset="77"/>
              </a:rPr>
              <a:t> in range(</a:t>
            </a:r>
            <a:r>
              <a:rPr lang="en-AU" altLang="zh-CN" sz="1100" dirty="0" err="1">
                <a:latin typeface="JetBrains Mono" panose="020B0509020102050004" pitchFamily="49" charset="77"/>
              </a:rPr>
              <a:t>minRow</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maxRow</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for </a:t>
            </a:r>
            <a:r>
              <a:rPr lang="en-AU" altLang="zh-CN" sz="1100" dirty="0" err="1">
                <a:latin typeface="JetBrains Mono" panose="020B0509020102050004" pitchFamily="49" charset="77"/>
              </a:rPr>
              <a:t>ncol</a:t>
            </a:r>
            <a:r>
              <a:rPr lang="en-AU" altLang="zh-CN" sz="1100" dirty="0">
                <a:latin typeface="JetBrains Mono" panose="020B0509020102050004" pitchFamily="49" charset="77"/>
              </a:rPr>
              <a:t> in range(</a:t>
            </a:r>
            <a:r>
              <a:rPr lang="en-AU" altLang="zh-CN" sz="1100" dirty="0" err="1">
                <a:latin typeface="JetBrains Mono" panose="020B0509020102050004" pitchFamily="49" charset="77"/>
              </a:rPr>
              <a:t>minCol</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maxCol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neighbours += grid[</a:t>
            </a:r>
            <a:r>
              <a:rPr lang="en-AU" altLang="zh-CN" sz="1100" dirty="0" err="1">
                <a:latin typeface="JetBrains Mono" panose="020B0509020102050004" pitchFamily="49" charset="77"/>
              </a:rPr>
              <a:t>nrow</a:t>
            </a:r>
            <a:r>
              <a:rPr lang="en-AU" altLang="zh-CN" sz="1100" dirty="0">
                <a:latin typeface="JetBrains Mono" panose="020B0509020102050004" pitchFamily="49" charset="77"/>
              </a:rPr>
              <a:t>][</a:t>
            </a:r>
            <a:r>
              <a:rPr lang="en-AU" altLang="zh-CN" sz="1100" dirty="0" err="1">
                <a:latin typeface="JetBrains Mono" panose="020B0509020102050004" pitchFamily="49" charset="77"/>
              </a:rPr>
              <a:t>ncol</a:t>
            </a:r>
            <a:r>
              <a:rPr lang="en-AU" altLang="zh-CN" sz="1100" dirty="0">
                <a:latin typeface="JetBrains Mono" panose="020B0509020102050004" pitchFamily="49" charset="77"/>
              </a:rPr>
              <a:t>]</a:t>
            </a:r>
          </a:p>
        </p:txBody>
      </p:sp>
    </p:spTree>
    <p:extLst>
      <p:ext uri="{BB962C8B-B14F-4D97-AF65-F5344CB8AC3E}">
        <p14:creationId xmlns:p14="http://schemas.microsoft.com/office/powerpoint/2010/main" val="8093640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E0EBD1-5567-EAE8-C297-6B912FDEA9D0}"/>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DECE81C3-24F0-D57A-4AE7-DBBE369CB631}"/>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2" name="TextBox 1">
            <a:extLst>
              <a:ext uri="{FF2B5EF4-FFF2-40B4-BE49-F238E27FC236}">
                <a16:creationId xmlns:a16="http://schemas.microsoft.com/office/drawing/2014/main" id="{980F0206-777B-ED45-2BFC-C43A9F87DA6B}"/>
              </a:ext>
            </a:extLst>
          </p:cNvPr>
          <p:cNvSpPr txBox="1"/>
          <p:nvPr/>
        </p:nvSpPr>
        <p:spPr>
          <a:xfrm>
            <a:off x="720000" y="1620000"/>
            <a:ext cx="6480000" cy="4262705"/>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300"/>
              </a:spcBef>
              <a:defRPr/>
            </a:pPr>
            <a:r>
              <a:rPr lang="en-AU" altLang="zh-CN" sz="1100" dirty="0">
                <a:solidFill>
                  <a:schemeClr val="bg1">
                    <a:lumMod val="50000"/>
                  </a:schemeClr>
                </a:solidFill>
                <a:latin typeface="JetBrains Mono" panose="020B0509020102050004" pitchFamily="49" charset="77"/>
              </a:rPr>
              <a:t>def </a:t>
            </a:r>
            <a:r>
              <a:rPr lang="en-AU" altLang="zh-CN" sz="1100" dirty="0" err="1">
                <a:solidFill>
                  <a:schemeClr val="bg1">
                    <a:lumMod val="50000"/>
                  </a:schemeClr>
                </a:solidFill>
                <a:latin typeface="JetBrains Mono" panose="020B0509020102050004" pitchFamily="49" charset="77"/>
              </a:rPr>
              <a:t>checkCell</a:t>
            </a:r>
            <a:r>
              <a:rPr lang="en-AU" altLang="zh-CN" sz="1100" dirty="0">
                <a:solidFill>
                  <a:schemeClr val="bg1">
                    <a:lumMod val="50000"/>
                  </a:schemeClr>
                </a:solidFill>
                <a:latin typeface="JetBrains Mono" panose="020B0509020102050004" pitchFamily="49" charset="77"/>
              </a:rPr>
              <a:t>(</a:t>
            </a:r>
            <a:r>
              <a:rPr lang="en-AU" altLang="zh-CN" sz="1100" dirty="0" err="1">
                <a:solidFill>
                  <a:schemeClr val="bg1">
                    <a:lumMod val="50000"/>
                  </a:schemeClr>
                </a:solidFill>
                <a:latin typeface="JetBrains Mono" panose="020B0509020102050004" pitchFamily="49" charset="77"/>
              </a:rPr>
              <a:t>row,col,grid</a:t>
            </a:r>
            <a:r>
              <a:rPr lang="en-AU" altLang="zh-CN" sz="1100" dirty="0">
                <a:solidFill>
                  <a:schemeClr val="bg1">
                    <a:lumMod val="50000"/>
                  </a:schemeClr>
                </a:solidFill>
                <a:latin typeface="JetBrains Mono" panose="020B0509020102050004" pitchFamily="49" charset="77"/>
              </a:rPr>
              <a:t>):</a:t>
            </a:r>
          </a:p>
          <a:p>
            <a:pPr lvl="0">
              <a:spcBef>
                <a:spcPts val="300"/>
              </a:spcBef>
              <a:defRPr/>
            </a:pPr>
            <a:r>
              <a:rPr lang="zh-CN" altLang="en-US" sz="1100" dirty="0">
                <a:solidFill>
                  <a:schemeClr val="bg1">
                    <a:lumMod val="50000"/>
                  </a:schemeClr>
                </a:solidFill>
                <a:latin typeface="JetBrains Mono" panose="020B0509020102050004" pitchFamily="49" charset="77"/>
              </a:rPr>
              <a:t>    </a:t>
            </a:r>
            <a:r>
              <a:rPr lang="en-US" altLang="zh-CN" sz="1100" dirty="0">
                <a:solidFill>
                  <a:schemeClr val="bg1">
                    <a:lumMod val="50000"/>
                  </a:schemeClr>
                </a:solidFill>
                <a:latin typeface="JetBrains Mono" panose="020B0509020102050004" pitchFamily="49" charset="77"/>
              </a:rPr>
              <a:t>…</a:t>
            </a:r>
            <a:endParaRPr lang="en-AU" altLang="zh-CN" sz="1100" dirty="0">
              <a:solidFill>
                <a:schemeClr val="bg1">
                  <a:lumMod val="50000"/>
                </a:schemeClr>
              </a:solidFill>
              <a:latin typeface="JetBrains Mono" panose="020B0509020102050004" pitchFamily="49" charset="77"/>
            </a:endParaRPr>
          </a:p>
          <a:p>
            <a:pPr lvl="0">
              <a:spcBef>
                <a:spcPts val="300"/>
              </a:spcBef>
              <a:defRPr/>
            </a:pP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Apply the four key rules of Conway's Game of Life</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1.Any live cell with fewer than two live neighbours dies, as if caused by underpopulation.</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if grid[row][col]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 and neighbours</a:t>
            </a:r>
            <a:r>
              <a:rPr lang="zh-CN" altLang="en-US" sz="1100" dirty="0">
                <a:latin typeface="JetBrains Mono" panose="020B0509020102050004" pitchFamily="49" charset="77"/>
              </a:rPr>
              <a:t> </a:t>
            </a:r>
            <a:r>
              <a:rPr lang="en-AU" altLang="zh-CN" sz="1100" dirty="0">
                <a:latin typeface="JetBrains Mono" panose="020B0509020102050004" pitchFamily="49" charset="77"/>
              </a:rPr>
              <a:t>&lt;</a:t>
            </a:r>
            <a:r>
              <a:rPr lang="zh-CN" altLang="en-US" sz="1100" dirty="0">
                <a:latin typeface="JetBrains Mono" panose="020B0509020102050004" pitchFamily="49" charset="77"/>
              </a:rPr>
              <a:t> </a:t>
            </a:r>
            <a:r>
              <a:rPr lang="en-AU" altLang="zh-CN" sz="1100" dirty="0">
                <a:latin typeface="JetBrains Mono" panose="020B0509020102050004" pitchFamily="49" charset="77"/>
              </a:rPr>
              <a:t>2:</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return 0</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#2.</a:t>
            </a:r>
            <a:r>
              <a:rPr lang="zh-CN" altLang="en-US" sz="1100" dirty="0">
                <a:latin typeface="JetBrains Mono" panose="020B0509020102050004" pitchFamily="49" charset="77"/>
              </a:rPr>
              <a:t> </a:t>
            </a:r>
            <a:r>
              <a:rPr lang="en-AU" altLang="zh-CN" sz="1100" dirty="0">
                <a:latin typeface="JetBrains Mono" panose="020B0509020102050004" pitchFamily="49" charset="77"/>
              </a:rPr>
              <a:t>Any live cell with two or three live neighbours lives on to the next generation.</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elif</a:t>
            </a:r>
            <a:r>
              <a:rPr lang="en-AU" altLang="zh-CN" sz="1100" dirty="0">
                <a:latin typeface="JetBrains Mono" panose="020B0509020102050004" pitchFamily="49" charset="77"/>
              </a:rPr>
              <a:t> grid[row][col]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 and (neighbours</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2 or neighbours</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3):</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return 1</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#3.</a:t>
            </a:r>
            <a:r>
              <a:rPr lang="zh-CN" altLang="en-US" sz="1100" dirty="0">
                <a:latin typeface="JetBrains Mono" panose="020B0509020102050004" pitchFamily="49" charset="77"/>
              </a:rPr>
              <a:t> </a:t>
            </a:r>
            <a:r>
              <a:rPr lang="en-AU" altLang="zh-CN" sz="1100" dirty="0">
                <a:latin typeface="JetBrains Mono" panose="020B0509020102050004" pitchFamily="49" charset="77"/>
              </a:rPr>
              <a:t>Any live cell with more than three live neighbours dies, as if by overpopulation.    </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elif</a:t>
            </a:r>
            <a:r>
              <a:rPr lang="en-AU" altLang="zh-CN" sz="1100" dirty="0">
                <a:latin typeface="JetBrains Mono" panose="020B0509020102050004" pitchFamily="49" charset="77"/>
              </a:rPr>
              <a:t> grid[row][col]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 and neighbours</a:t>
            </a:r>
            <a:r>
              <a:rPr lang="zh-CN" altLang="en-US" sz="1100" dirty="0">
                <a:latin typeface="JetBrains Mono" panose="020B0509020102050004" pitchFamily="49" charset="77"/>
              </a:rPr>
              <a:t> </a:t>
            </a:r>
            <a:r>
              <a:rPr lang="en-AU" altLang="zh-CN" sz="1100" dirty="0">
                <a:latin typeface="JetBrains Mono" panose="020B0509020102050004" pitchFamily="49" charset="77"/>
              </a:rPr>
              <a:t>&gt;</a:t>
            </a:r>
            <a:r>
              <a:rPr lang="zh-CN" altLang="en-US" sz="1100" dirty="0">
                <a:latin typeface="JetBrains Mono" panose="020B0509020102050004" pitchFamily="49" charset="77"/>
              </a:rPr>
              <a:t> </a:t>
            </a:r>
            <a:r>
              <a:rPr lang="en-AU" altLang="zh-CN" sz="1100" dirty="0">
                <a:latin typeface="JetBrains Mono" panose="020B0509020102050004" pitchFamily="49" charset="77"/>
              </a:rPr>
              <a:t>3:</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return 0</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#4.</a:t>
            </a:r>
            <a:r>
              <a:rPr lang="zh-CN" altLang="en-US" sz="1100" dirty="0">
                <a:latin typeface="JetBrains Mono" panose="020B0509020102050004" pitchFamily="49" charset="77"/>
              </a:rPr>
              <a:t> </a:t>
            </a:r>
            <a:r>
              <a:rPr lang="en-AU" altLang="zh-CN" sz="1100" dirty="0">
                <a:latin typeface="JetBrains Mono" panose="020B0509020102050004" pitchFamily="49" charset="77"/>
              </a:rPr>
              <a:t>Any dead cell with exactly three live neighbours becomes a live cell, as if by reproduction.</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elif</a:t>
            </a:r>
            <a:r>
              <a:rPr lang="en-AU" altLang="zh-CN" sz="1100" dirty="0">
                <a:latin typeface="JetBrains Mono" panose="020B0509020102050004" pitchFamily="49" charset="77"/>
              </a:rPr>
              <a:t> grid[row][col]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0 and neighbours</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3:</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return 1</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else:</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return 0</a:t>
            </a:r>
          </a:p>
        </p:txBody>
      </p:sp>
    </p:spTree>
    <p:extLst>
      <p:ext uri="{BB962C8B-B14F-4D97-AF65-F5344CB8AC3E}">
        <p14:creationId xmlns:p14="http://schemas.microsoft.com/office/powerpoint/2010/main" val="4134475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4E72E-AB03-0EA2-F96A-41C2661C22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AB8B89-9095-92AE-0E64-2A110ABA1A5A}"/>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3" name="TextBox 2">
            <a:extLst>
              <a:ext uri="{FF2B5EF4-FFF2-40B4-BE49-F238E27FC236}">
                <a16:creationId xmlns:a16="http://schemas.microsoft.com/office/drawing/2014/main" id="{9CB1B0DA-87A8-0CE0-A691-E394FD404D9E}"/>
              </a:ext>
            </a:extLst>
          </p:cNvPr>
          <p:cNvSpPr txBox="1"/>
          <p:nvPr/>
        </p:nvSpPr>
        <p:spPr>
          <a:xfrm>
            <a:off x="720000" y="2200174"/>
            <a:ext cx="6480000" cy="2546851"/>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300"/>
              </a:spcBef>
              <a:defRPr/>
            </a:pPr>
            <a:r>
              <a:rPr lang="en-AU" altLang="zh-CN" sz="1100" dirty="0">
                <a:latin typeface="JetBrains Mono" panose="020B0509020102050004" pitchFamily="49" charset="77"/>
              </a:rPr>
              <a:t>####################### MAIN PROGRAM STARTS HERE ######################</a:t>
            </a:r>
          </a:p>
          <a:p>
            <a:pPr lvl="0">
              <a:spcBef>
                <a:spcPts val="300"/>
              </a:spcBef>
              <a:defRPr/>
            </a:pPr>
            <a:r>
              <a:rPr lang="en-AU" altLang="zh-CN" sz="1100" dirty="0">
                <a:latin typeface="JetBrains Mono" panose="020B0509020102050004" pitchFamily="49" charset="77"/>
              </a:rPr>
              <a:t>print("##########################")</a:t>
            </a:r>
          </a:p>
          <a:p>
            <a:pPr lvl="0">
              <a:spcBef>
                <a:spcPts val="300"/>
              </a:spcBef>
              <a:defRPr/>
            </a:pPr>
            <a:r>
              <a:rPr lang="en-AU" altLang="zh-CN" sz="1100" dirty="0">
                <a:latin typeface="JetBrains Mono" panose="020B0509020102050004" pitchFamily="49" charset="77"/>
              </a:rPr>
              <a:t>print("Select a Starting Pattern:")</a:t>
            </a:r>
          </a:p>
          <a:p>
            <a:pPr lvl="0">
              <a:spcBef>
                <a:spcPts val="300"/>
              </a:spcBef>
              <a:defRPr/>
            </a:pPr>
            <a:r>
              <a:rPr lang="en-AU" altLang="zh-CN" sz="1100" dirty="0">
                <a:latin typeface="JetBrains Mono" panose="020B0509020102050004" pitchFamily="49" charset="77"/>
              </a:rPr>
              <a:t>print("  2: Glider")</a:t>
            </a:r>
          </a:p>
          <a:p>
            <a:pPr lvl="0">
              <a:spcBef>
                <a:spcPts val="300"/>
              </a:spcBef>
              <a:defRPr/>
            </a:pPr>
            <a:r>
              <a:rPr lang="en-AU" altLang="zh-CN" sz="1100" dirty="0">
                <a:latin typeface="JetBrains Mono" panose="020B0509020102050004" pitchFamily="49" charset="77"/>
              </a:rPr>
              <a:t>choice = input("Your Choice (1-5)?")</a:t>
            </a:r>
          </a:p>
          <a:p>
            <a:pPr lvl="0">
              <a:spcBef>
                <a:spcPts val="300"/>
              </a:spcBef>
              <a:defRPr/>
            </a:pPr>
            <a:endParaRPr lang="en-AU" altLang="zh-CN" sz="1100" dirty="0">
              <a:latin typeface="JetBrains Mono" panose="020B0509020102050004" pitchFamily="49" charset="77"/>
            </a:endParaRPr>
          </a:p>
          <a:p>
            <a:pPr lvl="0">
              <a:spcBef>
                <a:spcPts val="300"/>
              </a:spcBef>
              <a:defRPr/>
            </a:pPr>
            <a:r>
              <a:rPr lang="en-AU" altLang="zh-CN" sz="1100" dirty="0">
                <a:latin typeface="JetBrains Mono" panose="020B0509020102050004" pitchFamily="49" charset="77"/>
              </a:rPr>
              <a:t>if choice==”</a:t>
            </a:r>
            <a:r>
              <a:rPr lang="en-US" altLang="zh-CN" sz="1100" dirty="0">
                <a:latin typeface="JetBrains Mono" panose="020B0509020102050004" pitchFamily="49" charset="77"/>
              </a:rPr>
              <a:t>2</a:t>
            </a:r>
            <a:r>
              <a:rPr lang="en-AU" altLang="zh-CN" sz="1100" dirty="0">
                <a:latin typeface="JetBrains Mono" panose="020B0509020102050004" pitchFamily="49" charset="77"/>
              </a:rPr>
              <a:t>":</a:t>
            </a:r>
          </a:p>
          <a:p>
            <a:pPr lvl="0">
              <a:spcBef>
                <a:spcPts val="300"/>
              </a:spcBef>
              <a:defRPr/>
            </a:pP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 = 10</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currentgrid</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glider()</a:t>
            </a:r>
          </a:p>
          <a:p>
            <a:pPr lvl="0">
              <a:spcBef>
                <a:spcPts val="300"/>
              </a:spcBef>
              <a:defRPr/>
            </a:pPr>
            <a:r>
              <a:rPr lang="en-AU" altLang="zh-CN" sz="1100" dirty="0">
                <a:latin typeface="JetBrains Mono" panose="020B0509020102050004" pitchFamily="49" charset="77"/>
              </a:rPr>
              <a:t>else:</a:t>
            </a:r>
          </a:p>
          <a:p>
            <a:pPr lvl="0">
              <a:spcBef>
                <a:spcPts val="300"/>
              </a:spcBef>
              <a:defRPr/>
            </a:pPr>
            <a:r>
              <a:rPr lang="zh-CN" altLang="en-US" sz="1100" dirty="0">
                <a:latin typeface="JetBrains Mono" panose="020B0509020102050004" pitchFamily="49" charset="77"/>
              </a:rPr>
              <a:t>  </a:t>
            </a:r>
            <a:r>
              <a:rPr lang="en-AU" altLang="zh-CN" sz="1100" dirty="0">
                <a:latin typeface="JetBrains Mono" panose="020B0509020102050004" pitchFamily="49" charset="77"/>
              </a:rPr>
              <a:t>  print("Invalid Choice!")</a:t>
            </a:r>
          </a:p>
          <a:p>
            <a:pPr lvl="0">
              <a:spcBef>
                <a:spcPts val="300"/>
              </a:spcBef>
              <a:defRPr/>
            </a:pPr>
            <a:r>
              <a:rPr lang="en-US" altLang="zh-CN" sz="1100" dirty="0">
                <a:solidFill>
                  <a:schemeClr val="bg1">
                    <a:lumMod val="50000"/>
                  </a:schemeClr>
                </a:solidFill>
                <a:latin typeface="JetBrains Mono" panose="020B0509020102050004" pitchFamily="49" charset="77"/>
              </a:rPr>
              <a:t>…</a:t>
            </a:r>
            <a:endParaRPr lang="en-AU" altLang="zh-CN" sz="1100" dirty="0">
              <a:solidFill>
                <a:schemeClr val="bg1">
                  <a:lumMod val="50000"/>
                </a:schemeClr>
              </a:solidFill>
              <a:latin typeface="JetBrains Mono" panose="020B0509020102050004" pitchFamily="49" charset="77"/>
            </a:endParaRPr>
          </a:p>
        </p:txBody>
      </p:sp>
      <p:sp>
        <p:nvSpPr>
          <p:cNvPr id="4" name="TextBox 3">
            <a:extLst>
              <a:ext uri="{FF2B5EF4-FFF2-40B4-BE49-F238E27FC236}">
                <a16:creationId xmlns:a16="http://schemas.microsoft.com/office/drawing/2014/main" id="{7619B8E3-B5B0-130F-C2ED-91C6A87947DD}"/>
              </a:ext>
            </a:extLst>
          </p:cNvPr>
          <p:cNvSpPr txBox="1"/>
          <p:nvPr/>
        </p:nvSpPr>
        <p:spPr>
          <a:xfrm>
            <a:off x="359998" y="1260000"/>
            <a:ext cx="7200000" cy="1323439"/>
          </a:xfrm>
          <a:prstGeom prst="rect">
            <a:avLst/>
          </a:prstGeom>
          <a:noFill/>
        </p:spPr>
        <p:txBody>
          <a:bodyPr wrap="square">
            <a:spAutoFit/>
          </a:bodyPr>
          <a:lstStyle/>
          <a:p>
            <a:pPr fontAlgn="base">
              <a:spcBef>
                <a:spcPts val="600"/>
              </a:spcBef>
              <a:spcAft>
                <a:spcPts val="600"/>
              </a:spcAft>
            </a:pPr>
            <a:r>
              <a:rPr lang="en-US" altLang="zh-CN" sz="2000" b="1" dirty="0"/>
              <a:t>Main</a:t>
            </a:r>
            <a:r>
              <a:rPr lang="zh-CN" altLang="en-US" sz="2000" b="1" dirty="0"/>
              <a:t> </a:t>
            </a:r>
            <a:r>
              <a:rPr lang="en-US" altLang="zh-CN" sz="2000" b="1" dirty="0"/>
              <a:t>program</a:t>
            </a:r>
            <a:r>
              <a:rPr lang="zh-CN" altLang="en-US" sz="2000" b="1" dirty="0"/>
              <a:t> </a:t>
            </a:r>
            <a:r>
              <a:rPr lang="en-US" altLang="zh-CN" sz="2000" b="1" dirty="0"/>
              <a:t>logic</a:t>
            </a:r>
          </a:p>
          <a:p>
            <a:pPr marL="342900" indent="-342900" fontAlgn="base">
              <a:spcBef>
                <a:spcPts val="600"/>
              </a:spcBef>
              <a:spcAft>
                <a:spcPts val="600"/>
              </a:spcAft>
              <a:buFont typeface="Arial" panose="020B0604020202020204" pitchFamily="34" charset="0"/>
              <a:buChar char="•"/>
            </a:pPr>
            <a:r>
              <a:rPr lang="en-US" altLang="zh-CN" dirty="0"/>
              <a:t>Complete</a:t>
            </a:r>
            <a:r>
              <a:rPr lang="zh-CN" altLang="en-US" dirty="0"/>
              <a:t> </a:t>
            </a:r>
            <a:r>
              <a:rPr lang="en-US" altLang="zh-CN" dirty="0"/>
              <a:t>the</a:t>
            </a:r>
            <a:r>
              <a:rPr lang="zh-CN" altLang="en-US" dirty="0"/>
              <a:t> </a:t>
            </a:r>
            <a:r>
              <a:rPr lang="en-US" altLang="zh-CN" dirty="0"/>
              <a:t>program</a:t>
            </a:r>
            <a:r>
              <a:rPr lang="zh-CN" altLang="en-US" dirty="0"/>
              <a:t> </a:t>
            </a:r>
            <a:r>
              <a:rPr lang="en-US" altLang="zh-CN" dirty="0"/>
              <a:t>with</a:t>
            </a:r>
            <a:r>
              <a:rPr lang="zh-CN" altLang="en-US" dirty="0"/>
              <a:t> </a:t>
            </a:r>
            <a:r>
              <a:rPr lang="en-US" altLang="zh-CN" dirty="0"/>
              <a:t>other</a:t>
            </a:r>
            <a:r>
              <a:rPr lang="zh-CN" altLang="en-US" dirty="0"/>
              <a:t> </a:t>
            </a:r>
            <a:r>
              <a:rPr lang="en-US" altLang="zh-CN" dirty="0"/>
              <a:t>choices</a:t>
            </a:r>
            <a:r>
              <a:rPr lang="zh-CN" altLang="en-US" dirty="0"/>
              <a:t> </a:t>
            </a:r>
            <a:r>
              <a:rPr lang="en-US" altLang="zh-CN" dirty="0"/>
              <a:t>later</a:t>
            </a:r>
          </a:p>
          <a:p>
            <a:pPr marL="342900" indent="-342900" fontAlgn="base">
              <a:spcBef>
                <a:spcPts val="600"/>
              </a:spcBef>
              <a:spcAft>
                <a:spcPts val="600"/>
              </a:spcAft>
              <a:buFont typeface="Arial" panose="020B0604020202020204" pitchFamily="34" charset="0"/>
              <a:buChar char="•"/>
            </a:pPr>
            <a:endParaRPr lang="en-AU" sz="2000" dirty="0"/>
          </a:p>
        </p:txBody>
      </p:sp>
    </p:spTree>
    <p:extLst>
      <p:ext uri="{BB962C8B-B14F-4D97-AF65-F5344CB8AC3E}">
        <p14:creationId xmlns:p14="http://schemas.microsoft.com/office/powerpoint/2010/main" val="17227702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3EA61-9C9F-CD27-2B84-091B10EE0F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B0A19E-EDDA-31D1-0AC3-B143F81CE750}"/>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3" name="TextBox 2">
            <a:extLst>
              <a:ext uri="{FF2B5EF4-FFF2-40B4-BE49-F238E27FC236}">
                <a16:creationId xmlns:a16="http://schemas.microsoft.com/office/drawing/2014/main" id="{F145F1C8-6CFC-B020-F1DE-90A0E33F09A4}"/>
              </a:ext>
            </a:extLst>
          </p:cNvPr>
          <p:cNvSpPr txBox="1"/>
          <p:nvPr/>
        </p:nvSpPr>
        <p:spPr>
          <a:xfrm>
            <a:off x="720000" y="1620000"/>
            <a:ext cx="6480000" cy="4416594"/>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300"/>
              </a:spcBef>
              <a:defRPr/>
            </a:pPr>
            <a:r>
              <a:rPr lang="en-US" altLang="zh-CN" sz="1100" dirty="0">
                <a:solidFill>
                  <a:schemeClr val="bg1">
                    <a:lumMod val="50000"/>
                  </a:schemeClr>
                </a:solidFill>
                <a:latin typeface="JetBrains Mono" panose="020B0509020102050004" pitchFamily="49" charset="77"/>
              </a:rPr>
              <a:t>…</a:t>
            </a:r>
            <a:endParaRPr lang="en-AU" altLang="zh-CN" sz="1100" dirty="0">
              <a:solidFill>
                <a:schemeClr val="bg1">
                  <a:lumMod val="50000"/>
                </a:schemeClr>
              </a:solidFill>
              <a:latin typeface="JetBrains Mono" panose="020B0509020102050004" pitchFamily="49" charset="77"/>
            </a:endParaRPr>
          </a:p>
          <a:p>
            <a:pPr lvl="0">
              <a:spcBef>
                <a:spcPts val="300"/>
              </a:spcBef>
              <a:defRPr/>
            </a:pP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Initialise the </a:t>
            </a:r>
            <a:r>
              <a:rPr lang="en-AU" altLang="zh-CN" sz="1100" dirty="0" err="1">
                <a:latin typeface="JetBrains Mono" panose="020B0509020102050004" pitchFamily="49" charset="77"/>
              </a:rPr>
              <a:t>nextgrid</a:t>
            </a:r>
            <a:endParaRPr lang="en-AU" altLang="zh-CN" sz="1100" dirty="0">
              <a:latin typeface="JetBrains Mono" panose="020B0509020102050004" pitchFamily="49" charset="77"/>
            </a:endParaRPr>
          </a:p>
          <a:p>
            <a:pPr lvl="0">
              <a:spcBef>
                <a:spcPts val="300"/>
              </a:spcBef>
              <a:defRPr/>
            </a:pPr>
            <a:r>
              <a:rPr lang="en-AU" altLang="zh-CN" sz="1100" dirty="0" err="1">
                <a:latin typeface="JetBrains Mono" panose="020B0509020102050004" pitchFamily="49" charset="77"/>
              </a:rPr>
              <a:t>nextgrid</a:t>
            </a:r>
            <a:r>
              <a:rPr lang="en-AU" altLang="zh-CN" sz="1100" dirty="0">
                <a:latin typeface="JetBrains Mono" panose="020B0509020102050004" pitchFamily="49" charset="77"/>
              </a:rPr>
              <a:t> = []</a:t>
            </a:r>
          </a:p>
          <a:p>
            <a:pPr lvl="0">
              <a:spcBef>
                <a:spcPts val="300"/>
              </a:spcBef>
              <a:defRPr/>
            </a:pPr>
            <a:r>
              <a:rPr lang="en-AU" altLang="zh-CN" sz="1100" dirty="0">
                <a:latin typeface="JetBrains Mono" panose="020B0509020102050004" pitchFamily="49" charset="77"/>
              </a:rPr>
              <a:t>for row in range(0,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nextgrid.append</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for col in range(0,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nextgrid</a:t>
            </a:r>
            <a:r>
              <a:rPr lang="en-AU" altLang="zh-CN" sz="1100" dirty="0">
                <a:latin typeface="JetBrains Mono" panose="020B0509020102050004" pitchFamily="49" charset="77"/>
              </a:rPr>
              <a:t>[row].append(0)</a:t>
            </a:r>
          </a:p>
          <a:p>
            <a:pPr lvl="0">
              <a:spcBef>
                <a:spcPts val="300"/>
              </a:spcBef>
              <a:defRPr/>
            </a:pPr>
            <a:endParaRPr lang="en-AU" altLang="zh-CN" sz="1100" dirty="0">
              <a:latin typeface="JetBrains Mono" panose="020B0509020102050004" pitchFamily="49" charset="77"/>
            </a:endParaRPr>
          </a:p>
          <a:p>
            <a:pPr lvl="0">
              <a:spcBef>
                <a:spcPts val="300"/>
              </a:spcBef>
              <a:defRPr/>
            </a:pPr>
            <a:r>
              <a:rPr lang="en-AU" altLang="zh-CN" sz="1100" dirty="0">
                <a:latin typeface="JetBrains Mono" panose="020B0509020102050004" pitchFamily="49" charset="77"/>
              </a:rPr>
              <a:t>#Start animating the grid</a:t>
            </a:r>
          </a:p>
          <a:p>
            <a:pPr lvl="0">
              <a:spcBef>
                <a:spcPts val="300"/>
              </a:spcBef>
              <a:defRPr/>
            </a:pPr>
            <a:r>
              <a:rPr lang="en-AU" altLang="zh-CN" sz="1100" dirty="0">
                <a:latin typeface="JetBrains Mono" panose="020B0509020102050004" pitchFamily="49" charset="77"/>
              </a:rPr>
              <a:t>while True:</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drawGrid</a:t>
            </a:r>
            <a:r>
              <a:rPr lang="en-AU" altLang="zh-CN" sz="1100" dirty="0">
                <a:latin typeface="JetBrains Mono" panose="020B0509020102050004" pitchFamily="49" charset="77"/>
              </a:rPr>
              <a:t>(</a:t>
            </a:r>
            <a:r>
              <a:rPr lang="en-AU" altLang="zh-CN" sz="1100" dirty="0" err="1">
                <a:latin typeface="JetBrains Mono" panose="020B0509020102050004" pitchFamily="49" charset="77"/>
              </a:rPr>
              <a:t>currentgrid</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25) #25 is the width of each square on the grid</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myPen.getscreen</a:t>
            </a:r>
            <a:r>
              <a:rPr lang="en-AU" altLang="zh-CN" sz="1100" dirty="0">
                <a:latin typeface="JetBrains Mono" panose="020B0509020102050004" pitchFamily="49" charset="77"/>
              </a:rPr>
              <a:t>().update()	</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time.sleep</a:t>
            </a:r>
            <a:r>
              <a:rPr lang="en-AU" altLang="zh-CN" sz="1100" dirty="0">
                <a:latin typeface="JetBrains Mono" panose="020B0509020102050004" pitchFamily="49" charset="77"/>
              </a:rPr>
              <a:t>(0.5)</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Generate Next Grid using the four key rules of Conway's Game of Life</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for row in range(0,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for col in range(0,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nextgrid</a:t>
            </a:r>
            <a:r>
              <a:rPr lang="en-AU" altLang="zh-CN" sz="1100" dirty="0">
                <a:latin typeface="JetBrains Mono" panose="020B0509020102050004" pitchFamily="49" charset="77"/>
              </a:rPr>
              <a:t>[row][col]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checkCell</a:t>
            </a:r>
            <a:r>
              <a:rPr lang="en-AU" altLang="zh-CN" sz="1100" dirty="0">
                <a:latin typeface="JetBrains Mono" panose="020B0509020102050004" pitchFamily="49" charset="77"/>
              </a:rPr>
              <a:t>(row,</a:t>
            </a:r>
            <a:r>
              <a:rPr lang="zh-CN" altLang="en-US" sz="1100" dirty="0">
                <a:latin typeface="JetBrains Mono" panose="020B0509020102050004" pitchFamily="49" charset="77"/>
              </a:rPr>
              <a:t> </a:t>
            </a:r>
            <a:r>
              <a:rPr lang="en-AU" altLang="zh-CN" sz="1100" dirty="0">
                <a:latin typeface="JetBrains Mono" panose="020B0509020102050004" pitchFamily="49" charset="77"/>
              </a:rPr>
              <a:t>col,</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currentgrid</a:t>
            </a:r>
            <a:r>
              <a:rPr lang="en-AU" altLang="zh-CN" sz="1100" dirty="0">
                <a:latin typeface="JetBrains Mono" panose="020B0509020102050004" pitchFamily="49" charset="77"/>
              </a:rPr>
              <a:t>)  </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Swap grids (</a:t>
            </a:r>
            <a:r>
              <a:rPr lang="en-AU" altLang="zh-CN" sz="1100" dirty="0" err="1">
                <a:latin typeface="JetBrains Mono" panose="020B0509020102050004" pitchFamily="49" charset="77"/>
              </a:rPr>
              <a:t>nextgrid</a:t>
            </a:r>
            <a:r>
              <a:rPr lang="en-AU" altLang="zh-CN" sz="1100" dirty="0">
                <a:latin typeface="JetBrains Mono" panose="020B0509020102050004" pitchFamily="49" charset="77"/>
              </a:rPr>
              <a:t> becomes </a:t>
            </a:r>
            <a:r>
              <a:rPr lang="en-AU" altLang="zh-CN" sz="1100" dirty="0" err="1">
                <a:latin typeface="JetBrains Mono" panose="020B0509020102050004" pitchFamily="49" charset="77"/>
              </a:rPr>
              <a:t>currentgrid</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tmpgrid</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currentgrid</a:t>
            </a:r>
            <a:endParaRPr lang="en-AU" altLang="zh-CN" sz="1100" dirty="0">
              <a:latin typeface="JetBrains Mono" panose="020B0509020102050004" pitchFamily="49" charset="77"/>
            </a:endParaRP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currentgrid</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nextgrid</a:t>
            </a:r>
            <a:endParaRPr lang="en-AU" altLang="zh-CN" sz="1100" dirty="0">
              <a:latin typeface="JetBrains Mono" panose="020B0509020102050004" pitchFamily="49" charset="77"/>
            </a:endParaRPr>
          </a:p>
          <a:p>
            <a:pPr lvl="0">
              <a:spcBef>
                <a:spcPts val="30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nextgrid</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tmpgrid</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25461603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7D13A-56D5-CFBA-2786-31E8D3DAF86C}"/>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29634410-021A-6EF2-B564-0554A4219030}"/>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2" name="TextBox 1">
            <a:extLst>
              <a:ext uri="{FF2B5EF4-FFF2-40B4-BE49-F238E27FC236}">
                <a16:creationId xmlns:a16="http://schemas.microsoft.com/office/drawing/2014/main" id="{0AF61698-E1DD-337C-176C-267BD4771F1C}"/>
              </a:ext>
            </a:extLst>
          </p:cNvPr>
          <p:cNvSpPr txBox="1"/>
          <p:nvPr/>
        </p:nvSpPr>
        <p:spPr>
          <a:xfrm>
            <a:off x="720000" y="1620000"/>
            <a:ext cx="6480000" cy="2962349"/>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300"/>
              </a:spcBef>
              <a:defRPr/>
            </a:pPr>
            <a:r>
              <a:rPr lang="en-AU" altLang="zh-CN" sz="1100" dirty="0">
                <a:latin typeface="JetBrains Mono" panose="020B0509020102050004" pitchFamily="49" charset="77"/>
              </a:rPr>
              <a:t>#Conway's Game of Life </a:t>
            </a:r>
          </a:p>
          <a:p>
            <a:pPr lvl="0">
              <a:spcBef>
                <a:spcPts val="300"/>
              </a:spcBef>
              <a:defRPr/>
            </a:pPr>
            <a:r>
              <a:rPr lang="en-AU" altLang="zh-CN" sz="1100" dirty="0">
                <a:latin typeface="JetBrains Mono" panose="020B0509020102050004" pitchFamily="49" charset="77"/>
              </a:rPr>
              <a:t>import turtle</a:t>
            </a:r>
          </a:p>
          <a:p>
            <a:pPr lvl="0">
              <a:spcBef>
                <a:spcPts val="300"/>
              </a:spcBef>
              <a:defRPr/>
            </a:pPr>
            <a:r>
              <a:rPr lang="en-AU" altLang="zh-CN" sz="1100" dirty="0">
                <a:latin typeface="JetBrains Mono" panose="020B0509020102050004" pitchFamily="49" charset="77"/>
              </a:rPr>
              <a:t>import time</a:t>
            </a:r>
          </a:p>
          <a:p>
            <a:pPr lvl="0">
              <a:spcBef>
                <a:spcPts val="300"/>
              </a:spcBef>
              <a:defRPr/>
            </a:pPr>
            <a:r>
              <a:rPr lang="en-AU" altLang="zh-CN" sz="1100" dirty="0">
                <a:latin typeface="JetBrains Mono" panose="020B0509020102050004" pitchFamily="49" charset="77"/>
              </a:rPr>
              <a:t>from random import </a:t>
            </a:r>
            <a:r>
              <a:rPr lang="en-AU" altLang="zh-CN" sz="1100" dirty="0" err="1">
                <a:latin typeface="JetBrains Mono" panose="020B0509020102050004" pitchFamily="49" charset="77"/>
              </a:rPr>
              <a:t>randint</a:t>
            </a:r>
            <a:endParaRPr lang="en-AU" altLang="zh-CN" sz="1100" dirty="0">
              <a:latin typeface="JetBrains Mono" panose="020B0509020102050004" pitchFamily="49" charset="77"/>
            </a:endParaRPr>
          </a:p>
          <a:p>
            <a:pPr lvl="0">
              <a:spcBef>
                <a:spcPts val="300"/>
              </a:spcBef>
              <a:defRPr/>
            </a:pPr>
            <a:endParaRPr lang="en-AU" altLang="zh-CN" sz="1100" dirty="0">
              <a:latin typeface="JetBrains Mono" panose="020B0509020102050004" pitchFamily="49" charset="77"/>
            </a:endParaRPr>
          </a:p>
          <a:p>
            <a:pPr lvl="0">
              <a:spcBef>
                <a:spcPts val="300"/>
              </a:spcBef>
              <a:defRPr/>
            </a:pP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 = 15</a:t>
            </a:r>
          </a:p>
          <a:p>
            <a:pPr lvl="0">
              <a:spcBef>
                <a:spcPts val="300"/>
              </a:spcBef>
              <a:defRPr/>
            </a:pPr>
            <a:r>
              <a:rPr lang="en-AU" altLang="zh-CN" sz="1100" dirty="0" err="1">
                <a:latin typeface="JetBrains Mono" panose="020B0509020102050004" pitchFamily="49" charset="77"/>
              </a:rPr>
              <a:t>myPen</a:t>
            </a:r>
            <a:r>
              <a:rPr lang="en-AU" altLang="zh-CN" sz="1100" dirty="0">
                <a:latin typeface="JetBrains Mono" panose="020B0509020102050004" pitchFamily="49" charset="77"/>
              </a:rPr>
              <a:t> = </a:t>
            </a:r>
            <a:r>
              <a:rPr lang="en-AU" altLang="zh-CN" sz="1100" dirty="0" err="1">
                <a:latin typeface="JetBrains Mono" panose="020B0509020102050004" pitchFamily="49" charset="77"/>
              </a:rPr>
              <a:t>turtle.Turtle</a:t>
            </a:r>
            <a:r>
              <a:rPr lang="en-AU" altLang="zh-CN" sz="1100" dirty="0">
                <a:latin typeface="JetBrains Mono" panose="020B0509020102050004" pitchFamily="49" charset="77"/>
              </a:rPr>
              <a:t>()</a:t>
            </a:r>
          </a:p>
          <a:p>
            <a:pPr lvl="0">
              <a:spcBef>
                <a:spcPts val="300"/>
              </a:spcBef>
              <a:defRPr/>
            </a:pPr>
            <a:r>
              <a:rPr lang="en-US" altLang="zh-CN" sz="1100" dirty="0">
                <a:latin typeface="JetBrains Mono" panose="020B0509020102050004" pitchFamily="49" charset="77"/>
              </a:rPr>
              <a:t>turtle</a:t>
            </a:r>
            <a:r>
              <a:rPr lang="en-AU" altLang="zh-CN" sz="1100" dirty="0">
                <a:latin typeface="JetBrains Mono" panose="020B0509020102050004" pitchFamily="49" charset="77"/>
              </a:rPr>
              <a:t>.tracer(0)</a:t>
            </a:r>
          </a:p>
          <a:p>
            <a:pPr lvl="0">
              <a:spcBef>
                <a:spcPts val="300"/>
              </a:spcBef>
              <a:defRPr/>
            </a:pPr>
            <a:r>
              <a:rPr lang="en-AU" altLang="zh-CN" sz="1100" dirty="0" err="1">
                <a:latin typeface="JetBrains Mono" panose="020B0509020102050004" pitchFamily="49" charset="77"/>
              </a:rPr>
              <a:t>myPen.speed</a:t>
            </a:r>
            <a:r>
              <a:rPr lang="en-AU" altLang="zh-CN" sz="1100" dirty="0">
                <a:latin typeface="JetBrains Mono" panose="020B0509020102050004" pitchFamily="49" charset="77"/>
              </a:rPr>
              <a:t>(0)</a:t>
            </a:r>
          </a:p>
          <a:p>
            <a:pPr lvl="0">
              <a:spcBef>
                <a:spcPts val="300"/>
              </a:spcBef>
              <a:defRPr/>
            </a:pPr>
            <a:r>
              <a:rPr lang="en-AU" altLang="zh-CN" sz="1100" dirty="0" err="1">
                <a:latin typeface="JetBrains Mono" panose="020B0509020102050004" pitchFamily="49" charset="77"/>
              </a:rPr>
              <a:t>myPen.color</a:t>
            </a:r>
            <a:r>
              <a:rPr lang="en-AU" altLang="zh-CN" sz="1100" dirty="0">
                <a:latin typeface="JetBrains Mono" panose="020B0509020102050004" pitchFamily="49" charset="77"/>
              </a:rPr>
              <a:t>("#000000")</a:t>
            </a:r>
          </a:p>
          <a:p>
            <a:pPr lvl="0">
              <a:spcBef>
                <a:spcPts val="300"/>
              </a:spcBef>
              <a:defRPr/>
            </a:pPr>
            <a:r>
              <a:rPr lang="en-AU" altLang="zh-CN" sz="1100" dirty="0" err="1">
                <a:latin typeface="JetBrains Mono" panose="020B0509020102050004" pitchFamily="49" charset="77"/>
              </a:rPr>
              <a:t>topLeft_x</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-180</a:t>
            </a:r>
          </a:p>
          <a:p>
            <a:pPr lvl="0">
              <a:spcBef>
                <a:spcPts val="300"/>
              </a:spcBef>
              <a:defRPr/>
            </a:pPr>
            <a:r>
              <a:rPr lang="en-AU" altLang="zh-CN" sz="1100" dirty="0" err="1">
                <a:latin typeface="JetBrains Mono" panose="020B0509020102050004" pitchFamily="49" charset="77"/>
              </a:rPr>
              <a:t>topLeft_y</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180</a:t>
            </a:r>
          </a:p>
          <a:p>
            <a:pPr lvl="0">
              <a:spcBef>
                <a:spcPts val="300"/>
              </a:spcBef>
              <a:defRPr/>
            </a:pPr>
            <a:endParaRPr lang="en-AU" altLang="zh-CN" sz="1100" dirty="0">
              <a:latin typeface="JetBrains Mono" panose="020B0509020102050004" pitchFamily="49" charset="77"/>
            </a:endParaRPr>
          </a:p>
          <a:p>
            <a:pPr lvl="0">
              <a:spcBef>
                <a:spcPts val="300"/>
              </a:spcBef>
              <a:defRPr/>
            </a:pPr>
            <a:r>
              <a:rPr lang="en-US" altLang="zh-CN" sz="1100" dirty="0">
                <a:solidFill>
                  <a:schemeClr val="bg1">
                    <a:lumMod val="50000"/>
                  </a:schemeClr>
                </a:solidFill>
                <a:latin typeface="JetBrains Mono" panose="020B0509020102050004" pitchFamily="49" charset="77"/>
              </a:rPr>
              <a:t>…</a:t>
            </a:r>
            <a:endParaRPr lang="en-AU" altLang="zh-CN" sz="1100" dirty="0">
              <a:solidFill>
                <a:schemeClr val="bg1">
                  <a:lumMod val="50000"/>
                </a:schemeClr>
              </a:solidFill>
              <a:latin typeface="JetBrains Mono" panose="020B0509020102050004" pitchFamily="49" charset="77"/>
            </a:endParaRPr>
          </a:p>
        </p:txBody>
      </p:sp>
      <p:sp>
        <p:nvSpPr>
          <p:cNvPr id="3" name="TextBox 2">
            <a:extLst>
              <a:ext uri="{FF2B5EF4-FFF2-40B4-BE49-F238E27FC236}">
                <a16:creationId xmlns:a16="http://schemas.microsoft.com/office/drawing/2014/main" id="{6CFAB24D-C08F-C24D-A965-0085BE165D9D}"/>
              </a:ext>
            </a:extLst>
          </p:cNvPr>
          <p:cNvSpPr txBox="1"/>
          <p:nvPr/>
        </p:nvSpPr>
        <p:spPr>
          <a:xfrm>
            <a:off x="359998" y="1260000"/>
            <a:ext cx="7200000" cy="400110"/>
          </a:xfrm>
          <a:prstGeom prst="rect">
            <a:avLst/>
          </a:prstGeom>
          <a:noFill/>
        </p:spPr>
        <p:txBody>
          <a:bodyPr wrap="square">
            <a:spAutoFit/>
          </a:bodyPr>
          <a:lstStyle/>
          <a:p>
            <a:pPr fontAlgn="base">
              <a:spcBef>
                <a:spcPts val="600"/>
              </a:spcBef>
              <a:spcAft>
                <a:spcPts val="600"/>
              </a:spcAft>
            </a:pPr>
            <a:r>
              <a:rPr lang="en-US" altLang="zh-CN" sz="2000" b="1" dirty="0"/>
              <a:t>Complete</a:t>
            </a:r>
            <a:r>
              <a:rPr lang="zh-CN" altLang="en-US" sz="2000" b="1" dirty="0"/>
              <a:t> </a:t>
            </a:r>
            <a:r>
              <a:rPr lang="en-US" altLang="zh-CN" sz="2000" b="1" dirty="0"/>
              <a:t>the</a:t>
            </a:r>
            <a:r>
              <a:rPr lang="zh-CN" altLang="en-US" sz="2000" b="1" dirty="0"/>
              <a:t> </a:t>
            </a:r>
            <a:r>
              <a:rPr lang="en-US" altLang="zh-CN" sz="2000" b="1" dirty="0"/>
              <a:t>main</a:t>
            </a:r>
            <a:r>
              <a:rPr lang="zh-CN" altLang="en-US" sz="2000" b="1" dirty="0"/>
              <a:t> </a:t>
            </a:r>
            <a:r>
              <a:rPr lang="en-US" altLang="zh-CN" sz="2000" b="1" dirty="0"/>
              <a:t>program:</a:t>
            </a:r>
            <a:endParaRPr lang="en-AU" sz="2000" dirty="0"/>
          </a:p>
        </p:txBody>
      </p:sp>
    </p:spTree>
    <p:extLst>
      <p:ext uri="{BB962C8B-B14F-4D97-AF65-F5344CB8AC3E}">
        <p14:creationId xmlns:p14="http://schemas.microsoft.com/office/powerpoint/2010/main" val="40418089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8F0D-EB35-7995-66F2-1A4A4DF655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BB4787-8067-4802-ACF6-3C0EC8486D51}"/>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3" name="TextBox 2">
            <a:extLst>
              <a:ext uri="{FF2B5EF4-FFF2-40B4-BE49-F238E27FC236}">
                <a16:creationId xmlns:a16="http://schemas.microsoft.com/office/drawing/2014/main" id="{8F62DACF-5659-75F1-1FA6-039C7A52A67C}"/>
              </a:ext>
            </a:extLst>
          </p:cNvPr>
          <p:cNvSpPr txBox="1"/>
          <p:nvPr/>
        </p:nvSpPr>
        <p:spPr>
          <a:xfrm>
            <a:off x="720000" y="1771757"/>
            <a:ext cx="6480000" cy="3547125"/>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300"/>
              </a:spcBef>
              <a:defRPr/>
            </a:pPr>
            <a:r>
              <a:rPr lang="en-AU" altLang="zh-CN" sz="1100" dirty="0">
                <a:latin typeface="JetBrains Mono" panose="020B0509020102050004" pitchFamily="49" charset="77"/>
              </a:rPr>
              <a:t># This function draws a box by drawing each side of the square and using the fill function</a:t>
            </a:r>
          </a:p>
          <a:p>
            <a:pPr lvl="0">
              <a:spcBef>
                <a:spcPts val="300"/>
              </a:spcBef>
              <a:defRPr/>
            </a:pPr>
            <a:r>
              <a:rPr lang="en-AU" altLang="zh-CN" sz="1100" dirty="0">
                <a:latin typeface="JetBrains Mono" panose="020B0509020102050004" pitchFamily="49" charset="77"/>
              </a:rPr>
              <a:t>def box(</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myPen.begin_fill</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 0 deg.</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myPen.forward</a:t>
            </a:r>
            <a:r>
              <a:rPr lang="en-AU" altLang="zh-CN" sz="1100" dirty="0">
                <a:latin typeface="JetBrains Mono" panose="020B0509020102050004" pitchFamily="49" charset="77"/>
              </a:rPr>
              <a:t>(</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myPen.left</a:t>
            </a:r>
            <a:r>
              <a:rPr lang="en-AU" altLang="zh-CN" sz="1100" dirty="0">
                <a:latin typeface="JetBrains Mono" panose="020B0509020102050004" pitchFamily="49" charset="77"/>
              </a:rPr>
              <a:t>(90)</a:t>
            </a:r>
          </a:p>
          <a:p>
            <a:pPr lvl="0">
              <a:spcBef>
                <a:spcPts val="300"/>
              </a:spcBef>
              <a:defRPr/>
            </a:pPr>
            <a:r>
              <a:rPr lang="en-AU" altLang="zh-CN" sz="1100" dirty="0">
                <a:latin typeface="JetBrains Mono" panose="020B0509020102050004" pitchFamily="49" charset="77"/>
              </a:rPr>
              <a:t>    # 90 deg.</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myPen.forward</a:t>
            </a:r>
            <a:r>
              <a:rPr lang="en-AU" altLang="zh-CN" sz="1100" dirty="0">
                <a:latin typeface="JetBrains Mono" panose="020B0509020102050004" pitchFamily="49" charset="77"/>
              </a:rPr>
              <a:t>(</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myPen.left</a:t>
            </a:r>
            <a:r>
              <a:rPr lang="en-AU" altLang="zh-CN" sz="1100" dirty="0">
                <a:latin typeface="JetBrains Mono" panose="020B0509020102050004" pitchFamily="49" charset="77"/>
              </a:rPr>
              <a:t>(90)</a:t>
            </a:r>
          </a:p>
          <a:p>
            <a:pPr lvl="0">
              <a:spcBef>
                <a:spcPts val="300"/>
              </a:spcBef>
              <a:defRPr/>
            </a:pPr>
            <a:r>
              <a:rPr lang="en-AU" altLang="zh-CN" sz="1100" dirty="0">
                <a:latin typeface="JetBrains Mono" panose="020B0509020102050004" pitchFamily="49" charset="77"/>
              </a:rPr>
              <a:t>    # 180 deg.</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myPen.forward</a:t>
            </a:r>
            <a:r>
              <a:rPr lang="en-AU" altLang="zh-CN" sz="1100" dirty="0">
                <a:latin typeface="JetBrains Mono" panose="020B0509020102050004" pitchFamily="49" charset="77"/>
              </a:rPr>
              <a:t>(</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myPen.left</a:t>
            </a:r>
            <a:r>
              <a:rPr lang="en-AU" altLang="zh-CN" sz="1100" dirty="0">
                <a:latin typeface="JetBrains Mono" panose="020B0509020102050004" pitchFamily="49" charset="77"/>
              </a:rPr>
              <a:t>(90)</a:t>
            </a:r>
          </a:p>
          <a:p>
            <a:pPr lvl="0">
              <a:spcBef>
                <a:spcPts val="300"/>
              </a:spcBef>
              <a:defRPr/>
            </a:pPr>
            <a:r>
              <a:rPr lang="en-AU" altLang="zh-CN" sz="1100" dirty="0">
                <a:latin typeface="JetBrains Mono" panose="020B0509020102050004" pitchFamily="49" charset="77"/>
              </a:rPr>
              <a:t>    # 270 deg.</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myPen.forward</a:t>
            </a:r>
            <a:r>
              <a:rPr lang="en-AU" altLang="zh-CN" sz="1100" dirty="0">
                <a:latin typeface="JetBrains Mono" panose="020B0509020102050004" pitchFamily="49" charset="77"/>
              </a:rPr>
              <a:t>(</a:t>
            </a:r>
            <a:r>
              <a:rPr lang="en-AU" altLang="zh-CN" sz="1100" dirty="0" err="1">
                <a:latin typeface="JetBrains Mono" panose="020B0509020102050004" pitchFamily="49" charset="77"/>
              </a:rPr>
              <a:t>intDim</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myPen.end_fill</a:t>
            </a:r>
            <a:r>
              <a:rPr lang="en-AU" altLang="zh-CN" sz="1100" dirty="0">
                <a:latin typeface="JetBrains Mono" panose="020B0509020102050004" pitchFamily="49" charset="77"/>
              </a:rPr>
              <a:t>()</a:t>
            </a:r>
          </a:p>
          <a:p>
            <a:pPr lvl="0">
              <a:spcBef>
                <a:spcPts val="30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myPen.setheading</a:t>
            </a:r>
            <a:r>
              <a:rPr lang="en-AU" altLang="zh-CN" sz="1100" dirty="0">
                <a:latin typeface="JetBrains Mono" panose="020B0509020102050004" pitchFamily="49" charset="77"/>
              </a:rPr>
              <a:t>(0)</a:t>
            </a:r>
            <a:endParaRPr lang="en-AU" altLang="zh-CN" sz="1100" dirty="0">
              <a:solidFill>
                <a:schemeClr val="bg1">
                  <a:lumMod val="50000"/>
                </a:schemeClr>
              </a:solidFill>
              <a:latin typeface="JetBrains Mono" panose="020B0509020102050004" pitchFamily="49" charset="77"/>
            </a:endParaRPr>
          </a:p>
        </p:txBody>
      </p:sp>
      <p:sp>
        <p:nvSpPr>
          <p:cNvPr id="4" name="TextBox 3">
            <a:extLst>
              <a:ext uri="{FF2B5EF4-FFF2-40B4-BE49-F238E27FC236}">
                <a16:creationId xmlns:a16="http://schemas.microsoft.com/office/drawing/2014/main" id="{319E9395-24CD-E966-7655-B46118F3862D}"/>
              </a:ext>
            </a:extLst>
          </p:cNvPr>
          <p:cNvSpPr txBox="1"/>
          <p:nvPr/>
        </p:nvSpPr>
        <p:spPr>
          <a:xfrm>
            <a:off x="359998" y="1260000"/>
            <a:ext cx="7200000" cy="861774"/>
          </a:xfrm>
          <a:prstGeom prst="rect">
            <a:avLst/>
          </a:prstGeom>
          <a:noFill/>
        </p:spPr>
        <p:txBody>
          <a:bodyPr wrap="square">
            <a:spAutoFit/>
          </a:bodyPr>
          <a:lstStyle/>
          <a:p>
            <a:pPr fontAlgn="base">
              <a:spcBef>
                <a:spcPts val="600"/>
              </a:spcBef>
              <a:spcAft>
                <a:spcPts val="600"/>
              </a:spcAft>
            </a:pPr>
            <a:r>
              <a:rPr lang="en-US" altLang="zh-CN" sz="2000" b="1" dirty="0"/>
              <a:t>Draw</a:t>
            </a:r>
            <a:r>
              <a:rPr lang="zh-CN" altLang="en-US" sz="2000" b="1" dirty="0"/>
              <a:t> </a:t>
            </a:r>
            <a:r>
              <a:rPr lang="en-US" altLang="zh-CN" sz="2000" b="1" dirty="0"/>
              <a:t>the</a:t>
            </a:r>
            <a:r>
              <a:rPr lang="zh-CN" altLang="en-US" sz="2000" b="1" dirty="0"/>
              <a:t> </a:t>
            </a:r>
            <a:r>
              <a:rPr lang="en-US" altLang="zh-CN" sz="2000" b="1" dirty="0"/>
              <a:t>box</a:t>
            </a:r>
            <a:r>
              <a:rPr lang="zh-CN" altLang="en-US" sz="2000" b="1" dirty="0"/>
              <a:t> </a:t>
            </a:r>
            <a:r>
              <a:rPr lang="en-US" altLang="zh-CN" sz="2000" b="1" dirty="0"/>
              <a:t>(called</a:t>
            </a:r>
            <a:r>
              <a:rPr lang="zh-CN" altLang="en-US" sz="2000" b="1" dirty="0"/>
              <a:t> </a:t>
            </a:r>
            <a:r>
              <a:rPr lang="en-US" altLang="zh-CN" sz="2000" b="1" dirty="0"/>
              <a:t>by</a:t>
            </a:r>
            <a:r>
              <a:rPr lang="zh-CN" altLang="en-US" sz="2000" b="1" dirty="0"/>
              <a:t> </a:t>
            </a:r>
            <a:r>
              <a:rPr lang="en-US" altLang="zh-CN" sz="2000" b="1" dirty="0" err="1"/>
              <a:t>drawGrid</a:t>
            </a:r>
            <a:r>
              <a:rPr lang="en-US" altLang="zh-CN" sz="2000" b="1" dirty="0"/>
              <a:t>())</a:t>
            </a:r>
            <a:endParaRPr lang="en-US" altLang="zh-CN" dirty="0"/>
          </a:p>
          <a:p>
            <a:pPr marL="342900" indent="-342900" fontAlgn="base">
              <a:spcBef>
                <a:spcPts val="600"/>
              </a:spcBef>
              <a:spcAft>
                <a:spcPts val="600"/>
              </a:spcAft>
              <a:buFont typeface="Arial" panose="020B0604020202020204" pitchFamily="34" charset="0"/>
              <a:buChar char="•"/>
            </a:pPr>
            <a:endParaRPr lang="en-AU" sz="2000" dirty="0"/>
          </a:p>
        </p:txBody>
      </p:sp>
    </p:spTree>
    <p:extLst>
      <p:ext uri="{BB962C8B-B14F-4D97-AF65-F5344CB8AC3E}">
        <p14:creationId xmlns:p14="http://schemas.microsoft.com/office/powerpoint/2010/main" val="25041352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634CF1D-AC1C-2DBC-4FC3-A7F2047C5F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10168-0B31-6C6A-47D3-EC8AE700C0F8}"/>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25</a:t>
            </a:r>
            <a:r>
              <a:rPr lang="zh-CN" altLang="en-US" dirty="0"/>
              <a:t> </a:t>
            </a:r>
            <a:r>
              <a:rPr lang="en-US" altLang="zh-CN" dirty="0" err="1"/>
              <a:t>conway’s</a:t>
            </a:r>
            <a:r>
              <a:rPr lang="en-US" altLang="zh-CN" dirty="0"/>
              <a:t> game of life</a:t>
            </a:r>
          </a:p>
        </p:txBody>
      </p:sp>
      <p:sp>
        <p:nvSpPr>
          <p:cNvPr id="3" name="TextBox 2">
            <a:extLst>
              <a:ext uri="{FF2B5EF4-FFF2-40B4-BE49-F238E27FC236}">
                <a16:creationId xmlns:a16="http://schemas.microsoft.com/office/drawing/2014/main" id="{5574CF5B-2A05-BB4B-0A68-1A1ABC62487F}"/>
              </a:ext>
            </a:extLst>
          </p:cNvPr>
          <p:cNvSpPr txBox="1"/>
          <p:nvPr/>
        </p:nvSpPr>
        <p:spPr>
          <a:xfrm>
            <a:off x="720000" y="1620000"/>
            <a:ext cx="6480000" cy="4929555"/>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US" altLang="zh-CN" sz="1100" dirty="0">
                <a:solidFill>
                  <a:schemeClr val="bg1">
                    <a:lumMod val="50000"/>
                  </a:schemeClr>
                </a:solidFill>
                <a:latin typeface="JetBrains Mono" panose="020B0509020102050004" pitchFamily="49" charset="77"/>
              </a:rPr>
              <a:t>…</a:t>
            </a:r>
            <a:endParaRPr lang="en-AU" altLang="zh-CN" sz="1100" dirty="0">
              <a:solidFill>
                <a:schemeClr val="bg1">
                  <a:lumMod val="50000"/>
                </a:schemeClr>
              </a:solidFill>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Initialise the </a:t>
            </a:r>
            <a:r>
              <a:rPr lang="en-AU" altLang="zh-CN" sz="1100" dirty="0" err="1">
                <a:latin typeface="JetBrains Mono" panose="020B0509020102050004" pitchFamily="49" charset="77"/>
              </a:rPr>
              <a:t>nextgrid</a:t>
            </a:r>
            <a:endParaRPr lang="en-AU" altLang="zh-CN" sz="1100" dirty="0">
              <a:latin typeface="JetBrains Mono" panose="020B0509020102050004" pitchFamily="49" charset="77"/>
            </a:endParaRPr>
          </a:p>
          <a:p>
            <a:pPr lvl="0">
              <a:spcBef>
                <a:spcPts val="450"/>
              </a:spcBef>
              <a:defRPr/>
            </a:pPr>
            <a:r>
              <a:rPr lang="en-AU" altLang="zh-CN" sz="1100" dirty="0" err="1">
                <a:latin typeface="JetBrains Mono" panose="020B0509020102050004" pitchFamily="49" charset="77"/>
              </a:rPr>
              <a:t>nextgrid</a:t>
            </a:r>
            <a:r>
              <a:rPr lang="en-AU" altLang="zh-CN" sz="1100" dirty="0">
                <a:latin typeface="JetBrains Mono" panose="020B0509020102050004" pitchFamily="49" charset="77"/>
              </a:rPr>
              <a:t> = []</a:t>
            </a:r>
          </a:p>
          <a:p>
            <a:pPr lvl="0">
              <a:spcBef>
                <a:spcPts val="450"/>
              </a:spcBef>
              <a:defRPr/>
            </a:pPr>
            <a:r>
              <a:rPr lang="en-AU" altLang="zh-CN" sz="1100" dirty="0">
                <a:latin typeface="JetBrains Mono" panose="020B0509020102050004" pitchFamily="49" charset="77"/>
              </a:rPr>
              <a:t>for row in range(0,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nextgrid.append</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for col in range(0,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nextgrid</a:t>
            </a:r>
            <a:r>
              <a:rPr lang="en-AU" altLang="zh-CN" sz="1100" dirty="0">
                <a:latin typeface="JetBrains Mono" panose="020B0509020102050004" pitchFamily="49" charset="77"/>
              </a:rPr>
              <a:t>[row].append(0)</a:t>
            </a:r>
          </a:p>
          <a:p>
            <a:pPr lvl="0">
              <a:spcBef>
                <a:spcPts val="450"/>
              </a:spcBef>
              <a:defRPr/>
            </a:pP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#Start animating the grid</a:t>
            </a:r>
          </a:p>
          <a:p>
            <a:pPr lvl="0">
              <a:spcBef>
                <a:spcPts val="450"/>
              </a:spcBef>
              <a:defRPr/>
            </a:pPr>
            <a:r>
              <a:rPr lang="en-AU" altLang="zh-CN" sz="1100" dirty="0">
                <a:latin typeface="JetBrains Mono" panose="020B0509020102050004" pitchFamily="49" charset="77"/>
              </a:rPr>
              <a:t>while True:</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drawGrid</a:t>
            </a:r>
            <a:r>
              <a:rPr lang="en-AU" altLang="zh-CN" sz="1100" dirty="0">
                <a:latin typeface="JetBrains Mono" panose="020B0509020102050004" pitchFamily="49" charset="77"/>
              </a:rPr>
              <a:t>(</a:t>
            </a:r>
            <a:r>
              <a:rPr lang="en-AU" altLang="zh-CN" sz="1100" dirty="0" err="1">
                <a:latin typeface="JetBrains Mono" panose="020B0509020102050004" pitchFamily="49" charset="77"/>
              </a:rPr>
              <a:t>currentgrid</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25) #25 is the width of each square on the grid</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myPen.getscreen</a:t>
            </a:r>
            <a:r>
              <a:rPr lang="en-AU" altLang="zh-CN" sz="1100" dirty="0">
                <a:latin typeface="JetBrains Mono" panose="020B0509020102050004" pitchFamily="49" charset="77"/>
              </a:rPr>
              <a:t>().update()	</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time.sleep</a:t>
            </a:r>
            <a:r>
              <a:rPr lang="en-AU" altLang="zh-CN" sz="1100" dirty="0">
                <a:latin typeface="JetBrains Mono" panose="020B0509020102050004" pitchFamily="49" charset="77"/>
              </a:rPr>
              <a:t>(0.5)</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Generate Next Grid using the four key rules of Conway's Game of Life</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for row in range(0,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for col in range(0,</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gridSize</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nextgrid</a:t>
            </a:r>
            <a:r>
              <a:rPr lang="en-AU" altLang="zh-CN" sz="1100" dirty="0">
                <a:latin typeface="JetBrains Mono" panose="020B0509020102050004" pitchFamily="49" charset="77"/>
              </a:rPr>
              <a:t>[row][col]</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checkCell</a:t>
            </a:r>
            <a:r>
              <a:rPr lang="en-AU" altLang="zh-CN" sz="1100" dirty="0">
                <a:latin typeface="JetBrains Mono" panose="020B0509020102050004" pitchFamily="49" charset="77"/>
              </a:rPr>
              <a:t>(row,</a:t>
            </a:r>
            <a:r>
              <a:rPr lang="zh-CN" altLang="en-US" sz="1100" dirty="0">
                <a:latin typeface="JetBrains Mono" panose="020B0509020102050004" pitchFamily="49" charset="77"/>
              </a:rPr>
              <a:t> </a:t>
            </a:r>
            <a:r>
              <a:rPr lang="en-AU" altLang="zh-CN" sz="1100" dirty="0">
                <a:latin typeface="JetBrains Mono" panose="020B0509020102050004" pitchFamily="49" charset="77"/>
              </a:rPr>
              <a:t>col,</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currentgrid</a:t>
            </a:r>
            <a:r>
              <a:rPr lang="en-AU" altLang="zh-CN" sz="1100" dirty="0">
                <a:latin typeface="JetBrains Mono" panose="020B0509020102050004" pitchFamily="49" charset="77"/>
              </a:rPr>
              <a:t>)  </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Swap grids (</a:t>
            </a:r>
            <a:r>
              <a:rPr lang="en-AU" altLang="zh-CN" sz="1100" dirty="0" err="1">
                <a:latin typeface="JetBrains Mono" panose="020B0509020102050004" pitchFamily="49" charset="77"/>
              </a:rPr>
              <a:t>nextgrid</a:t>
            </a:r>
            <a:r>
              <a:rPr lang="en-AU" altLang="zh-CN" sz="1100" dirty="0">
                <a:latin typeface="JetBrains Mono" panose="020B0509020102050004" pitchFamily="49" charset="77"/>
              </a:rPr>
              <a:t> becomes </a:t>
            </a:r>
            <a:r>
              <a:rPr lang="en-AU" altLang="zh-CN" sz="1100" dirty="0" err="1">
                <a:latin typeface="JetBrains Mono" panose="020B0509020102050004" pitchFamily="49" charset="77"/>
              </a:rPr>
              <a:t>currentgrid</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tmpgrid</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currentgrid</a:t>
            </a: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currentgrid</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nextgrid</a:t>
            </a: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  </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nextgrid</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err="1">
                <a:latin typeface="JetBrains Mono" panose="020B0509020102050004" pitchFamily="49" charset="77"/>
              </a:rPr>
              <a:t>tmpgrid</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21002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BCB2D-03E9-458B-3E1D-9CDAFD369054}"/>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3981F767-7392-6CDE-2AE3-1654904CA680}"/>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26 Naming New Species</a:t>
            </a:r>
          </a:p>
        </p:txBody>
      </p:sp>
      <p:sp>
        <p:nvSpPr>
          <p:cNvPr id="2" name="TextBox 1">
            <a:extLst>
              <a:ext uri="{FF2B5EF4-FFF2-40B4-BE49-F238E27FC236}">
                <a16:creationId xmlns:a16="http://schemas.microsoft.com/office/drawing/2014/main" id="{F2D4EE5F-9F1E-C461-E358-75F639B537B6}"/>
              </a:ext>
            </a:extLst>
          </p:cNvPr>
          <p:cNvSpPr txBox="1"/>
          <p:nvPr/>
        </p:nvSpPr>
        <p:spPr>
          <a:xfrm>
            <a:off x="359998" y="1260000"/>
            <a:ext cx="7200000" cy="1323439"/>
          </a:xfrm>
          <a:prstGeom prst="rect">
            <a:avLst/>
          </a:prstGeom>
          <a:noFill/>
        </p:spPr>
        <p:txBody>
          <a:bodyPr wrap="square">
            <a:spAutoFit/>
          </a:bodyPr>
          <a:lstStyle/>
          <a:p>
            <a:pPr fontAlgn="base">
              <a:spcBef>
                <a:spcPts val="600"/>
              </a:spcBef>
              <a:spcAft>
                <a:spcPts val="600"/>
              </a:spcAft>
            </a:pPr>
            <a:r>
              <a:rPr lang="en-GB" sz="2000" dirty="0"/>
              <a:t>After months of adventure on the mysterious island of </a:t>
            </a:r>
            <a:r>
              <a:rPr lang="en-GB" sz="2000" dirty="0" err="1"/>
              <a:t>Xylogora</a:t>
            </a:r>
            <a:r>
              <a:rPr lang="en-GB" sz="2000" dirty="0"/>
              <a:t>, you finally returned home. Your backpack is stuffed with notes, sketches, and a collection of breathtaking photos of creatures never seen before. </a:t>
            </a:r>
            <a:endParaRPr lang="en-AU" sz="2000" dirty="0"/>
          </a:p>
        </p:txBody>
      </p:sp>
      <p:pic>
        <p:nvPicPr>
          <p:cNvPr id="3" name="Picture 2">
            <a:extLst>
              <a:ext uri="{FF2B5EF4-FFF2-40B4-BE49-F238E27FC236}">
                <a16:creationId xmlns:a16="http://schemas.microsoft.com/office/drawing/2014/main" id="{0F7B5438-4AF8-0E5E-B626-42135BE0D26D}"/>
              </a:ext>
            </a:extLst>
          </p:cNvPr>
          <p:cNvPicPr>
            <a:picLocks noChangeAspect="1"/>
          </p:cNvPicPr>
          <p:nvPr/>
        </p:nvPicPr>
        <p:blipFill>
          <a:blip r:embed="rId2"/>
          <a:stretch>
            <a:fillRect/>
          </a:stretch>
        </p:blipFill>
        <p:spPr>
          <a:xfrm>
            <a:off x="5543550" y="2316646"/>
            <a:ext cx="3524250" cy="3915831"/>
          </a:xfrm>
          <a:prstGeom prst="rect">
            <a:avLst/>
          </a:prstGeom>
        </p:spPr>
      </p:pic>
      <p:sp>
        <p:nvSpPr>
          <p:cNvPr id="5" name="TextBox 4">
            <a:extLst>
              <a:ext uri="{FF2B5EF4-FFF2-40B4-BE49-F238E27FC236}">
                <a16:creationId xmlns:a16="http://schemas.microsoft.com/office/drawing/2014/main" id="{8EE6B7DA-9E88-928B-6A79-74BDF2FE1509}"/>
              </a:ext>
            </a:extLst>
          </p:cNvPr>
          <p:cNvSpPr txBox="1"/>
          <p:nvPr/>
        </p:nvSpPr>
        <p:spPr>
          <a:xfrm>
            <a:off x="359997" y="2593500"/>
            <a:ext cx="5516927" cy="3631763"/>
          </a:xfrm>
          <a:prstGeom prst="rect">
            <a:avLst/>
          </a:prstGeom>
          <a:noFill/>
        </p:spPr>
        <p:txBody>
          <a:bodyPr wrap="square">
            <a:spAutoFit/>
          </a:bodyPr>
          <a:lstStyle/>
          <a:p>
            <a:pPr fontAlgn="base">
              <a:spcBef>
                <a:spcPts val="600"/>
              </a:spcBef>
              <a:spcAft>
                <a:spcPts val="600"/>
              </a:spcAft>
            </a:pPr>
            <a:r>
              <a:rPr lang="en-GB" sz="2000" dirty="0"/>
              <a:t>But you have a problem: Every great discovery needs a name, and you have dozens of new species waiting to be named and documented.</a:t>
            </a:r>
          </a:p>
          <a:p>
            <a:pPr fontAlgn="base">
              <a:spcBef>
                <a:spcPts val="600"/>
              </a:spcBef>
              <a:spcAft>
                <a:spcPts val="600"/>
              </a:spcAft>
            </a:pPr>
            <a:r>
              <a:rPr lang="en-GB" sz="2000" dirty="0"/>
              <a:t>You decide to create a naming algorithm using string-handling techniques. The plan is simple yet ingenious: take the names of existing animals, rearrange their letters, or combine parts of their names to create unique ones. For instance, the “</a:t>
            </a:r>
            <a:r>
              <a:rPr lang="en-GB" sz="2000" dirty="0" err="1"/>
              <a:t>Wolphin</a:t>
            </a:r>
            <a:r>
              <a:rPr lang="en-GB" sz="2000" dirty="0"/>
              <a:t>” might come from “Wolf” and “Dolphin”.</a:t>
            </a:r>
            <a:endParaRPr lang="en-AU" sz="2000" dirty="0"/>
          </a:p>
        </p:txBody>
      </p:sp>
    </p:spTree>
    <p:extLst>
      <p:ext uri="{BB962C8B-B14F-4D97-AF65-F5344CB8AC3E}">
        <p14:creationId xmlns:p14="http://schemas.microsoft.com/office/powerpoint/2010/main" val="10563797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AD46F7-4B86-2B88-B4F9-94ED67CD23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029D9-4681-5420-9D4A-7CC5D61765B9}"/>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26 Naming New Species</a:t>
            </a:r>
          </a:p>
        </p:txBody>
      </p:sp>
      <p:sp>
        <p:nvSpPr>
          <p:cNvPr id="5" name="TextBox 4">
            <a:extLst>
              <a:ext uri="{FF2B5EF4-FFF2-40B4-BE49-F238E27FC236}">
                <a16:creationId xmlns:a16="http://schemas.microsoft.com/office/drawing/2014/main" id="{9E953664-474E-CD0B-9221-45F28F664F09}"/>
              </a:ext>
            </a:extLst>
          </p:cNvPr>
          <p:cNvSpPr txBox="1"/>
          <p:nvPr/>
        </p:nvSpPr>
        <p:spPr>
          <a:xfrm>
            <a:off x="359998" y="1260000"/>
            <a:ext cx="7200000" cy="3600986"/>
          </a:xfrm>
          <a:prstGeom prst="rect">
            <a:avLst/>
          </a:prstGeom>
          <a:noFill/>
        </p:spPr>
        <p:txBody>
          <a:bodyPr wrap="square">
            <a:spAutoFit/>
          </a:bodyPr>
          <a:lstStyle/>
          <a:p>
            <a:pPr fontAlgn="base">
              <a:spcBef>
                <a:spcPts val="600"/>
              </a:spcBef>
              <a:spcAft>
                <a:spcPts val="600"/>
              </a:spcAft>
            </a:pPr>
            <a:r>
              <a:rPr lang="en-GB" sz="2000" b="1" dirty="0"/>
              <a:t>String Handling Techniques</a:t>
            </a:r>
          </a:p>
          <a:p>
            <a:pPr fontAlgn="base">
              <a:spcBef>
                <a:spcPts val="600"/>
              </a:spcBef>
              <a:spcAft>
                <a:spcPts val="600"/>
              </a:spcAft>
            </a:pPr>
            <a:r>
              <a:rPr lang="en-GB" sz="2000" dirty="0"/>
              <a:t>To create the algorithm, you will need to use the following string handling techniques:</a:t>
            </a:r>
          </a:p>
          <a:p>
            <a:pPr marL="342900" indent="-342900" fontAlgn="base">
              <a:spcBef>
                <a:spcPts val="600"/>
              </a:spcBef>
              <a:spcAft>
                <a:spcPts val="600"/>
              </a:spcAft>
              <a:buFont typeface="Arial" panose="020B0604020202020204" pitchFamily="34" charset="0"/>
              <a:buChar char="•"/>
            </a:pPr>
            <a:r>
              <a:rPr lang="en-GB" b="1" dirty="0"/>
              <a:t>LEFT</a:t>
            </a:r>
            <a:r>
              <a:rPr lang="en-GB" dirty="0"/>
              <a:t>: to extract characters at the beginning of a string,</a:t>
            </a:r>
          </a:p>
          <a:p>
            <a:pPr marL="342900" indent="-342900" fontAlgn="base">
              <a:spcBef>
                <a:spcPts val="600"/>
              </a:spcBef>
              <a:spcAft>
                <a:spcPts val="600"/>
              </a:spcAft>
              <a:buFont typeface="Arial" panose="020B0604020202020204" pitchFamily="34" charset="0"/>
              <a:buChar char="•"/>
            </a:pPr>
            <a:r>
              <a:rPr lang="en-GB" b="1" dirty="0"/>
              <a:t>RIGHT</a:t>
            </a:r>
            <a:r>
              <a:rPr lang="en-GB" dirty="0"/>
              <a:t>: to extract characters at the end of a string,</a:t>
            </a:r>
          </a:p>
          <a:p>
            <a:pPr marL="342900" indent="-342900" fontAlgn="base">
              <a:spcBef>
                <a:spcPts val="600"/>
              </a:spcBef>
              <a:spcAft>
                <a:spcPts val="600"/>
              </a:spcAft>
              <a:buFont typeface="Arial" panose="020B0604020202020204" pitchFamily="34" charset="0"/>
              <a:buChar char="•"/>
            </a:pPr>
            <a:r>
              <a:rPr lang="en-GB" b="1" dirty="0"/>
              <a:t>SUBSTR</a:t>
            </a:r>
            <a:r>
              <a:rPr lang="en-GB" dirty="0"/>
              <a:t> or </a:t>
            </a:r>
            <a:r>
              <a:rPr lang="en-GB" b="1" dirty="0"/>
              <a:t>MID</a:t>
            </a:r>
            <a:r>
              <a:rPr lang="en-GB" dirty="0"/>
              <a:t>: to extract a set number of characters at a given position in a string,</a:t>
            </a:r>
          </a:p>
          <a:p>
            <a:pPr marL="342900" indent="-342900" fontAlgn="base">
              <a:spcBef>
                <a:spcPts val="600"/>
              </a:spcBef>
              <a:spcAft>
                <a:spcPts val="600"/>
              </a:spcAft>
              <a:buFont typeface="Arial" panose="020B0604020202020204" pitchFamily="34" charset="0"/>
              <a:buChar char="•"/>
            </a:pPr>
            <a:r>
              <a:rPr lang="en-GB" b="1" dirty="0"/>
              <a:t>LENGTH</a:t>
            </a:r>
            <a:r>
              <a:rPr lang="en-GB" dirty="0"/>
              <a:t>: to find out the number of characters in a string,</a:t>
            </a:r>
          </a:p>
          <a:p>
            <a:pPr marL="342900" indent="-342900" fontAlgn="base">
              <a:spcBef>
                <a:spcPts val="600"/>
              </a:spcBef>
              <a:spcAft>
                <a:spcPts val="600"/>
              </a:spcAft>
              <a:buFont typeface="Arial" panose="020B0604020202020204" pitchFamily="34" charset="0"/>
              <a:buChar char="•"/>
            </a:pPr>
            <a:r>
              <a:rPr lang="en-GB" b="1" dirty="0"/>
              <a:t>String Concatenation</a:t>
            </a:r>
            <a:r>
              <a:rPr lang="en-GB" dirty="0"/>
              <a:t>: to join two or more strings together.</a:t>
            </a:r>
            <a:endParaRPr lang="en-AU" dirty="0"/>
          </a:p>
        </p:txBody>
      </p:sp>
    </p:spTree>
    <p:extLst>
      <p:ext uri="{BB962C8B-B14F-4D97-AF65-F5344CB8AC3E}">
        <p14:creationId xmlns:p14="http://schemas.microsoft.com/office/powerpoint/2010/main" val="27105959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BCD1F-C24E-07D4-D9B3-46E6670902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C9EA6F-E6BB-0A44-D81C-7B0F837ECC5F}"/>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26 Naming New Species</a:t>
            </a:r>
          </a:p>
        </p:txBody>
      </p:sp>
      <p:sp>
        <p:nvSpPr>
          <p:cNvPr id="3" name="TextBox 2">
            <a:extLst>
              <a:ext uri="{FF2B5EF4-FFF2-40B4-BE49-F238E27FC236}">
                <a16:creationId xmlns:a16="http://schemas.microsoft.com/office/drawing/2014/main" id="{D82614EE-7C1F-F08C-1811-EA1A9EB71B03}"/>
              </a:ext>
            </a:extLst>
          </p:cNvPr>
          <p:cNvSpPr txBox="1"/>
          <p:nvPr/>
        </p:nvSpPr>
        <p:spPr>
          <a:xfrm>
            <a:off x="359998" y="1260000"/>
            <a:ext cx="7200000" cy="5663089"/>
          </a:xfrm>
          <a:prstGeom prst="rect">
            <a:avLst/>
          </a:prstGeom>
          <a:noFill/>
        </p:spPr>
        <p:txBody>
          <a:bodyPr wrap="square">
            <a:spAutoFit/>
          </a:bodyPr>
          <a:lstStyle/>
          <a:p>
            <a:pPr fontAlgn="base">
              <a:spcBef>
                <a:spcPts val="600"/>
              </a:spcBef>
              <a:spcAft>
                <a:spcPts val="600"/>
              </a:spcAft>
            </a:pPr>
            <a:r>
              <a:rPr lang="en-GB" sz="2000" b="1" dirty="0"/>
              <a:t>Your challenge:</a:t>
            </a:r>
          </a:p>
          <a:p>
            <a:pPr fontAlgn="base">
              <a:spcBef>
                <a:spcPts val="600"/>
              </a:spcBef>
              <a:spcAft>
                <a:spcPts val="600"/>
              </a:spcAft>
            </a:pPr>
            <a:r>
              <a:rPr lang="en-GB" sz="2000" dirty="0"/>
              <a:t>Create these Python functions:</a:t>
            </a:r>
          </a:p>
          <a:p>
            <a:pPr fontAlgn="base">
              <a:spcBef>
                <a:spcPts val="600"/>
              </a:spcBef>
              <a:spcAft>
                <a:spcPts val="600"/>
              </a:spcAft>
            </a:pPr>
            <a:endParaRPr lang="en-GB" sz="2000" dirty="0"/>
          </a:p>
          <a:p>
            <a:pPr fontAlgn="base">
              <a:spcBef>
                <a:spcPts val="600"/>
              </a:spcBef>
              <a:spcAft>
                <a:spcPts val="600"/>
              </a:spcAft>
            </a:pPr>
            <a:endParaRPr lang="en-GB" sz="2000" dirty="0"/>
          </a:p>
          <a:p>
            <a:pPr fontAlgn="base">
              <a:spcBef>
                <a:spcPts val="600"/>
              </a:spcBef>
              <a:spcAft>
                <a:spcPts val="600"/>
              </a:spcAft>
            </a:pPr>
            <a:endParaRPr lang="en-GB" sz="2000" dirty="0"/>
          </a:p>
          <a:p>
            <a:pPr fontAlgn="base">
              <a:spcBef>
                <a:spcPts val="600"/>
              </a:spcBef>
              <a:spcAft>
                <a:spcPts val="600"/>
              </a:spcAft>
            </a:pPr>
            <a:r>
              <a:rPr lang="en-GB" sz="2000" dirty="0"/>
              <a:t>Take </a:t>
            </a:r>
            <a:r>
              <a:rPr lang="en-GB" sz="1600" dirty="0">
                <a:highlight>
                  <a:srgbClr val="C0C0C0"/>
                </a:highlight>
                <a:latin typeface="JetBrains Mono" panose="02000009000000000000" pitchFamily="49" charset="0"/>
                <a:ea typeface="JetBrains Mono" panose="02000009000000000000" pitchFamily="49" charset="0"/>
                <a:cs typeface="JetBrains Mono" panose="02000009000000000000" pitchFamily="49" charset="0"/>
              </a:rPr>
              <a:t>left()</a:t>
            </a:r>
            <a:r>
              <a:rPr lang="en-GB" sz="2000" dirty="0"/>
              <a:t> for an example:</a:t>
            </a:r>
          </a:p>
          <a:p>
            <a:pPr fontAlgn="base">
              <a:spcBef>
                <a:spcPts val="600"/>
              </a:spcBef>
              <a:spcAft>
                <a:spcPts val="600"/>
              </a:spcAft>
            </a:pPr>
            <a:endParaRPr lang="en-GB" sz="2000" dirty="0"/>
          </a:p>
          <a:p>
            <a:pPr fontAlgn="base">
              <a:spcBef>
                <a:spcPts val="600"/>
              </a:spcBef>
              <a:spcAft>
                <a:spcPts val="600"/>
              </a:spcAft>
            </a:pPr>
            <a:r>
              <a:rPr lang="en-GB" sz="2000" dirty="0"/>
              <a:t>Is this good enough?</a:t>
            </a:r>
          </a:p>
          <a:p>
            <a:pPr marL="342900" indent="-342900" fontAlgn="base">
              <a:buFont typeface="Arial" panose="020B0604020202020204" pitchFamily="34" charset="0"/>
              <a:buChar char="•"/>
            </a:pPr>
            <a:r>
              <a:rPr lang="en-GB" dirty="0">
                <a:solidFill>
                  <a:srgbClr val="FF0000"/>
                </a:solidFill>
              </a:rPr>
              <a:t>What happens if string is empty?</a:t>
            </a:r>
          </a:p>
          <a:p>
            <a:pPr marL="342900" indent="-342900" fontAlgn="base">
              <a:buFont typeface="Arial" panose="020B0604020202020204" pitchFamily="34" charset="0"/>
              <a:buChar char="•"/>
            </a:pPr>
            <a:r>
              <a:rPr lang="en-GB" dirty="0">
                <a:solidFill>
                  <a:srgbClr val="FF0000"/>
                </a:solidFill>
              </a:rPr>
              <a:t>What happens if number is zero or negative?</a:t>
            </a:r>
          </a:p>
          <a:p>
            <a:pPr marL="342900" indent="-342900" fontAlgn="base">
              <a:buFont typeface="Arial" panose="020B0604020202020204" pitchFamily="34" charset="0"/>
              <a:buChar char="•"/>
            </a:pPr>
            <a:r>
              <a:rPr lang="en-GB" dirty="0">
                <a:solidFill>
                  <a:srgbClr val="FF0000"/>
                </a:solidFill>
              </a:rPr>
              <a:t>What happens there are not enough characters in string?</a:t>
            </a:r>
          </a:p>
          <a:p>
            <a:pPr marL="342900" indent="-342900" fontAlgn="base">
              <a:buFont typeface="Arial" panose="020B0604020202020204" pitchFamily="34" charset="0"/>
              <a:buChar char="•"/>
            </a:pPr>
            <a:r>
              <a:rPr lang="en-GB" dirty="0">
                <a:solidFill>
                  <a:srgbClr val="FF0000"/>
                </a:solidFill>
              </a:rPr>
              <a:t>What happens…?</a:t>
            </a:r>
          </a:p>
          <a:p>
            <a:pPr fontAlgn="base">
              <a:spcBef>
                <a:spcPts val="600"/>
              </a:spcBef>
              <a:spcAft>
                <a:spcPts val="600"/>
              </a:spcAft>
            </a:pPr>
            <a:endParaRPr lang="en-GB" sz="2000" dirty="0"/>
          </a:p>
          <a:p>
            <a:pPr fontAlgn="base">
              <a:spcBef>
                <a:spcPts val="600"/>
              </a:spcBef>
              <a:spcAft>
                <a:spcPts val="600"/>
              </a:spcAft>
            </a:pPr>
            <a:endParaRPr lang="en-GB" sz="2000" dirty="0"/>
          </a:p>
        </p:txBody>
      </p:sp>
      <p:sp>
        <p:nvSpPr>
          <p:cNvPr id="4" name="TextBox 3">
            <a:extLst>
              <a:ext uri="{FF2B5EF4-FFF2-40B4-BE49-F238E27FC236}">
                <a16:creationId xmlns:a16="http://schemas.microsoft.com/office/drawing/2014/main" id="{C7F0CDB9-6FFB-8C2B-8AE5-559B73A3EBFC}"/>
              </a:ext>
            </a:extLst>
          </p:cNvPr>
          <p:cNvSpPr txBox="1"/>
          <p:nvPr/>
        </p:nvSpPr>
        <p:spPr>
          <a:xfrm>
            <a:off x="719998" y="2233801"/>
            <a:ext cx="6480000" cy="1195199"/>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latin typeface="JetBrains Mono" panose="020B0509020102050004" pitchFamily="49" charset="77"/>
              </a:rPr>
              <a:t>left(string, </a:t>
            </a:r>
            <a:r>
              <a:rPr lang="en-AU" altLang="zh-CN" sz="1100" dirty="0" err="1">
                <a:latin typeface="JetBrains Mono" panose="020B0509020102050004" pitchFamily="49" charset="77"/>
              </a:rPr>
              <a:t>numberofcharacters</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right(string, </a:t>
            </a:r>
            <a:r>
              <a:rPr lang="en-AU" altLang="zh-CN" sz="1100" dirty="0" err="1">
                <a:latin typeface="JetBrains Mono" panose="020B0509020102050004" pitchFamily="49" charset="77"/>
              </a:rPr>
              <a:t>numberofcharacters</a:t>
            </a:r>
            <a:r>
              <a:rPr lang="en-AU" altLang="zh-CN" sz="1100" dirty="0">
                <a:latin typeface="JetBrains Mono" panose="020B0509020102050004" pitchFamily="49" charset="77"/>
              </a:rPr>
              <a:t>)</a:t>
            </a:r>
          </a:p>
          <a:p>
            <a:pPr lvl="0">
              <a:spcBef>
                <a:spcPts val="450"/>
              </a:spcBef>
              <a:defRPr/>
            </a:pPr>
            <a:r>
              <a:rPr lang="en-AU" altLang="zh-CN" sz="1100" dirty="0" err="1">
                <a:latin typeface="JetBrains Mono" panose="020B0509020102050004" pitchFamily="49" charset="77"/>
              </a:rPr>
              <a:t>substr</a:t>
            </a:r>
            <a:r>
              <a:rPr lang="en-AU" altLang="zh-CN" sz="1100" dirty="0">
                <a:latin typeface="JetBrains Mono" panose="020B0509020102050004" pitchFamily="49" charset="77"/>
              </a:rPr>
              <a:t>(string, start, </a:t>
            </a:r>
            <a:r>
              <a:rPr lang="en-AU" altLang="zh-CN" sz="1100" dirty="0" err="1">
                <a:latin typeface="JetBrains Mono" panose="020B0509020102050004" pitchFamily="49" charset="77"/>
              </a:rPr>
              <a:t>numberofcharacters</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length(string)</a:t>
            </a:r>
          </a:p>
          <a:p>
            <a:pPr lvl="0">
              <a:spcBef>
                <a:spcPts val="450"/>
              </a:spcBef>
              <a:defRPr/>
            </a:pPr>
            <a:r>
              <a:rPr lang="en-AU" altLang="zh-CN" sz="1100" dirty="0" err="1">
                <a:latin typeface="JetBrains Mono" panose="020B0509020102050004" pitchFamily="49" charset="77"/>
              </a:rPr>
              <a:t>concat</a:t>
            </a:r>
            <a:r>
              <a:rPr lang="en-AU" altLang="zh-CN" sz="1100" dirty="0">
                <a:latin typeface="JetBrains Mono" panose="020B0509020102050004" pitchFamily="49" charset="77"/>
              </a:rPr>
              <a:t>(string1, string2)</a:t>
            </a:r>
          </a:p>
        </p:txBody>
      </p:sp>
      <p:sp>
        <p:nvSpPr>
          <p:cNvPr id="5" name="TextBox 4">
            <a:extLst>
              <a:ext uri="{FF2B5EF4-FFF2-40B4-BE49-F238E27FC236}">
                <a16:creationId xmlns:a16="http://schemas.microsoft.com/office/drawing/2014/main" id="{DC4BBBA8-DD85-2222-CB77-8EB1C93DD61E}"/>
              </a:ext>
            </a:extLst>
          </p:cNvPr>
          <p:cNvSpPr txBox="1"/>
          <p:nvPr/>
        </p:nvSpPr>
        <p:spPr>
          <a:xfrm>
            <a:off x="719998" y="3941333"/>
            <a:ext cx="648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latin typeface="JetBrains Mono" panose="020B0509020102050004" pitchFamily="49" charset="77"/>
              </a:rPr>
              <a:t>def left(string, </a:t>
            </a:r>
            <a:r>
              <a:rPr lang="en-AU" altLang="zh-CN" sz="1100" dirty="0" err="1">
                <a:latin typeface="JetBrains Mono" panose="020B0509020102050004" pitchFamily="49" charset="77"/>
              </a:rPr>
              <a:t>numberofcharacters</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return string[:</a:t>
            </a:r>
            <a:r>
              <a:rPr lang="en-AU" altLang="zh-CN" sz="1100" dirty="0" err="1">
                <a:latin typeface="JetBrains Mono" panose="020B0509020102050004" pitchFamily="49" charset="77"/>
              </a:rPr>
              <a:t>numberofcharacters</a:t>
            </a:r>
            <a:r>
              <a:rPr lang="en-AU" altLang="zh-CN" sz="1100" dirty="0">
                <a:latin typeface="JetBrains Mono" panose="020B0509020102050004" pitchFamily="49" charset="77"/>
              </a:rPr>
              <a:t>]</a:t>
            </a:r>
          </a:p>
        </p:txBody>
      </p:sp>
    </p:spTree>
    <p:extLst>
      <p:ext uri="{BB962C8B-B14F-4D97-AF65-F5344CB8AC3E}">
        <p14:creationId xmlns:p14="http://schemas.microsoft.com/office/powerpoint/2010/main" val="670647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DDF357-F274-1F87-69B6-0FDE590DD3EA}"/>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FF3A8ADE-6F73-48E0-F9CE-CE95343A40C5}"/>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27</a:t>
            </a:r>
            <a:r>
              <a:rPr lang="zh-CN" altLang="en-US" dirty="0"/>
              <a:t> </a:t>
            </a:r>
            <a:r>
              <a:rPr lang="en-US" altLang="zh-CN" dirty="0" err="1"/>
              <a:t>colourful</a:t>
            </a:r>
            <a:r>
              <a:rPr lang="zh-CN" altLang="en-US" dirty="0"/>
              <a:t> </a:t>
            </a:r>
            <a:r>
              <a:rPr lang="en-US" altLang="zh-CN" dirty="0"/>
              <a:t>texts</a:t>
            </a:r>
          </a:p>
        </p:txBody>
      </p:sp>
      <p:sp>
        <p:nvSpPr>
          <p:cNvPr id="2" name="TextBox 1">
            <a:extLst>
              <a:ext uri="{FF2B5EF4-FFF2-40B4-BE49-F238E27FC236}">
                <a16:creationId xmlns:a16="http://schemas.microsoft.com/office/drawing/2014/main" id="{E9B61A26-F631-5DB4-EB05-0E563219C61B}"/>
              </a:ext>
            </a:extLst>
          </p:cNvPr>
          <p:cNvSpPr txBox="1"/>
          <p:nvPr/>
        </p:nvSpPr>
        <p:spPr>
          <a:xfrm>
            <a:off x="359998" y="1260000"/>
            <a:ext cx="7200000" cy="861774"/>
          </a:xfrm>
          <a:prstGeom prst="rect">
            <a:avLst/>
          </a:prstGeom>
          <a:noFill/>
        </p:spPr>
        <p:txBody>
          <a:bodyPr wrap="square">
            <a:spAutoFit/>
          </a:bodyPr>
          <a:lstStyle/>
          <a:p>
            <a:pPr fontAlgn="base">
              <a:spcBef>
                <a:spcPts val="600"/>
              </a:spcBef>
              <a:spcAft>
                <a:spcPts val="600"/>
              </a:spcAft>
            </a:pPr>
            <a:r>
              <a:rPr lang="en-US" altLang="zh-CN" sz="2000" dirty="0"/>
              <a:t>Ever</a:t>
            </a:r>
            <a:r>
              <a:rPr lang="zh-CN" altLang="en-US" sz="2000" dirty="0"/>
              <a:t> </a:t>
            </a:r>
            <a:r>
              <a:rPr lang="en-US" altLang="zh-CN" sz="2000" dirty="0"/>
              <a:t>got</a:t>
            </a:r>
            <a:r>
              <a:rPr lang="zh-CN" altLang="en-US" sz="2000" dirty="0"/>
              <a:t> </a:t>
            </a:r>
            <a:r>
              <a:rPr lang="en-US" altLang="zh-CN" sz="2000" dirty="0"/>
              <a:t>tired</a:t>
            </a:r>
            <a:r>
              <a:rPr lang="zh-CN" altLang="en-US" sz="2000" dirty="0"/>
              <a:t> </a:t>
            </a:r>
            <a:r>
              <a:rPr lang="en-US" altLang="zh-CN" sz="2000" dirty="0"/>
              <a:t>of</a:t>
            </a:r>
            <a:r>
              <a:rPr lang="zh-CN" altLang="en-US" sz="2000" dirty="0"/>
              <a:t> </a:t>
            </a:r>
            <a:r>
              <a:rPr lang="en-US" altLang="zh-CN" sz="2000" dirty="0"/>
              <a:t>the</a:t>
            </a:r>
            <a:r>
              <a:rPr lang="zh-CN" altLang="en-US" sz="2000" dirty="0"/>
              <a:t> </a:t>
            </a:r>
            <a:r>
              <a:rPr lang="en-US" altLang="zh-CN" sz="2000" dirty="0"/>
              <a:t>dull</a:t>
            </a:r>
            <a:r>
              <a:rPr lang="zh-CN" altLang="en-US" sz="2000" dirty="0"/>
              <a:t> </a:t>
            </a:r>
            <a:r>
              <a:rPr lang="en-US" altLang="zh-CN" sz="2000" dirty="0"/>
              <a:t>output</a:t>
            </a:r>
            <a:r>
              <a:rPr lang="zh-CN" altLang="en-US" sz="2000" dirty="0"/>
              <a:t> </a:t>
            </a:r>
            <a:r>
              <a:rPr lang="en-US" altLang="zh-CN" sz="2000" dirty="0"/>
              <a:t>screen?</a:t>
            </a:r>
          </a:p>
          <a:p>
            <a:pPr fontAlgn="base">
              <a:spcBef>
                <a:spcPts val="600"/>
              </a:spcBef>
              <a:spcAft>
                <a:spcPts val="600"/>
              </a:spcAft>
            </a:pPr>
            <a:r>
              <a:rPr lang="en-US" altLang="zh-CN" sz="2000" dirty="0"/>
              <a:t>What</a:t>
            </a:r>
            <a:r>
              <a:rPr lang="zh-CN" altLang="en-US" sz="2000" dirty="0"/>
              <a:t> </a:t>
            </a:r>
            <a:r>
              <a:rPr lang="en-US" altLang="zh-CN" sz="2000" dirty="0"/>
              <a:t>about</a:t>
            </a:r>
            <a:r>
              <a:rPr lang="zh-CN" altLang="en-US" sz="2000" dirty="0"/>
              <a:t> </a:t>
            </a:r>
            <a:r>
              <a:rPr lang="en-US" altLang="zh-CN" sz="2000" dirty="0"/>
              <a:t>this:</a:t>
            </a:r>
            <a:endParaRPr lang="en-AU" sz="2000" dirty="0"/>
          </a:p>
        </p:txBody>
      </p:sp>
      <p:pic>
        <p:nvPicPr>
          <p:cNvPr id="4" name="Picture 3">
            <a:extLst>
              <a:ext uri="{FF2B5EF4-FFF2-40B4-BE49-F238E27FC236}">
                <a16:creationId xmlns:a16="http://schemas.microsoft.com/office/drawing/2014/main" id="{3336E855-1BD4-95AF-246F-ECDF5B78BF62}"/>
              </a:ext>
            </a:extLst>
          </p:cNvPr>
          <p:cNvPicPr>
            <a:picLocks noChangeAspect="1"/>
          </p:cNvPicPr>
          <p:nvPr/>
        </p:nvPicPr>
        <p:blipFill>
          <a:blip r:embed="rId2"/>
          <a:stretch>
            <a:fillRect/>
          </a:stretch>
        </p:blipFill>
        <p:spPr>
          <a:xfrm>
            <a:off x="359997" y="2121774"/>
            <a:ext cx="6172200" cy="3238500"/>
          </a:xfrm>
          <a:prstGeom prst="rect">
            <a:avLst/>
          </a:prstGeom>
        </p:spPr>
      </p:pic>
    </p:spTree>
    <p:extLst>
      <p:ext uri="{BB962C8B-B14F-4D97-AF65-F5344CB8AC3E}">
        <p14:creationId xmlns:p14="http://schemas.microsoft.com/office/powerpoint/2010/main" val="3897217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7DED71-4121-E042-58A2-D58FCB2E5E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0EFC7-4F43-2EB2-6FEB-932016D9491D}"/>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27 </a:t>
            </a:r>
            <a:r>
              <a:rPr lang="en-US" altLang="zh-CN" dirty="0" err="1"/>
              <a:t>Colourful</a:t>
            </a:r>
            <a:r>
              <a:rPr lang="zh-CN" altLang="en-US" dirty="0"/>
              <a:t> </a:t>
            </a:r>
            <a:r>
              <a:rPr lang="en-US" altLang="zh-CN" dirty="0"/>
              <a:t>texts</a:t>
            </a:r>
          </a:p>
        </p:txBody>
      </p:sp>
      <p:sp>
        <p:nvSpPr>
          <p:cNvPr id="5" name="TextBox 4">
            <a:extLst>
              <a:ext uri="{FF2B5EF4-FFF2-40B4-BE49-F238E27FC236}">
                <a16:creationId xmlns:a16="http://schemas.microsoft.com/office/drawing/2014/main" id="{D7A0AC49-3727-817B-C540-6A37BF7BC4D9}"/>
              </a:ext>
            </a:extLst>
          </p:cNvPr>
          <p:cNvSpPr txBox="1"/>
          <p:nvPr/>
        </p:nvSpPr>
        <p:spPr>
          <a:xfrm>
            <a:off x="359998" y="1260000"/>
            <a:ext cx="7200000" cy="1754326"/>
          </a:xfrm>
          <a:prstGeom prst="rect">
            <a:avLst/>
          </a:prstGeom>
          <a:noFill/>
        </p:spPr>
        <p:txBody>
          <a:bodyPr wrap="square">
            <a:spAutoFit/>
          </a:bodyPr>
          <a:lstStyle/>
          <a:p>
            <a:pPr fontAlgn="base">
              <a:spcBef>
                <a:spcPts val="600"/>
              </a:spcBef>
              <a:spcAft>
                <a:spcPts val="600"/>
              </a:spcAft>
            </a:pPr>
            <a:r>
              <a:rPr lang="en-US" altLang="zh-CN" sz="2000" b="1" dirty="0"/>
              <a:t>First</a:t>
            </a:r>
            <a:r>
              <a:rPr lang="zh-CN" altLang="en-US" sz="2000" b="1" dirty="0"/>
              <a:t> </a:t>
            </a:r>
            <a:r>
              <a:rPr lang="en-US" altLang="zh-CN" sz="2000" b="1" dirty="0"/>
              <a:t>install</a:t>
            </a:r>
            <a:r>
              <a:rPr lang="zh-CN" altLang="en-US" sz="2000" b="1" dirty="0"/>
              <a:t> </a:t>
            </a:r>
            <a:r>
              <a:rPr lang="en-US" altLang="zh-CN" sz="2000" b="1" dirty="0"/>
              <a:t>the</a:t>
            </a:r>
            <a:r>
              <a:rPr lang="zh-CN" altLang="en-US" sz="2000" b="1" dirty="0"/>
              <a:t> </a:t>
            </a:r>
            <a:r>
              <a:rPr lang="en-US" altLang="zh-CN" sz="2000" b="1" dirty="0" err="1"/>
              <a:t>colorama</a:t>
            </a:r>
            <a:r>
              <a:rPr lang="zh-CN" altLang="en-US" sz="2000" b="1" dirty="0"/>
              <a:t> </a:t>
            </a:r>
            <a:r>
              <a:rPr lang="en-US" altLang="zh-CN" sz="2000" b="1" dirty="0"/>
              <a:t>package:</a:t>
            </a:r>
          </a:p>
          <a:p>
            <a:pPr fontAlgn="base">
              <a:spcBef>
                <a:spcPts val="600"/>
              </a:spcBef>
              <a:spcAft>
                <a:spcPts val="600"/>
              </a:spcAft>
            </a:pPr>
            <a:endParaRPr lang="en-US" altLang="zh-CN" sz="2000" b="1" dirty="0"/>
          </a:p>
          <a:p>
            <a:pPr fontAlgn="base">
              <a:spcBef>
                <a:spcPts val="600"/>
              </a:spcBef>
              <a:spcAft>
                <a:spcPts val="600"/>
              </a:spcAft>
            </a:pPr>
            <a:r>
              <a:rPr lang="en-US" altLang="zh-CN" sz="2000" b="1" dirty="0"/>
              <a:t>Then</a:t>
            </a:r>
            <a:r>
              <a:rPr lang="zh-CN" altLang="en-US" sz="2000" b="1" dirty="0"/>
              <a:t> </a:t>
            </a:r>
            <a:r>
              <a:rPr lang="en-US" altLang="zh-CN" sz="2000" b="1" dirty="0"/>
              <a:t>import</a:t>
            </a:r>
            <a:r>
              <a:rPr lang="zh-CN" altLang="en-US" sz="2000" b="1" dirty="0"/>
              <a:t> </a:t>
            </a:r>
            <a:r>
              <a:rPr lang="en-US" altLang="zh-CN" sz="2000" b="1" dirty="0" err="1"/>
              <a:t>init</a:t>
            </a:r>
            <a:r>
              <a:rPr lang="en-US" altLang="zh-CN" sz="2000" b="1" dirty="0"/>
              <a:t>,</a:t>
            </a:r>
            <a:r>
              <a:rPr lang="zh-CN" altLang="en-US" sz="2000" b="1" dirty="0"/>
              <a:t> </a:t>
            </a:r>
            <a:r>
              <a:rPr lang="en-US" altLang="zh-CN" sz="2000" b="1" dirty="0"/>
              <a:t>Fore,</a:t>
            </a:r>
            <a:r>
              <a:rPr lang="zh-CN" altLang="en-US" sz="2000" b="1" dirty="0"/>
              <a:t> </a:t>
            </a:r>
            <a:r>
              <a:rPr lang="en-US" altLang="zh-CN" sz="2000" b="1" dirty="0"/>
              <a:t>Back</a:t>
            </a:r>
            <a:r>
              <a:rPr lang="zh-CN" altLang="en-US" sz="2000" b="1" dirty="0"/>
              <a:t> </a:t>
            </a:r>
            <a:r>
              <a:rPr lang="en-US" altLang="zh-CN" sz="2000" b="1" dirty="0"/>
              <a:t>and</a:t>
            </a:r>
            <a:r>
              <a:rPr lang="zh-CN" altLang="en-US" sz="2000" b="1" dirty="0"/>
              <a:t> </a:t>
            </a:r>
            <a:r>
              <a:rPr lang="en-US" altLang="zh-CN" sz="2000" b="1" dirty="0"/>
              <a:t>Style</a:t>
            </a:r>
          </a:p>
          <a:p>
            <a:pPr fontAlgn="base">
              <a:spcBef>
                <a:spcPts val="600"/>
              </a:spcBef>
              <a:spcAft>
                <a:spcPts val="600"/>
              </a:spcAft>
            </a:pPr>
            <a:endParaRPr lang="en-AU" dirty="0"/>
          </a:p>
        </p:txBody>
      </p:sp>
      <p:sp>
        <p:nvSpPr>
          <p:cNvPr id="3" name="TextBox 2">
            <a:extLst>
              <a:ext uri="{FF2B5EF4-FFF2-40B4-BE49-F238E27FC236}">
                <a16:creationId xmlns:a16="http://schemas.microsoft.com/office/drawing/2014/main" id="{97335358-7A65-B6E1-0A04-F3E3B761CDCD}"/>
              </a:ext>
            </a:extLst>
          </p:cNvPr>
          <p:cNvSpPr txBox="1"/>
          <p:nvPr/>
        </p:nvSpPr>
        <p:spPr>
          <a:xfrm>
            <a:off x="719998" y="1682380"/>
            <a:ext cx="7200000" cy="261610"/>
          </a:xfrm>
          <a:prstGeom prst="rect">
            <a:avLst/>
          </a:prstGeom>
          <a:solidFill>
            <a:schemeClr val="tx1"/>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solidFill>
                  <a:schemeClr val="bg1"/>
                </a:solidFill>
                <a:latin typeface="JetBrains Mono" panose="020B0509020102050004" pitchFamily="49" charset="77"/>
              </a:rPr>
              <a:t>$ pip install </a:t>
            </a:r>
            <a:r>
              <a:rPr lang="en-AU" altLang="zh-CN" sz="1100" dirty="0" err="1">
                <a:solidFill>
                  <a:schemeClr val="bg1"/>
                </a:solidFill>
                <a:latin typeface="JetBrains Mono" panose="020B0509020102050004" pitchFamily="49" charset="77"/>
              </a:rPr>
              <a:t>colorama</a:t>
            </a:r>
            <a:endParaRPr lang="en-AU" altLang="zh-CN" sz="1100" dirty="0">
              <a:solidFill>
                <a:schemeClr val="bg1"/>
              </a:solidFill>
              <a:latin typeface="JetBrains Mono" panose="020B0509020102050004" pitchFamily="49" charset="77"/>
            </a:endParaRPr>
          </a:p>
        </p:txBody>
      </p:sp>
      <p:sp>
        <p:nvSpPr>
          <p:cNvPr id="4" name="TextBox 3">
            <a:extLst>
              <a:ext uri="{FF2B5EF4-FFF2-40B4-BE49-F238E27FC236}">
                <a16:creationId xmlns:a16="http://schemas.microsoft.com/office/drawing/2014/main" id="{0802DF1A-A6D1-C993-B088-73BE946DA648}"/>
              </a:ext>
            </a:extLst>
          </p:cNvPr>
          <p:cNvSpPr txBox="1"/>
          <p:nvPr/>
        </p:nvSpPr>
        <p:spPr>
          <a:xfrm>
            <a:off x="719998" y="2587455"/>
            <a:ext cx="7200000" cy="2700739"/>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latin typeface="JetBrains Mono" panose="020B0509020102050004" pitchFamily="49" charset="77"/>
              </a:rPr>
              <a:t>from </a:t>
            </a:r>
            <a:r>
              <a:rPr lang="en-AU" altLang="zh-CN" sz="1100" dirty="0" err="1">
                <a:latin typeface="JetBrains Mono" panose="020B0509020102050004" pitchFamily="49" charset="77"/>
              </a:rPr>
              <a:t>colorama</a:t>
            </a:r>
            <a:r>
              <a:rPr lang="en-AU" altLang="zh-CN" sz="1100" dirty="0">
                <a:latin typeface="JetBrains Mono" panose="020B0509020102050004" pitchFamily="49" charset="77"/>
              </a:rPr>
              <a:t> import </a:t>
            </a:r>
            <a:r>
              <a:rPr lang="en-AU" altLang="zh-CN" sz="1100" dirty="0" err="1">
                <a:latin typeface="JetBrains Mono" panose="020B0509020102050004" pitchFamily="49" charset="77"/>
              </a:rPr>
              <a:t>init</a:t>
            </a:r>
            <a:r>
              <a:rPr lang="en-AU" altLang="zh-CN" sz="1100" dirty="0">
                <a:latin typeface="JetBrains Mono" panose="020B0509020102050004" pitchFamily="49" charset="77"/>
              </a:rPr>
              <a:t>, Fore, Back, Style</a:t>
            </a:r>
          </a:p>
          <a:p>
            <a:pPr lvl="0">
              <a:spcBef>
                <a:spcPts val="450"/>
              </a:spcBef>
              <a:defRPr/>
            </a:pP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 essential for Windows environment</a:t>
            </a:r>
          </a:p>
          <a:p>
            <a:pPr lvl="0">
              <a:spcBef>
                <a:spcPts val="450"/>
              </a:spcBef>
              <a:defRPr/>
            </a:pPr>
            <a:r>
              <a:rPr lang="en-AU" altLang="zh-CN" sz="1100" dirty="0" err="1">
                <a:latin typeface="JetBrains Mono" panose="020B0509020102050004" pitchFamily="49" charset="77"/>
              </a:rPr>
              <a:t>init</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all available foreground </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err="1">
                <a:latin typeface="JetBrains Mono" panose="020B0509020102050004" pitchFamily="49" charset="77"/>
              </a:rPr>
              <a:t>rs</a:t>
            </a: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FORES = [</a:t>
            </a:r>
            <a:r>
              <a:rPr lang="en-AU" altLang="zh-CN" sz="1100" dirty="0" err="1">
                <a:latin typeface="JetBrains Mono" panose="020B0509020102050004" pitchFamily="49" charset="77"/>
              </a:rPr>
              <a:t>Fore.BLACK</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Fore.RED</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Fore.GREEN</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Fore.YELLOW</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Fore.BLUE</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Fore.MAGENTA</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Fore.CYAN</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Fore.WHITE</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all available background </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err="1">
                <a:latin typeface="JetBrains Mono" panose="020B0509020102050004" pitchFamily="49" charset="77"/>
              </a:rPr>
              <a:t>rs</a:t>
            </a: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BACKS = [</a:t>
            </a:r>
            <a:r>
              <a:rPr lang="en-AU" altLang="zh-CN" sz="1100" dirty="0" err="1">
                <a:latin typeface="JetBrains Mono" panose="020B0509020102050004" pitchFamily="49" charset="77"/>
              </a:rPr>
              <a:t>Back.BLACK</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Back.RED</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Back.GREEN</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Back.YELLOW</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Back.BLUE</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Back.MAGENTA</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Back.CYAN</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Back.WHITE</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brightness values</a:t>
            </a:r>
          </a:p>
          <a:p>
            <a:pPr lvl="0">
              <a:spcBef>
                <a:spcPts val="450"/>
              </a:spcBef>
              <a:defRPr/>
            </a:pPr>
            <a:r>
              <a:rPr lang="en-AU" altLang="zh-CN" sz="1100" dirty="0">
                <a:latin typeface="JetBrains Mono" panose="020B0509020102050004" pitchFamily="49" charset="77"/>
              </a:rPr>
              <a:t>BRIGHTNESS = [</a:t>
            </a:r>
            <a:r>
              <a:rPr lang="en-AU" altLang="zh-CN" sz="1100" dirty="0" err="1">
                <a:latin typeface="JetBrains Mono" panose="020B0509020102050004" pitchFamily="49" charset="77"/>
              </a:rPr>
              <a:t>Style.DIM</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Style.NORMAL</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Style.BRIGHT</a:t>
            </a:r>
            <a:r>
              <a:rPr lang="en-AU" altLang="zh-CN" sz="1100" dirty="0">
                <a:latin typeface="JetBrains Mono" panose="020B0509020102050004" pitchFamily="49" charset="77"/>
              </a:rPr>
              <a:t>]</a:t>
            </a:r>
          </a:p>
        </p:txBody>
      </p:sp>
    </p:spTree>
    <p:extLst>
      <p:ext uri="{BB962C8B-B14F-4D97-AF65-F5344CB8AC3E}">
        <p14:creationId xmlns:p14="http://schemas.microsoft.com/office/powerpoint/2010/main" val="3499382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F0FA4-8258-3E94-CACC-EAF6C570AF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3181E7-4A7E-5901-881F-4AD897601923}"/>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27</a:t>
            </a:r>
            <a:r>
              <a:rPr lang="zh-CN" altLang="en-US" dirty="0"/>
              <a:t> </a:t>
            </a:r>
            <a:r>
              <a:rPr lang="en-US" altLang="zh-CN" dirty="0" err="1"/>
              <a:t>Colour</a:t>
            </a:r>
            <a:r>
              <a:rPr lang="zh-CN" altLang="en-US" dirty="0"/>
              <a:t> </a:t>
            </a:r>
            <a:r>
              <a:rPr lang="en-US" altLang="zh-CN" dirty="0"/>
              <a:t>texts</a:t>
            </a:r>
          </a:p>
        </p:txBody>
      </p:sp>
      <p:sp>
        <p:nvSpPr>
          <p:cNvPr id="3" name="TextBox 2">
            <a:extLst>
              <a:ext uri="{FF2B5EF4-FFF2-40B4-BE49-F238E27FC236}">
                <a16:creationId xmlns:a16="http://schemas.microsoft.com/office/drawing/2014/main" id="{BB909E83-59DD-BE38-8DC1-1EDEFE6949C6}"/>
              </a:ext>
            </a:extLst>
          </p:cNvPr>
          <p:cNvSpPr txBox="1"/>
          <p:nvPr/>
        </p:nvSpPr>
        <p:spPr>
          <a:xfrm>
            <a:off x="359998" y="1260000"/>
            <a:ext cx="7200000" cy="3016210"/>
          </a:xfrm>
          <a:prstGeom prst="rect">
            <a:avLst/>
          </a:prstGeom>
          <a:noFill/>
        </p:spPr>
        <p:txBody>
          <a:bodyPr wrap="square">
            <a:spAutoFit/>
          </a:bodyPr>
          <a:lstStyle/>
          <a:p>
            <a:pPr fontAlgn="base">
              <a:spcBef>
                <a:spcPts val="600"/>
              </a:spcBef>
              <a:spcAft>
                <a:spcPts val="600"/>
              </a:spcAft>
            </a:pPr>
            <a:r>
              <a:rPr lang="en-US" altLang="zh-CN" sz="2000" dirty="0"/>
              <a:t>Put</a:t>
            </a:r>
            <a:r>
              <a:rPr lang="zh-CN" altLang="en-US" sz="2000" dirty="0"/>
              <a:t> </a:t>
            </a:r>
            <a:r>
              <a:rPr lang="en-US" altLang="zh-CN" sz="2000" dirty="0"/>
              <a:t>the</a:t>
            </a:r>
            <a:r>
              <a:rPr lang="zh-CN" altLang="en-US" sz="2000" dirty="0"/>
              <a:t> </a:t>
            </a:r>
            <a:r>
              <a:rPr lang="en-US" altLang="zh-CN" sz="2000" dirty="0" err="1"/>
              <a:t>colours</a:t>
            </a:r>
            <a:r>
              <a:rPr lang="zh-CN" altLang="en-US" sz="2000" dirty="0"/>
              <a:t> </a:t>
            </a:r>
            <a:r>
              <a:rPr lang="en-US" altLang="zh-CN" sz="2000" dirty="0"/>
              <a:t>and</a:t>
            </a:r>
            <a:r>
              <a:rPr lang="zh-CN" altLang="en-US" sz="2000" dirty="0"/>
              <a:t> </a:t>
            </a:r>
            <a:r>
              <a:rPr lang="en-US" altLang="zh-CN" sz="2000" dirty="0"/>
              <a:t>styles</a:t>
            </a:r>
            <a:r>
              <a:rPr lang="zh-CN" altLang="en-US" sz="2000" dirty="0"/>
              <a:t> </a:t>
            </a:r>
            <a:r>
              <a:rPr lang="en-US" altLang="zh-CN" sz="2000" dirty="0"/>
              <a:t>in</a:t>
            </a:r>
            <a:r>
              <a:rPr lang="zh-CN" altLang="en-US" sz="2000" dirty="0"/>
              <a:t> </a:t>
            </a:r>
            <a:r>
              <a:rPr lang="en-US" altLang="zh-CN" sz="2000" dirty="0"/>
              <a:t>front</a:t>
            </a:r>
            <a:r>
              <a:rPr lang="zh-CN" altLang="en-US" sz="2000" dirty="0"/>
              <a:t> </a:t>
            </a:r>
            <a:r>
              <a:rPr lang="en-US" altLang="zh-CN" sz="2000" dirty="0"/>
              <a:t>of</a:t>
            </a:r>
            <a:r>
              <a:rPr lang="zh-CN" altLang="en-US" sz="2000" dirty="0"/>
              <a:t> </a:t>
            </a:r>
            <a:r>
              <a:rPr lang="en-US" altLang="zh-CN" sz="2000" dirty="0"/>
              <a:t>the</a:t>
            </a:r>
            <a:r>
              <a:rPr lang="zh-CN" altLang="en-US" sz="2000" dirty="0"/>
              <a:t> </a:t>
            </a:r>
            <a:r>
              <a:rPr lang="en-US" altLang="zh-CN" sz="2000" dirty="0"/>
              <a:t>contents</a:t>
            </a:r>
            <a:r>
              <a:rPr lang="zh-CN" altLang="en-US" sz="2000" dirty="0"/>
              <a:t> </a:t>
            </a:r>
            <a:r>
              <a:rPr lang="en-US" altLang="zh-CN" sz="2000" dirty="0"/>
              <a:t>you</a:t>
            </a:r>
            <a:r>
              <a:rPr lang="zh-CN" altLang="en-US" sz="2000" dirty="0"/>
              <a:t> </a:t>
            </a:r>
            <a:r>
              <a:rPr lang="en-US" altLang="zh-CN" sz="2000" dirty="0"/>
              <a:t>want</a:t>
            </a:r>
            <a:r>
              <a:rPr lang="zh-CN" altLang="en-US" sz="2000" dirty="0"/>
              <a:t> </a:t>
            </a:r>
            <a:r>
              <a:rPr lang="en-US" altLang="zh-CN" sz="2000" dirty="0"/>
              <a:t>to</a:t>
            </a:r>
            <a:r>
              <a:rPr lang="zh-CN" altLang="en-US" sz="2000" dirty="0"/>
              <a:t> </a:t>
            </a:r>
            <a:r>
              <a:rPr lang="en-US" altLang="zh-CN" sz="2000" dirty="0"/>
              <a:t>print:</a:t>
            </a:r>
            <a:endParaRPr lang="en-GB" sz="2000" dirty="0"/>
          </a:p>
          <a:p>
            <a:pPr fontAlgn="base">
              <a:spcBef>
                <a:spcPts val="600"/>
              </a:spcBef>
              <a:spcAft>
                <a:spcPts val="600"/>
              </a:spcAft>
            </a:pPr>
            <a:endParaRPr lang="en-GB" sz="2000" dirty="0"/>
          </a:p>
          <a:p>
            <a:pPr fontAlgn="base">
              <a:spcBef>
                <a:spcPts val="600"/>
              </a:spcBef>
              <a:spcAft>
                <a:spcPts val="600"/>
              </a:spcAft>
            </a:pPr>
            <a:endParaRPr lang="en-GB" sz="2000" dirty="0"/>
          </a:p>
          <a:p>
            <a:pPr fontAlgn="base">
              <a:spcBef>
                <a:spcPts val="600"/>
              </a:spcBef>
              <a:spcAft>
                <a:spcPts val="600"/>
              </a:spcAft>
            </a:pPr>
            <a:endParaRPr lang="en-US" altLang="zh-CN" sz="2000" dirty="0"/>
          </a:p>
          <a:p>
            <a:pPr fontAlgn="base">
              <a:spcBef>
                <a:spcPts val="600"/>
              </a:spcBef>
              <a:spcAft>
                <a:spcPts val="600"/>
              </a:spcAft>
            </a:pPr>
            <a:r>
              <a:rPr lang="en-US" altLang="zh-CN" sz="2000" dirty="0"/>
              <a:t>Let’s</a:t>
            </a:r>
            <a:r>
              <a:rPr lang="zh-CN" altLang="en-US" sz="2000" dirty="0"/>
              <a:t> </a:t>
            </a:r>
            <a:r>
              <a:rPr lang="en-US" altLang="zh-CN" sz="2000" dirty="0"/>
              <a:t>make</a:t>
            </a:r>
            <a:r>
              <a:rPr lang="zh-CN" altLang="en-US" sz="2000" dirty="0"/>
              <a:t> </a:t>
            </a:r>
            <a:r>
              <a:rPr lang="en-US" altLang="zh-CN" sz="2000" dirty="0"/>
              <a:t>it</a:t>
            </a:r>
            <a:r>
              <a:rPr lang="zh-CN" altLang="en-US" sz="2000" dirty="0"/>
              <a:t> </a:t>
            </a:r>
            <a:r>
              <a:rPr lang="en-US" altLang="zh-CN" sz="2000" dirty="0"/>
              <a:t>reusable</a:t>
            </a:r>
            <a:r>
              <a:rPr lang="zh-CN" altLang="en-US" sz="2000" dirty="0"/>
              <a:t> </a:t>
            </a:r>
            <a:r>
              <a:rPr lang="en-US" altLang="zh-CN" sz="2000" dirty="0"/>
              <a:t>for</a:t>
            </a:r>
            <a:r>
              <a:rPr lang="zh-CN" altLang="en-US" sz="2000" dirty="0"/>
              <a:t> </a:t>
            </a:r>
            <a:r>
              <a:rPr lang="en-US" altLang="zh-CN" sz="2000" dirty="0"/>
              <a:t>other</a:t>
            </a:r>
            <a:r>
              <a:rPr lang="zh-CN" altLang="en-US" sz="2000" dirty="0"/>
              <a:t> </a:t>
            </a:r>
            <a:r>
              <a:rPr lang="en-US" altLang="zh-CN" sz="2000" dirty="0"/>
              <a:t>contents:</a:t>
            </a:r>
            <a:endParaRPr lang="en-GB" sz="2000" dirty="0"/>
          </a:p>
          <a:p>
            <a:pPr fontAlgn="base">
              <a:spcBef>
                <a:spcPts val="600"/>
              </a:spcBef>
              <a:spcAft>
                <a:spcPts val="600"/>
              </a:spcAft>
            </a:pPr>
            <a:endParaRPr lang="en-GB" sz="2000" dirty="0"/>
          </a:p>
        </p:txBody>
      </p:sp>
      <p:sp>
        <p:nvSpPr>
          <p:cNvPr id="4" name="TextBox 3">
            <a:extLst>
              <a:ext uri="{FF2B5EF4-FFF2-40B4-BE49-F238E27FC236}">
                <a16:creationId xmlns:a16="http://schemas.microsoft.com/office/drawing/2014/main" id="{3E0C649E-629E-4108-DF7F-5B839F38235E}"/>
              </a:ext>
            </a:extLst>
          </p:cNvPr>
          <p:cNvSpPr txBox="1"/>
          <p:nvPr/>
        </p:nvSpPr>
        <p:spPr>
          <a:xfrm>
            <a:off x="719998" y="2027772"/>
            <a:ext cx="7200000" cy="961802"/>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US" altLang="zh-CN" sz="1100" dirty="0">
                <a:latin typeface="JetBrains Mono" panose="020B0509020102050004" pitchFamily="49" charset="77"/>
              </a:rPr>
              <a:t>brightness</a:t>
            </a:r>
            <a:r>
              <a:rPr lang="zh-CN" altLang="en-US" sz="1100" dirty="0">
                <a:latin typeface="JetBrains Mono" panose="020B0509020102050004" pitchFamily="49" charset="77"/>
              </a:rPr>
              <a:t> </a:t>
            </a:r>
            <a:r>
              <a:rPr lang="en-US"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err="1">
                <a:latin typeface="JetBrains Mono" panose="020B0509020102050004" pitchFamily="49" charset="77"/>
              </a:rPr>
              <a:t>Style.DIM</a:t>
            </a:r>
            <a:endParaRPr lang="en-US" altLang="zh-CN" sz="1100" dirty="0">
              <a:latin typeface="JetBrains Mono" panose="020B0509020102050004" pitchFamily="49" charset="77"/>
            </a:endParaRPr>
          </a:p>
          <a:p>
            <a:pPr lvl="0">
              <a:spcBef>
                <a:spcPts val="450"/>
              </a:spcBef>
              <a:defRPr/>
            </a:pPr>
            <a:r>
              <a:rPr lang="en-US" altLang="zh-CN" sz="1100" dirty="0" err="1">
                <a:latin typeface="JetBrains Mono" panose="020B0509020102050004" pitchFamily="49" charset="77"/>
              </a:rPr>
              <a:t>colour</a:t>
            </a:r>
            <a:r>
              <a:rPr lang="zh-CN" altLang="en-US" sz="1100" dirty="0">
                <a:latin typeface="JetBrains Mono" panose="020B0509020102050004" pitchFamily="49" charset="77"/>
              </a:rPr>
              <a:t> </a:t>
            </a:r>
            <a:r>
              <a:rPr lang="en-US"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err="1">
                <a:latin typeface="JetBrains Mono" panose="020B0509020102050004" pitchFamily="49" charset="77"/>
              </a:rPr>
              <a:t>Fore.WHITE</a:t>
            </a:r>
            <a:r>
              <a:rPr lang="zh-CN" altLang="en-US" sz="1100" dirty="0">
                <a:latin typeface="JetBrains Mono" panose="020B0509020102050004" pitchFamily="49" charset="77"/>
              </a:rPr>
              <a:t> </a:t>
            </a:r>
            <a:r>
              <a:rPr lang="en-US"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err="1">
                <a:latin typeface="JetBrains Mono" panose="020B0509020102050004" pitchFamily="49" charset="77"/>
              </a:rPr>
              <a:t>Back.BLUE</a:t>
            </a:r>
            <a:endParaRPr lang="en-US" altLang="zh-CN" sz="1100" dirty="0">
              <a:latin typeface="JetBrains Mono" panose="020B0509020102050004" pitchFamily="49" charset="77"/>
            </a:endParaRPr>
          </a:p>
          <a:p>
            <a:pPr lvl="0">
              <a:spcBef>
                <a:spcPts val="450"/>
              </a:spcBef>
              <a:defRPr/>
            </a:pP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print(f"{brightness}{</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a:latin typeface="JetBrains Mono" panose="020B0509020102050004" pitchFamily="49" charset="77"/>
              </a:rPr>
              <a:t>r}</a:t>
            </a:r>
            <a:r>
              <a:rPr lang="en-US" altLang="zh-CN" sz="1100" dirty="0">
                <a:latin typeface="JetBrains Mono" panose="020B0509020102050004" pitchFamily="49" charset="77"/>
              </a:rPr>
              <a:t>Hello,</a:t>
            </a:r>
            <a:r>
              <a:rPr lang="zh-CN" altLang="en-US" sz="1100" dirty="0">
                <a:latin typeface="JetBrains Mono" panose="020B0509020102050004" pitchFamily="49" charset="77"/>
              </a:rPr>
              <a:t> </a:t>
            </a:r>
            <a:r>
              <a:rPr lang="en-US" altLang="zh-CN" sz="1100" dirty="0">
                <a:latin typeface="JetBrains Mono" panose="020B0509020102050004" pitchFamily="49" charset="77"/>
              </a:rPr>
              <a:t>world</a:t>
            </a:r>
            <a:r>
              <a:rPr lang="en-AU" altLang="zh-CN" sz="1100" dirty="0">
                <a:latin typeface="JetBrains Mono" panose="020B0509020102050004" pitchFamily="49" charset="77"/>
              </a:rPr>
              <a:t>{</a:t>
            </a:r>
            <a:r>
              <a:rPr lang="en-AU" altLang="zh-CN" sz="1100" dirty="0" err="1">
                <a:latin typeface="JetBrains Mono" panose="020B0509020102050004" pitchFamily="49" charset="77"/>
              </a:rPr>
              <a:t>Style.RESET_ALL</a:t>
            </a:r>
            <a:r>
              <a:rPr lang="en-AU" altLang="zh-CN" sz="1100" dirty="0">
                <a:latin typeface="JetBrains Mono" panose="020B0509020102050004" pitchFamily="49" charset="77"/>
              </a:rPr>
              <a:t>}")</a:t>
            </a:r>
          </a:p>
        </p:txBody>
      </p:sp>
      <p:sp>
        <p:nvSpPr>
          <p:cNvPr id="5" name="TextBox 4">
            <a:extLst>
              <a:ext uri="{FF2B5EF4-FFF2-40B4-BE49-F238E27FC236}">
                <a16:creationId xmlns:a16="http://schemas.microsoft.com/office/drawing/2014/main" id="{1AAA4627-560F-E868-9ADA-A24E711D2B15}"/>
              </a:ext>
            </a:extLst>
          </p:cNvPr>
          <p:cNvSpPr txBox="1"/>
          <p:nvPr/>
        </p:nvSpPr>
        <p:spPr>
          <a:xfrm>
            <a:off x="719998" y="3923087"/>
            <a:ext cx="7200000" cy="961802"/>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latin typeface="JetBrains Mono" panose="020B0509020102050004" pitchFamily="49" charset="77"/>
              </a:rPr>
              <a:t>def </a:t>
            </a:r>
            <a:r>
              <a:rPr lang="en-AU" altLang="zh-CN" sz="1100" dirty="0" err="1">
                <a:latin typeface="JetBrains Mono" panose="020B0509020102050004" pitchFamily="49" charset="77"/>
              </a:rPr>
              <a:t>print_with_colo</a:t>
            </a:r>
            <a:r>
              <a:rPr lang="en-US" altLang="zh-CN" sz="1100" dirty="0">
                <a:latin typeface="JetBrains Mono" panose="020B0509020102050004" pitchFamily="49" charset="77"/>
              </a:rPr>
              <a:t>u</a:t>
            </a:r>
            <a:r>
              <a:rPr lang="en-AU" altLang="zh-CN" sz="1100" dirty="0">
                <a:latin typeface="JetBrains Mono" panose="020B0509020102050004" pitchFamily="49" charset="77"/>
              </a:rPr>
              <a:t>r(s, </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a:latin typeface="JetBrains Mono" panose="020B0509020102050004" pitchFamily="49" charset="77"/>
              </a:rPr>
              <a:t>r=</a:t>
            </a:r>
            <a:r>
              <a:rPr lang="en-AU" altLang="zh-CN" sz="1100" dirty="0" err="1">
                <a:latin typeface="JetBrains Mono" panose="020B0509020102050004" pitchFamily="49" charset="77"/>
              </a:rPr>
              <a:t>Fore.WHITE</a:t>
            </a:r>
            <a:r>
              <a:rPr lang="en-AU" altLang="zh-CN" sz="1100" dirty="0">
                <a:latin typeface="JetBrains Mono" panose="020B0509020102050004" pitchFamily="49" charset="77"/>
              </a:rPr>
              <a:t>, brightness=</a:t>
            </a:r>
            <a:r>
              <a:rPr lang="en-AU" altLang="zh-CN" sz="1100" dirty="0" err="1">
                <a:latin typeface="JetBrains Mono" panose="020B0509020102050004" pitchFamily="49" charset="77"/>
              </a:rPr>
              <a:t>Style.NORMAL</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kwargs</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"""Utility function wrapping the regular `print()` function </a:t>
            </a:r>
          </a:p>
          <a:p>
            <a:pPr lvl="0">
              <a:spcBef>
                <a:spcPts val="450"/>
              </a:spcBef>
              <a:defRPr/>
            </a:pPr>
            <a:r>
              <a:rPr lang="en-AU" altLang="zh-CN" sz="1100" dirty="0">
                <a:latin typeface="JetBrains Mono" panose="020B0509020102050004" pitchFamily="49" charset="77"/>
              </a:rPr>
              <a:t>    but with </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err="1">
                <a:latin typeface="JetBrains Mono" panose="020B0509020102050004" pitchFamily="49" charset="77"/>
              </a:rPr>
              <a:t>rs</a:t>
            </a:r>
            <a:r>
              <a:rPr lang="en-AU" altLang="zh-CN" sz="1100" dirty="0">
                <a:latin typeface="JetBrains Mono" panose="020B0509020102050004" pitchFamily="49" charset="77"/>
              </a:rPr>
              <a:t> and brightness"""</a:t>
            </a:r>
          </a:p>
          <a:p>
            <a:pPr lvl="0">
              <a:spcBef>
                <a:spcPts val="450"/>
              </a:spcBef>
              <a:defRPr/>
            </a:pPr>
            <a:r>
              <a:rPr lang="en-AU" altLang="zh-CN" sz="1100" dirty="0">
                <a:latin typeface="JetBrains Mono" panose="020B0509020102050004" pitchFamily="49" charset="77"/>
              </a:rPr>
              <a:t>    print(f"{brightness}{</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a:latin typeface="JetBrains Mono" panose="020B0509020102050004" pitchFamily="49" charset="77"/>
              </a:rPr>
              <a:t>r}{s}{</a:t>
            </a:r>
            <a:r>
              <a:rPr lang="en-AU" altLang="zh-CN" sz="1100" dirty="0" err="1">
                <a:latin typeface="JetBrains Mono" panose="020B0509020102050004" pitchFamily="49" charset="77"/>
              </a:rPr>
              <a:t>Style.RESET_ALL</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kwargs</a:t>
            </a:r>
            <a:r>
              <a:rPr lang="en-AU" altLang="zh-CN" sz="1100" dirty="0">
                <a:latin typeface="JetBrains Mono" panose="020B0509020102050004" pitchFamily="49" charset="77"/>
              </a:rPr>
              <a:t>)</a:t>
            </a:r>
          </a:p>
        </p:txBody>
      </p:sp>
    </p:spTree>
    <p:extLst>
      <p:ext uri="{BB962C8B-B14F-4D97-AF65-F5344CB8AC3E}">
        <p14:creationId xmlns:p14="http://schemas.microsoft.com/office/powerpoint/2010/main" val="4234767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5737C9-0FB8-9A5A-616F-C48581E1C70A}"/>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2D742A10-557F-FEB7-E7C1-19658E8A4838}"/>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27</a:t>
            </a:r>
            <a:r>
              <a:rPr lang="zh-CN" altLang="en-US" dirty="0"/>
              <a:t> </a:t>
            </a:r>
            <a:r>
              <a:rPr lang="en-US" altLang="zh-CN" dirty="0" err="1"/>
              <a:t>colourful</a:t>
            </a:r>
            <a:r>
              <a:rPr lang="zh-CN" altLang="en-US" dirty="0"/>
              <a:t> </a:t>
            </a:r>
            <a:r>
              <a:rPr lang="en-US" altLang="zh-CN" dirty="0"/>
              <a:t>texts</a:t>
            </a:r>
          </a:p>
        </p:txBody>
      </p:sp>
      <p:sp>
        <p:nvSpPr>
          <p:cNvPr id="2" name="TextBox 1">
            <a:extLst>
              <a:ext uri="{FF2B5EF4-FFF2-40B4-BE49-F238E27FC236}">
                <a16:creationId xmlns:a16="http://schemas.microsoft.com/office/drawing/2014/main" id="{630845B6-6B65-264F-1498-4B649B443C38}"/>
              </a:ext>
            </a:extLst>
          </p:cNvPr>
          <p:cNvSpPr txBox="1"/>
          <p:nvPr/>
        </p:nvSpPr>
        <p:spPr>
          <a:xfrm>
            <a:off x="359998" y="1260000"/>
            <a:ext cx="7200000" cy="2708434"/>
          </a:xfrm>
          <a:prstGeom prst="rect">
            <a:avLst/>
          </a:prstGeom>
          <a:noFill/>
        </p:spPr>
        <p:txBody>
          <a:bodyPr wrap="square">
            <a:spAutoFit/>
          </a:bodyPr>
          <a:lstStyle/>
          <a:p>
            <a:pPr fontAlgn="base">
              <a:spcBef>
                <a:spcPts val="600"/>
              </a:spcBef>
              <a:spcAft>
                <a:spcPts val="600"/>
              </a:spcAft>
            </a:pPr>
            <a:r>
              <a:rPr lang="en-US" altLang="zh-CN" sz="2000" dirty="0"/>
              <a:t>Now</a:t>
            </a:r>
            <a:r>
              <a:rPr lang="zh-CN" altLang="en-US" sz="2000" dirty="0"/>
              <a:t> </a:t>
            </a:r>
            <a:r>
              <a:rPr lang="en-US" altLang="zh-CN" sz="2000" dirty="0"/>
              <a:t>let’s</a:t>
            </a:r>
            <a:r>
              <a:rPr lang="zh-CN" altLang="en-US" sz="2000" dirty="0"/>
              <a:t> </a:t>
            </a:r>
            <a:r>
              <a:rPr lang="en-US" altLang="zh-CN" sz="2000" dirty="0"/>
              <a:t>play:</a:t>
            </a:r>
          </a:p>
          <a:p>
            <a:pPr fontAlgn="base">
              <a:spcBef>
                <a:spcPts val="600"/>
              </a:spcBef>
              <a:spcAft>
                <a:spcPts val="600"/>
              </a:spcAft>
            </a:pPr>
            <a:endParaRPr lang="en-US" sz="2000" dirty="0"/>
          </a:p>
          <a:p>
            <a:pPr fontAlgn="base">
              <a:spcBef>
                <a:spcPts val="600"/>
              </a:spcBef>
              <a:spcAft>
                <a:spcPts val="600"/>
              </a:spcAft>
            </a:pPr>
            <a:endParaRPr lang="en-US" sz="2000" dirty="0"/>
          </a:p>
          <a:p>
            <a:pPr fontAlgn="base">
              <a:spcBef>
                <a:spcPts val="600"/>
              </a:spcBef>
              <a:spcAft>
                <a:spcPts val="600"/>
              </a:spcAft>
            </a:pPr>
            <a:endParaRPr lang="en-US" sz="2000" dirty="0"/>
          </a:p>
          <a:p>
            <a:pPr fontAlgn="base">
              <a:spcBef>
                <a:spcPts val="600"/>
              </a:spcBef>
              <a:spcAft>
                <a:spcPts val="600"/>
              </a:spcAft>
            </a:pPr>
            <a:r>
              <a:rPr lang="en-US" altLang="zh-CN" sz="2000" dirty="0"/>
              <a:t>And</a:t>
            </a:r>
            <a:r>
              <a:rPr lang="zh-CN" altLang="en-US" sz="2000" dirty="0"/>
              <a:t> </a:t>
            </a:r>
            <a:r>
              <a:rPr lang="en-US" altLang="zh-CN" sz="2000" dirty="0"/>
              <a:t>with</a:t>
            </a:r>
            <a:r>
              <a:rPr lang="zh-CN" altLang="en-US" sz="2000" dirty="0"/>
              <a:t> </a:t>
            </a:r>
            <a:r>
              <a:rPr lang="en-US" altLang="zh-CN" sz="2000" dirty="0"/>
              <a:t>the</a:t>
            </a:r>
            <a:r>
              <a:rPr lang="zh-CN" altLang="en-US" sz="2000" dirty="0"/>
              <a:t> </a:t>
            </a:r>
            <a:r>
              <a:rPr lang="en-US" altLang="zh-CN" sz="2000" dirty="0"/>
              <a:t>backgrounds:</a:t>
            </a:r>
          </a:p>
          <a:p>
            <a:pPr fontAlgn="base">
              <a:spcBef>
                <a:spcPts val="600"/>
              </a:spcBef>
              <a:spcAft>
                <a:spcPts val="600"/>
              </a:spcAft>
            </a:pPr>
            <a:endParaRPr lang="en-AU" sz="2000" dirty="0"/>
          </a:p>
        </p:txBody>
      </p:sp>
      <p:sp>
        <p:nvSpPr>
          <p:cNvPr id="3" name="TextBox 2">
            <a:extLst>
              <a:ext uri="{FF2B5EF4-FFF2-40B4-BE49-F238E27FC236}">
                <a16:creationId xmlns:a16="http://schemas.microsoft.com/office/drawing/2014/main" id="{98352F37-A37A-A5B7-23F4-5ECCFD53155B}"/>
              </a:ext>
            </a:extLst>
          </p:cNvPr>
          <p:cNvSpPr txBox="1"/>
          <p:nvPr/>
        </p:nvSpPr>
        <p:spPr>
          <a:xfrm>
            <a:off x="719998" y="1708802"/>
            <a:ext cx="7200000" cy="961802"/>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latin typeface="JetBrains Mono" panose="020B0509020102050004" pitchFamily="49" charset="77"/>
              </a:rPr>
              <a:t># printing all available foreground </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err="1">
                <a:latin typeface="JetBrains Mono" panose="020B0509020102050004" pitchFamily="49" charset="77"/>
              </a:rPr>
              <a:t>rs</a:t>
            </a:r>
            <a:r>
              <a:rPr lang="en-AU" altLang="zh-CN" sz="1100" dirty="0">
                <a:latin typeface="JetBrains Mono" panose="020B0509020102050004" pitchFamily="49" charset="77"/>
              </a:rPr>
              <a:t> with different brightness</a:t>
            </a:r>
          </a:p>
          <a:p>
            <a:pPr lvl="0">
              <a:spcBef>
                <a:spcPts val="450"/>
              </a:spcBef>
              <a:defRPr/>
            </a:pPr>
            <a:r>
              <a:rPr lang="en-AU" altLang="zh-CN" sz="1100" dirty="0">
                <a:latin typeface="JetBrains Mono" panose="020B0509020102050004" pitchFamily="49" charset="77"/>
              </a:rPr>
              <a:t>for fore in FORES:</a:t>
            </a:r>
          </a:p>
          <a:p>
            <a:pPr lvl="0">
              <a:spcBef>
                <a:spcPts val="450"/>
              </a:spcBef>
              <a:defRPr/>
            </a:pPr>
            <a:r>
              <a:rPr lang="en-AU" altLang="zh-CN" sz="1100" dirty="0">
                <a:latin typeface="JetBrains Mono" panose="020B0509020102050004" pitchFamily="49" charset="77"/>
              </a:rPr>
              <a:t>    for brightness in BRIGHTNESS:</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print_with_colo</a:t>
            </a:r>
            <a:r>
              <a:rPr lang="en-US" altLang="zh-CN" sz="1100" dirty="0">
                <a:latin typeface="JetBrains Mono" panose="020B0509020102050004" pitchFamily="49" charset="77"/>
              </a:rPr>
              <a:t>u</a:t>
            </a:r>
            <a:r>
              <a:rPr lang="en-AU" altLang="zh-CN" sz="1100" dirty="0">
                <a:latin typeface="JetBrains Mono" panose="020B0509020102050004" pitchFamily="49" charset="77"/>
              </a:rPr>
              <a:t>r("Hello world!", </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a:latin typeface="JetBrains Mono" panose="020B0509020102050004" pitchFamily="49" charset="77"/>
              </a:rPr>
              <a:t>r=fore, brightness=brightness)</a:t>
            </a:r>
          </a:p>
        </p:txBody>
      </p:sp>
      <p:sp>
        <p:nvSpPr>
          <p:cNvPr id="5" name="TextBox 4">
            <a:extLst>
              <a:ext uri="{FF2B5EF4-FFF2-40B4-BE49-F238E27FC236}">
                <a16:creationId xmlns:a16="http://schemas.microsoft.com/office/drawing/2014/main" id="{CE663FBC-E6A4-BCCE-93CA-7DAD48239C81}"/>
              </a:ext>
            </a:extLst>
          </p:cNvPr>
          <p:cNvSpPr txBox="1"/>
          <p:nvPr/>
        </p:nvSpPr>
        <p:spPr>
          <a:xfrm>
            <a:off x="719998" y="3535500"/>
            <a:ext cx="7200000" cy="1597873"/>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latin typeface="JetBrains Mono" panose="020B0509020102050004" pitchFamily="49" charset="77"/>
              </a:rPr>
              <a:t># printing all available foreground and background </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err="1">
                <a:latin typeface="JetBrains Mono" panose="020B0509020102050004" pitchFamily="49" charset="77"/>
              </a:rPr>
              <a:t>rs</a:t>
            </a:r>
            <a:r>
              <a:rPr lang="en-AU" altLang="zh-CN" sz="1100" dirty="0">
                <a:latin typeface="JetBrains Mono" panose="020B0509020102050004" pitchFamily="49" charset="77"/>
              </a:rPr>
              <a:t> with different brightness</a:t>
            </a:r>
          </a:p>
          <a:p>
            <a:pPr lvl="0">
              <a:spcBef>
                <a:spcPts val="450"/>
              </a:spcBef>
              <a:defRPr/>
            </a:pPr>
            <a:r>
              <a:rPr lang="en-AU" altLang="zh-CN" sz="1100" dirty="0">
                <a:latin typeface="JetBrains Mono" panose="020B0509020102050004" pitchFamily="49" charset="77"/>
              </a:rPr>
              <a:t>for fore in FORES:</a:t>
            </a:r>
          </a:p>
          <a:p>
            <a:pPr lvl="0">
              <a:spcBef>
                <a:spcPts val="450"/>
              </a:spcBef>
              <a:defRPr/>
            </a:pPr>
            <a:r>
              <a:rPr lang="en-AU" altLang="zh-CN" sz="1100" dirty="0">
                <a:latin typeface="JetBrains Mono" panose="020B0509020102050004" pitchFamily="49" charset="77"/>
              </a:rPr>
              <a:t>    for back in BACKS:</a:t>
            </a:r>
          </a:p>
          <a:p>
            <a:pPr lvl="0">
              <a:spcBef>
                <a:spcPts val="450"/>
              </a:spcBef>
              <a:defRPr/>
            </a:pPr>
            <a:r>
              <a:rPr lang="en-AU" altLang="zh-CN" sz="1100" dirty="0">
                <a:latin typeface="JetBrains Mono" panose="020B0509020102050004" pitchFamily="49" charset="77"/>
              </a:rPr>
              <a:t>        for brightness in BRIGHTNESS:</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print_with_colo</a:t>
            </a:r>
            <a:r>
              <a:rPr lang="en-US" altLang="zh-CN" sz="1100" dirty="0">
                <a:latin typeface="JetBrains Mono" panose="020B0509020102050004" pitchFamily="49" charset="77"/>
              </a:rPr>
              <a:t>u</a:t>
            </a:r>
            <a:r>
              <a:rPr lang="en-AU" altLang="zh-CN" sz="1100" dirty="0">
                <a:latin typeface="JetBrains Mono" panose="020B0509020102050004" pitchFamily="49" charset="77"/>
              </a:rPr>
              <a:t>r("A", </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a:latin typeface="JetBrains Mono" panose="020B0509020102050004" pitchFamily="49" charset="77"/>
              </a:rPr>
              <a:t>r=</a:t>
            </a:r>
            <a:r>
              <a:rPr lang="en-AU" altLang="zh-CN" sz="1100" dirty="0" err="1">
                <a:latin typeface="JetBrains Mono" panose="020B0509020102050004" pitchFamily="49" charset="77"/>
              </a:rPr>
              <a:t>back+fore</a:t>
            </a:r>
            <a:r>
              <a:rPr lang="en-AU" altLang="zh-CN" sz="1100" dirty="0">
                <a:latin typeface="JetBrains Mono" panose="020B0509020102050004" pitchFamily="49" charset="77"/>
              </a:rPr>
              <a:t>, brightness=brightness, end=' ')</a:t>
            </a:r>
          </a:p>
          <a:p>
            <a:pPr lvl="0">
              <a:spcBef>
                <a:spcPts val="450"/>
              </a:spcBef>
              <a:defRPr/>
            </a:pPr>
            <a:r>
              <a:rPr lang="en-AU" altLang="zh-CN" sz="1100" dirty="0">
                <a:latin typeface="JetBrains Mono" panose="020B0509020102050004" pitchFamily="49" charset="77"/>
              </a:rPr>
              <a:t>    print()</a:t>
            </a:r>
          </a:p>
        </p:txBody>
      </p:sp>
    </p:spTree>
    <p:extLst>
      <p:ext uri="{BB962C8B-B14F-4D97-AF65-F5344CB8AC3E}">
        <p14:creationId xmlns:p14="http://schemas.microsoft.com/office/powerpoint/2010/main" val="2562791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1542E63-BA1E-C5D2-1FFF-1581A11CA4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86DEC4-B1B2-FA44-6157-15170E3CD9C7}"/>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27 </a:t>
            </a:r>
            <a:r>
              <a:rPr lang="en-US" altLang="zh-CN" dirty="0" err="1"/>
              <a:t>Colourful</a:t>
            </a:r>
            <a:r>
              <a:rPr lang="zh-CN" altLang="en-US" dirty="0"/>
              <a:t> </a:t>
            </a:r>
            <a:r>
              <a:rPr lang="en-US" altLang="zh-CN" dirty="0"/>
              <a:t>texts</a:t>
            </a:r>
          </a:p>
        </p:txBody>
      </p:sp>
      <p:sp>
        <p:nvSpPr>
          <p:cNvPr id="5" name="TextBox 4">
            <a:extLst>
              <a:ext uri="{FF2B5EF4-FFF2-40B4-BE49-F238E27FC236}">
                <a16:creationId xmlns:a16="http://schemas.microsoft.com/office/drawing/2014/main" id="{E550D3F3-41E6-7939-8A58-1DB231BE0E19}"/>
              </a:ext>
            </a:extLst>
          </p:cNvPr>
          <p:cNvSpPr txBox="1"/>
          <p:nvPr/>
        </p:nvSpPr>
        <p:spPr>
          <a:xfrm>
            <a:off x="359998" y="1260000"/>
            <a:ext cx="7200000" cy="1754326"/>
          </a:xfrm>
          <a:prstGeom prst="rect">
            <a:avLst/>
          </a:prstGeom>
          <a:noFill/>
        </p:spPr>
        <p:txBody>
          <a:bodyPr wrap="square">
            <a:spAutoFit/>
          </a:bodyPr>
          <a:lstStyle/>
          <a:p>
            <a:pPr fontAlgn="base">
              <a:spcBef>
                <a:spcPts val="600"/>
              </a:spcBef>
              <a:spcAft>
                <a:spcPts val="600"/>
              </a:spcAft>
            </a:pPr>
            <a:r>
              <a:rPr lang="en-US" altLang="zh-CN" sz="2000" b="1" dirty="0"/>
              <a:t>Now</a:t>
            </a:r>
            <a:r>
              <a:rPr lang="zh-CN" altLang="en-US" sz="2000" b="1" dirty="0"/>
              <a:t> </a:t>
            </a:r>
            <a:r>
              <a:rPr lang="en-US" altLang="zh-CN" sz="2000" b="1" dirty="0"/>
              <a:t>let’s</a:t>
            </a:r>
            <a:r>
              <a:rPr lang="zh-CN" altLang="en-US" sz="2000" b="1" dirty="0"/>
              <a:t> </a:t>
            </a:r>
            <a:r>
              <a:rPr lang="en-US" altLang="zh-CN" sz="2000" b="1" dirty="0"/>
              <a:t>play:</a:t>
            </a:r>
          </a:p>
          <a:p>
            <a:pPr fontAlgn="base">
              <a:spcBef>
                <a:spcPts val="600"/>
              </a:spcBef>
              <a:spcAft>
                <a:spcPts val="600"/>
              </a:spcAft>
            </a:pPr>
            <a:endParaRPr lang="en-US" altLang="zh-CN" sz="2000" b="1" dirty="0"/>
          </a:p>
          <a:p>
            <a:pPr fontAlgn="base">
              <a:spcBef>
                <a:spcPts val="600"/>
              </a:spcBef>
              <a:spcAft>
                <a:spcPts val="600"/>
              </a:spcAft>
            </a:pPr>
            <a:r>
              <a:rPr lang="en-US" altLang="zh-CN" sz="2000" b="1" dirty="0"/>
              <a:t>Then</a:t>
            </a:r>
            <a:r>
              <a:rPr lang="zh-CN" altLang="en-US" sz="2000" b="1" dirty="0"/>
              <a:t> </a:t>
            </a:r>
            <a:r>
              <a:rPr lang="en-US" altLang="zh-CN" sz="2000" b="1" dirty="0"/>
              <a:t>import</a:t>
            </a:r>
            <a:r>
              <a:rPr lang="zh-CN" altLang="en-US" sz="2000" b="1" dirty="0"/>
              <a:t> </a:t>
            </a:r>
            <a:r>
              <a:rPr lang="en-US" altLang="zh-CN" sz="2000" b="1" dirty="0" err="1"/>
              <a:t>init</a:t>
            </a:r>
            <a:r>
              <a:rPr lang="en-US" altLang="zh-CN" sz="2000" b="1" dirty="0"/>
              <a:t>,</a:t>
            </a:r>
            <a:r>
              <a:rPr lang="zh-CN" altLang="en-US" sz="2000" b="1" dirty="0"/>
              <a:t> </a:t>
            </a:r>
            <a:r>
              <a:rPr lang="en-US" altLang="zh-CN" sz="2000" b="1" dirty="0"/>
              <a:t>Fore,</a:t>
            </a:r>
            <a:r>
              <a:rPr lang="zh-CN" altLang="en-US" sz="2000" b="1" dirty="0"/>
              <a:t> </a:t>
            </a:r>
            <a:r>
              <a:rPr lang="en-US" altLang="zh-CN" sz="2000" b="1" dirty="0"/>
              <a:t>Back</a:t>
            </a:r>
            <a:r>
              <a:rPr lang="zh-CN" altLang="en-US" sz="2000" b="1" dirty="0"/>
              <a:t> </a:t>
            </a:r>
            <a:r>
              <a:rPr lang="en-US" altLang="zh-CN" sz="2000" b="1" dirty="0"/>
              <a:t>and</a:t>
            </a:r>
            <a:r>
              <a:rPr lang="zh-CN" altLang="en-US" sz="2000" b="1" dirty="0"/>
              <a:t> </a:t>
            </a:r>
            <a:r>
              <a:rPr lang="en-US" altLang="zh-CN" sz="2000" b="1" dirty="0"/>
              <a:t>Style</a:t>
            </a:r>
          </a:p>
          <a:p>
            <a:pPr fontAlgn="base">
              <a:spcBef>
                <a:spcPts val="600"/>
              </a:spcBef>
              <a:spcAft>
                <a:spcPts val="600"/>
              </a:spcAft>
            </a:pPr>
            <a:endParaRPr lang="en-AU" dirty="0"/>
          </a:p>
        </p:txBody>
      </p:sp>
      <p:sp>
        <p:nvSpPr>
          <p:cNvPr id="3" name="TextBox 2">
            <a:extLst>
              <a:ext uri="{FF2B5EF4-FFF2-40B4-BE49-F238E27FC236}">
                <a16:creationId xmlns:a16="http://schemas.microsoft.com/office/drawing/2014/main" id="{01508D4B-F65A-CBED-771A-B37C08FE500B}"/>
              </a:ext>
            </a:extLst>
          </p:cNvPr>
          <p:cNvSpPr txBox="1"/>
          <p:nvPr/>
        </p:nvSpPr>
        <p:spPr>
          <a:xfrm>
            <a:off x="719998" y="1682380"/>
            <a:ext cx="6480000" cy="261610"/>
          </a:xfrm>
          <a:prstGeom prst="rect">
            <a:avLst/>
          </a:prstGeom>
          <a:solidFill>
            <a:schemeClr val="tx1"/>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solidFill>
                  <a:schemeClr val="bg1"/>
                </a:solidFill>
                <a:latin typeface="JetBrains Mono" panose="020B0509020102050004" pitchFamily="49" charset="77"/>
              </a:rPr>
              <a:t>$ pip install </a:t>
            </a:r>
            <a:r>
              <a:rPr lang="en-AU" altLang="zh-CN" sz="1100" dirty="0" err="1">
                <a:solidFill>
                  <a:schemeClr val="bg1"/>
                </a:solidFill>
                <a:latin typeface="JetBrains Mono" panose="020B0509020102050004" pitchFamily="49" charset="77"/>
              </a:rPr>
              <a:t>colorama</a:t>
            </a:r>
            <a:endParaRPr lang="en-AU" altLang="zh-CN" sz="1100" dirty="0">
              <a:solidFill>
                <a:schemeClr val="bg1"/>
              </a:solidFill>
              <a:latin typeface="JetBrains Mono" panose="020B0509020102050004" pitchFamily="49" charset="77"/>
            </a:endParaRPr>
          </a:p>
        </p:txBody>
      </p:sp>
      <p:sp>
        <p:nvSpPr>
          <p:cNvPr id="4" name="TextBox 3">
            <a:extLst>
              <a:ext uri="{FF2B5EF4-FFF2-40B4-BE49-F238E27FC236}">
                <a16:creationId xmlns:a16="http://schemas.microsoft.com/office/drawing/2014/main" id="{E52FE24B-BB2E-052D-2A94-F19806C2353E}"/>
              </a:ext>
            </a:extLst>
          </p:cNvPr>
          <p:cNvSpPr txBox="1"/>
          <p:nvPr/>
        </p:nvSpPr>
        <p:spPr>
          <a:xfrm>
            <a:off x="719998" y="2587455"/>
            <a:ext cx="6480000" cy="2700739"/>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latin typeface="JetBrains Mono" panose="020B0509020102050004" pitchFamily="49" charset="77"/>
              </a:rPr>
              <a:t>from </a:t>
            </a:r>
            <a:r>
              <a:rPr lang="en-AU" altLang="zh-CN" sz="1100" dirty="0" err="1">
                <a:latin typeface="JetBrains Mono" panose="020B0509020102050004" pitchFamily="49" charset="77"/>
              </a:rPr>
              <a:t>colorama</a:t>
            </a:r>
            <a:r>
              <a:rPr lang="en-AU" altLang="zh-CN" sz="1100" dirty="0">
                <a:latin typeface="JetBrains Mono" panose="020B0509020102050004" pitchFamily="49" charset="77"/>
              </a:rPr>
              <a:t> import </a:t>
            </a:r>
            <a:r>
              <a:rPr lang="en-AU" altLang="zh-CN" sz="1100" dirty="0" err="1">
                <a:latin typeface="JetBrains Mono" panose="020B0509020102050004" pitchFamily="49" charset="77"/>
              </a:rPr>
              <a:t>init</a:t>
            </a:r>
            <a:r>
              <a:rPr lang="en-AU" altLang="zh-CN" sz="1100" dirty="0">
                <a:latin typeface="JetBrains Mono" panose="020B0509020102050004" pitchFamily="49" charset="77"/>
              </a:rPr>
              <a:t>, Fore, Back, Style</a:t>
            </a:r>
          </a:p>
          <a:p>
            <a:pPr lvl="0">
              <a:spcBef>
                <a:spcPts val="450"/>
              </a:spcBef>
              <a:defRPr/>
            </a:pP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 essential for Windows environment</a:t>
            </a:r>
          </a:p>
          <a:p>
            <a:pPr lvl="0">
              <a:spcBef>
                <a:spcPts val="450"/>
              </a:spcBef>
              <a:defRPr/>
            </a:pPr>
            <a:r>
              <a:rPr lang="en-AU" altLang="zh-CN" sz="1100" dirty="0" err="1">
                <a:latin typeface="JetBrains Mono" panose="020B0509020102050004" pitchFamily="49" charset="77"/>
              </a:rPr>
              <a:t>init</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all available foreground </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err="1">
                <a:latin typeface="JetBrains Mono" panose="020B0509020102050004" pitchFamily="49" charset="77"/>
              </a:rPr>
              <a:t>rs</a:t>
            </a: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FORES = [</a:t>
            </a:r>
            <a:r>
              <a:rPr lang="en-AU" altLang="zh-CN" sz="1100" dirty="0" err="1">
                <a:latin typeface="JetBrains Mono" panose="020B0509020102050004" pitchFamily="49" charset="77"/>
              </a:rPr>
              <a:t>Fore.BLACK</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Fore.RED</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Fore.GREEN</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Fore.YELLOW</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Fore.BLUE</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Fore.MAGENTA</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Fore.CYAN</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Fore.WHITE</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all available background </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err="1">
                <a:latin typeface="JetBrains Mono" panose="020B0509020102050004" pitchFamily="49" charset="77"/>
              </a:rPr>
              <a:t>rs</a:t>
            </a: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BACKS = [</a:t>
            </a:r>
            <a:r>
              <a:rPr lang="en-AU" altLang="zh-CN" sz="1100" dirty="0" err="1">
                <a:latin typeface="JetBrains Mono" panose="020B0509020102050004" pitchFamily="49" charset="77"/>
              </a:rPr>
              <a:t>Back.BLACK</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Back.RED</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Back.GREEN</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Back.YELLOW</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Back.BLUE</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Back.MAGENTA</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Back.CYAN</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Back.WHITE</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brightness values</a:t>
            </a:r>
          </a:p>
          <a:p>
            <a:pPr lvl="0">
              <a:spcBef>
                <a:spcPts val="450"/>
              </a:spcBef>
              <a:defRPr/>
            </a:pPr>
            <a:r>
              <a:rPr lang="en-AU" altLang="zh-CN" sz="1100" dirty="0">
                <a:latin typeface="JetBrains Mono" panose="020B0509020102050004" pitchFamily="49" charset="77"/>
              </a:rPr>
              <a:t>BRIGHTNESS = [</a:t>
            </a:r>
            <a:r>
              <a:rPr lang="en-AU" altLang="zh-CN" sz="1100" dirty="0" err="1">
                <a:latin typeface="JetBrains Mono" panose="020B0509020102050004" pitchFamily="49" charset="77"/>
              </a:rPr>
              <a:t>Style.DIM</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Style.NORMAL</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Style.BRIGHT</a:t>
            </a:r>
            <a:r>
              <a:rPr lang="en-AU" altLang="zh-CN" sz="1100" dirty="0">
                <a:latin typeface="JetBrains Mono" panose="020B0509020102050004" pitchFamily="49" charset="77"/>
              </a:rPr>
              <a:t>]</a:t>
            </a:r>
          </a:p>
        </p:txBody>
      </p:sp>
    </p:spTree>
    <p:extLst>
      <p:ext uri="{BB962C8B-B14F-4D97-AF65-F5344CB8AC3E}">
        <p14:creationId xmlns:p14="http://schemas.microsoft.com/office/powerpoint/2010/main" val="671939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4BE7C5-93F4-2F3D-8AA0-5D8668B18D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80E465-2C79-EC58-647F-7BD30C8147F9}"/>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27</a:t>
            </a:r>
            <a:r>
              <a:rPr lang="zh-CN" altLang="en-US" dirty="0"/>
              <a:t> </a:t>
            </a:r>
            <a:r>
              <a:rPr lang="en-US" altLang="zh-CN" dirty="0" err="1"/>
              <a:t>Colour</a:t>
            </a:r>
            <a:r>
              <a:rPr lang="zh-CN" altLang="en-US" dirty="0"/>
              <a:t> </a:t>
            </a:r>
            <a:r>
              <a:rPr lang="en-US" altLang="zh-CN" dirty="0"/>
              <a:t>texts</a:t>
            </a:r>
          </a:p>
        </p:txBody>
      </p:sp>
      <p:sp>
        <p:nvSpPr>
          <p:cNvPr id="3" name="TextBox 2">
            <a:extLst>
              <a:ext uri="{FF2B5EF4-FFF2-40B4-BE49-F238E27FC236}">
                <a16:creationId xmlns:a16="http://schemas.microsoft.com/office/drawing/2014/main" id="{8F9703CD-7690-ED6E-B986-BFA597A58998}"/>
              </a:ext>
            </a:extLst>
          </p:cNvPr>
          <p:cNvSpPr txBox="1"/>
          <p:nvPr/>
        </p:nvSpPr>
        <p:spPr>
          <a:xfrm>
            <a:off x="359998" y="1260000"/>
            <a:ext cx="7200000" cy="3016210"/>
          </a:xfrm>
          <a:prstGeom prst="rect">
            <a:avLst/>
          </a:prstGeom>
          <a:noFill/>
        </p:spPr>
        <p:txBody>
          <a:bodyPr wrap="square">
            <a:spAutoFit/>
          </a:bodyPr>
          <a:lstStyle/>
          <a:p>
            <a:pPr fontAlgn="base">
              <a:spcBef>
                <a:spcPts val="600"/>
              </a:spcBef>
              <a:spcAft>
                <a:spcPts val="600"/>
              </a:spcAft>
            </a:pPr>
            <a:r>
              <a:rPr lang="en-US" altLang="zh-CN" sz="2000" dirty="0"/>
              <a:t>Put</a:t>
            </a:r>
            <a:r>
              <a:rPr lang="zh-CN" altLang="en-US" sz="2000" dirty="0"/>
              <a:t> </a:t>
            </a:r>
            <a:r>
              <a:rPr lang="en-US" altLang="zh-CN" sz="2000" dirty="0"/>
              <a:t>the</a:t>
            </a:r>
            <a:r>
              <a:rPr lang="zh-CN" altLang="en-US" sz="2000" dirty="0"/>
              <a:t> </a:t>
            </a:r>
            <a:r>
              <a:rPr lang="en-US" altLang="zh-CN" sz="2000" dirty="0"/>
              <a:t>colors</a:t>
            </a:r>
            <a:r>
              <a:rPr lang="zh-CN" altLang="en-US" sz="2000" dirty="0"/>
              <a:t> </a:t>
            </a:r>
            <a:r>
              <a:rPr lang="en-US" altLang="zh-CN" sz="2000" dirty="0"/>
              <a:t>and</a:t>
            </a:r>
            <a:r>
              <a:rPr lang="zh-CN" altLang="en-US" sz="2000" dirty="0"/>
              <a:t> </a:t>
            </a:r>
            <a:r>
              <a:rPr lang="en-US" altLang="zh-CN" sz="2000" dirty="0"/>
              <a:t>styles</a:t>
            </a:r>
            <a:r>
              <a:rPr lang="zh-CN" altLang="en-US" sz="2000" dirty="0"/>
              <a:t> </a:t>
            </a:r>
            <a:r>
              <a:rPr lang="en-US" altLang="zh-CN" sz="2000" dirty="0"/>
              <a:t>in</a:t>
            </a:r>
            <a:r>
              <a:rPr lang="zh-CN" altLang="en-US" sz="2000" dirty="0"/>
              <a:t> </a:t>
            </a:r>
            <a:r>
              <a:rPr lang="en-US" altLang="zh-CN" sz="2000" dirty="0"/>
              <a:t>front</a:t>
            </a:r>
            <a:r>
              <a:rPr lang="zh-CN" altLang="en-US" sz="2000" dirty="0"/>
              <a:t> </a:t>
            </a:r>
            <a:r>
              <a:rPr lang="en-US" altLang="zh-CN" sz="2000" dirty="0"/>
              <a:t>of</a:t>
            </a:r>
            <a:r>
              <a:rPr lang="zh-CN" altLang="en-US" sz="2000" dirty="0"/>
              <a:t> </a:t>
            </a:r>
            <a:r>
              <a:rPr lang="en-US" altLang="zh-CN" sz="2000" dirty="0"/>
              <a:t>the</a:t>
            </a:r>
            <a:r>
              <a:rPr lang="zh-CN" altLang="en-US" sz="2000" dirty="0"/>
              <a:t> </a:t>
            </a:r>
            <a:r>
              <a:rPr lang="en-US" altLang="zh-CN" sz="2000" dirty="0"/>
              <a:t>contents</a:t>
            </a:r>
            <a:r>
              <a:rPr lang="zh-CN" altLang="en-US" sz="2000" dirty="0"/>
              <a:t> </a:t>
            </a:r>
            <a:r>
              <a:rPr lang="en-US" altLang="zh-CN" sz="2000" dirty="0"/>
              <a:t>you</a:t>
            </a:r>
            <a:r>
              <a:rPr lang="zh-CN" altLang="en-US" sz="2000" dirty="0"/>
              <a:t> </a:t>
            </a:r>
            <a:r>
              <a:rPr lang="en-US" altLang="zh-CN" sz="2000" dirty="0"/>
              <a:t>want</a:t>
            </a:r>
            <a:r>
              <a:rPr lang="zh-CN" altLang="en-US" sz="2000" dirty="0"/>
              <a:t> </a:t>
            </a:r>
            <a:r>
              <a:rPr lang="en-US" altLang="zh-CN" sz="2000" dirty="0"/>
              <a:t>to</a:t>
            </a:r>
            <a:r>
              <a:rPr lang="zh-CN" altLang="en-US" sz="2000" dirty="0"/>
              <a:t> </a:t>
            </a:r>
            <a:r>
              <a:rPr lang="en-US" altLang="zh-CN" sz="2000" dirty="0"/>
              <a:t>print:</a:t>
            </a:r>
            <a:endParaRPr lang="en-GB" sz="2000" dirty="0"/>
          </a:p>
          <a:p>
            <a:pPr fontAlgn="base">
              <a:spcBef>
                <a:spcPts val="600"/>
              </a:spcBef>
              <a:spcAft>
                <a:spcPts val="600"/>
              </a:spcAft>
            </a:pPr>
            <a:endParaRPr lang="en-GB" sz="2000" dirty="0"/>
          </a:p>
          <a:p>
            <a:pPr fontAlgn="base">
              <a:spcBef>
                <a:spcPts val="600"/>
              </a:spcBef>
              <a:spcAft>
                <a:spcPts val="600"/>
              </a:spcAft>
            </a:pPr>
            <a:endParaRPr lang="en-GB" sz="2000" dirty="0"/>
          </a:p>
          <a:p>
            <a:pPr fontAlgn="base">
              <a:spcBef>
                <a:spcPts val="600"/>
              </a:spcBef>
              <a:spcAft>
                <a:spcPts val="600"/>
              </a:spcAft>
            </a:pPr>
            <a:endParaRPr lang="en-GB" sz="2000" dirty="0"/>
          </a:p>
          <a:p>
            <a:pPr fontAlgn="base">
              <a:spcBef>
                <a:spcPts val="600"/>
              </a:spcBef>
              <a:spcAft>
                <a:spcPts val="600"/>
              </a:spcAft>
            </a:pPr>
            <a:r>
              <a:rPr lang="en-US" altLang="zh-CN" sz="2000" dirty="0"/>
              <a:t>Let’s</a:t>
            </a:r>
            <a:r>
              <a:rPr lang="zh-CN" altLang="en-US" sz="2000" dirty="0"/>
              <a:t> </a:t>
            </a:r>
            <a:r>
              <a:rPr lang="en-US" altLang="zh-CN" sz="2000" dirty="0"/>
              <a:t>make</a:t>
            </a:r>
            <a:r>
              <a:rPr lang="zh-CN" altLang="en-US" sz="2000" dirty="0"/>
              <a:t> </a:t>
            </a:r>
            <a:r>
              <a:rPr lang="en-US" altLang="zh-CN" sz="2000" dirty="0"/>
              <a:t>it</a:t>
            </a:r>
            <a:r>
              <a:rPr lang="zh-CN" altLang="en-US" sz="2000" dirty="0"/>
              <a:t> </a:t>
            </a:r>
            <a:r>
              <a:rPr lang="en-US" altLang="zh-CN" sz="2000" dirty="0"/>
              <a:t>reusable</a:t>
            </a:r>
            <a:r>
              <a:rPr lang="zh-CN" altLang="en-US" sz="2000" dirty="0"/>
              <a:t> </a:t>
            </a:r>
            <a:r>
              <a:rPr lang="en-US" altLang="zh-CN" sz="2000" dirty="0"/>
              <a:t>for</a:t>
            </a:r>
            <a:r>
              <a:rPr lang="zh-CN" altLang="en-US" sz="2000" dirty="0"/>
              <a:t> </a:t>
            </a:r>
            <a:r>
              <a:rPr lang="en-US" altLang="zh-CN" sz="2000" dirty="0"/>
              <a:t>other</a:t>
            </a:r>
            <a:r>
              <a:rPr lang="zh-CN" altLang="en-US" sz="2000" dirty="0"/>
              <a:t> </a:t>
            </a:r>
            <a:r>
              <a:rPr lang="en-US" altLang="zh-CN" sz="2000" dirty="0"/>
              <a:t>contents:</a:t>
            </a:r>
            <a:endParaRPr lang="en-GB" sz="2000" dirty="0"/>
          </a:p>
          <a:p>
            <a:pPr fontAlgn="base">
              <a:spcBef>
                <a:spcPts val="600"/>
              </a:spcBef>
              <a:spcAft>
                <a:spcPts val="600"/>
              </a:spcAft>
            </a:pPr>
            <a:endParaRPr lang="en-GB" sz="2000" dirty="0"/>
          </a:p>
        </p:txBody>
      </p:sp>
      <p:sp>
        <p:nvSpPr>
          <p:cNvPr id="4" name="TextBox 3">
            <a:extLst>
              <a:ext uri="{FF2B5EF4-FFF2-40B4-BE49-F238E27FC236}">
                <a16:creationId xmlns:a16="http://schemas.microsoft.com/office/drawing/2014/main" id="{DDAE60B8-4ED4-4557-E8BD-B3F2C241FD90}"/>
              </a:ext>
            </a:extLst>
          </p:cNvPr>
          <p:cNvSpPr txBox="1"/>
          <p:nvPr/>
        </p:nvSpPr>
        <p:spPr>
          <a:xfrm>
            <a:off x="719998" y="2027772"/>
            <a:ext cx="6480000" cy="961802"/>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US" altLang="zh-CN" sz="1100" dirty="0">
                <a:latin typeface="JetBrains Mono" panose="020B0509020102050004" pitchFamily="49" charset="77"/>
              </a:rPr>
              <a:t>brightness</a:t>
            </a:r>
            <a:r>
              <a:rPr lang="zh-CN" altLang="en-US" sz="1100" dirty="0">
                <a:latin typeface="JetBrains Mono" panose="020B0509020102050004" pitchFamily="49" charset="77"/>
              </a:rPr>
              <a:t> </a:t>
            </a:r>
            <a:r>
              <a:rPr lang="en-US"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err="1">
                <a:latin typeface="JetBrains Mono" panose="020B0509020102050004" pitchFamily="49" charset="77"/>
              </a:rPr>
              <a:t>Styles.DIM</a:t>
            </a:r>
            <a:endParaRPr lang="en-US" altLang="zh-CN" sz="1100" dirty="0">
              <a:latin typeface="JetBrains Mono" panose="020B0509020102050004" pitchFamily="49" charset="77"/>
            </a:endParaRPr>
          </a:p>
          <a:p>
            <a:pPr lvl="0">
              <a:spcBef>
                <a:spcPts val="450"/>
              </a:spcBef>
              <a:defRPr/>
            </a:pPr>
            <a:r>
              <a:rPr lang="en-US" altLang="zh-CN" sz="1100" dirty="0" err="1">
                <a:latin typeface="JetBrains Mono" panose="020B0509020102050004" pitchFamily="49" charset="77"/>
              </a:rPr>
              <a:t>colour</a:t>
            </a:r>
            <a:r>
              <a:rPr lang="zh-CN" altLang="en-US" sz="1100" dirty="0">
                <a:latin typeface="JetBrains Mono" panose="020B0509020102050004" pitchFamily="49" charset="77"/>
              </a:rPr>
              <a:t> </a:t>
            </a:r>
            <a:r>
              <a:rPr lang="en-US"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err="1">
                <a:latin typeface="JetBrains Mono" panose="020B0509020102050004" pitchFamily="49" charset="77"/>
              </a:rPr>
              <a:t>Fore.WHITE</a:t>
            </a:r>
            <a:r>
              <a:rPr lang="zh-CN" altLang="en-US" sz="1100" dirty="0">
                <a:latin typeface="JetBrains Mono" panose="020B0509020102050004" pitchFamily="49" charset="77"/>
              </a:rPr>
              <a:t> </a:t>
            </a:r>
            <a:r>
              <a:rPr lang="en-US" altLang="zh-CN" sz="1100" dirty="0">
                <a:latin typeface="JetBrains Mono" panose="020B0509020102050004" pitchFamily="49" charset="77"/>
              </a:rPr>
              <a:t>+</a:t>
            </a:r>
            <a:r>
              <a:rPr lang="zh-CN" altLang="en-US" sz="1100" dirty="0">
                <a:latin typeface="JetBrains Mono" panose="020B0509020102050004" pitchFamily="49" charset="77"/>
              </a:rPr>
              <a:t> </a:t>
            </a:r>
            <a:r>
              <a:rPr lang="en-US" altLang="zh-CN" sz="1100" dirty="0" err="1">
                <a:latin typeface="JetBrains Mono" panose="020B0509020102050004" pitchFamily="49" charset="77"/>
              </a:rPr>
              <a:t>Back.BLUE</a:t>
            </a:r>
            <a:endParaRPr lang="en-US" altLang="zh-CN" sz="1100" dirty="0">
              <a:latin typeface="JetBrains Mono" panose="020B0509020102050004" pitchFamily="49" charset="77"/>
            </a:endParaRPr>
          </a:p>
          <a:p>
            <a:pPr lvl="0">
              <a:spcBef>
                <a:spcPts val="450"/>
              </a:spcBef>
              <a:defRPr/>
            </a:pP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print(f"{brightness}{</a:t>
            </a:r>
            <a:r>
              <a:rPr lang="en-AU" altLang="zh-CN" sz="1100" dirty="0" err="1">
                <a:latin typeface="JetBrains Mono" panose="020B0509020102050004" pitchFamily="49" charset="77"/>
              </a:rPr>
              <a:t>colo</a:t>
            </a:r>
            <a:r>
              <a:rPr lang="en-US" altLang="zh-CN" sz="1100" dirty="0">
                <a:latin typeface="JetBrains Mono" panose="020B0509020102050004" pitchFamily="49" charset="77"/>
              </a:rPr>
              <a:t>u</a:t>
            </a:r>
            <a:r>
              <a:rPr lang="en-AU" altLang="zh-CN" sz="1100" dirty="0">
                <a:latin typeface="JetBrains Mono" panose="020B0509020102050004" pitchFamily="49" charset="77"/>
              </a:rPr>
              <a:t>r}</a:t>
            </a:r>
            <a:r>
              <a:rPr lang="en-US" altLang="zh-CN" sz="1100" dirty="0">
                <a:latin typeface="JetBrains Mono" panose="020B0509020102050004" pitchFamily="49" charset="77"/>
              </a:rPr>
              <a:t>Hello,</a:t>
            </a:r>
            <a:r>
              <a:rPr lang="zh-CN" altLang="en-US" sz="1100" dirty="0">
                <a:latin typeface="JetBrains Mono" panose="020B0509020102050004" pitchFamily="49" charset="77"/>
              </a:rPr>
              <a:t> </a:t>
            </a:r>
            <a:r>
              <a:rPr lang="en-US" altLang="zh-CN" sz="1100" dirty="0">
                <a:latin typeface="JetBrains Mono" panose="020B0509020102050004" pitchFamily="49" charset="77"/>
              </a:rPr>
              <a:t>world</a:t>
            </a:r>
            <a:r>
              <a:rPr lang="en-AU" altLang="zh-CN" sz="1100" dirty="0">
                <a:latin typeface="JetBrains Mono" panose="020B0509020102050004" pitchFamily="49" charset="77"/>
              </a:rPr>
              <a:t>{</a:t>
            </a:r>
            <a:r>
              <a:rPr lang="en-AU" altLang="zh-CN" sz="1100" dirty="0" err="1">
                <a:latin typeface="JetBrains Mono" panose="020B0509020102050004" pitchFamily="49" charset="77"/>
              </a:rPr>
              <a:t>Style.RESET_ALL</a:t>
            </a:r>
            <a:r>
              <a:rPr lang="en-AU" altLang="zh-CN" sz="1100" dirty="0">
                <a:latin typeface="JetBrains Mono" panose="020B0509020102050004" pitchFamily="49" charset="77"/>
              </a:rPr>
              <a:t>}")</a:t>
            </a:r>
          </a:p>
        </p:txBody>
      </p:sp>
      <p:sp>
        <p:nvSpPr>
          <p:cNvPr id="5" name="TextBox 4">
            <a:extLst>
              <a:ext uri="{FF2B5EF4-FFF2-40B4-BE49-F238E27FC236}">
                <a16:creationId xmlns:a16="http://schemas.microsoft.com/office/drawing/2014/main" id="{BC266A61-0C6A-4D96-099E-546ABEC6CF0B}"/>
              </a:ext>
            </a:extLst>
          </p:cNvPr>
          <p:cNvSpPr txBox="1"/>
          <p:nvPr/>
        </p:nvSpPr>
        <p:spPr>
          <a:xfrm>
            <a:off x="719998" y="3838449"/>
            <a:ext cx="6480000" cy="1131079"/>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latin typeface="JetBrains Mono" panose="020B0509020102050004" pitchFamily="49" charset="77"/>
              </a:rPr>
              <a:t>def </a:t>
            </a:r>
            <a:r>
              <a:rPr lang="en-AU" altLang="zh-CN" sz="1100" dirty="0" err="1">
                <a:latin typeface="JetBrains Mono" panose="020B0509020102050004" pitchFamily="49" charset="77"/>
              </a:rPr>
              <a:t>print_with_color</a:t>
            </a:r>
            <a:r>
              <a:rPr lang="en-AU" altLang="zh-CN" sz="1100" dirty="0">
                <a:latin typeface="JetBrains Mono" panose="020B0509020102050004" pitchFamily="49" charset="77"/>
              </a:rPr>
              <a:t>(s, </a:t>
            </a:r>
            <a:r>
              <a:rPr lang="en-AU" altLang="zh-CN" sz="1100" dirty="0" err="1">
                <a:latin typeface="JetBrains Mono" panose="020B0509020102050004" pitchFamily="49" charset="77"/>
              </a:rPr>
              <a:t>color</a:t>
            </a:r>
            <a:r>
              <a:rPr lang="en-AU" altLang="zh-CN" sz="1100" dirty="0">
                <a:latin typeface="JetBrains Mono" panose="020B0509020102050004" pitchFamily="49" charset="77"/>
              </a:rPr>
              <a:t>=</a:t>
            </a:r>
            <a:r>
              <a:rPr lang="en-AU" altLang="zh-CN" sz="1100" dirty="0" err="1">
                <a:latin typeface="JetBrains Mono" panose="020B0509020102050004" pitchFamily="49" charset="77"/>
              </a:rPr>
              <a:t>Fore.WHITE</a:t>
            </a:r>
            <a:r>
              <a:rPr lang="en-AU" altLang="zh-CN" sz="1100" dirty="0">
                <a:latin typeface="JetBrains Mono" panose="020B0509020102050004" pitchFamily="49" charset="77"/>
              </a:rPr>
              <a:t>, brightness=</a:t>
            </a:r>
            <a:r>
              <a:rPr lang="en-AU" altLang="zh-CN" sz="1100" dirty="0" err="1">
                <a:latin typeface="JetBrains Mono" panose="020B0509020102050004" pitchFamily="49" charset="77"/>
              </a:rPr>
              <a:t>Style.NORMAL</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kwargs</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"""Utility function wrapping the regular `print()` function </a:t>
            </a:r>
          </a:p>
          <a:p>
            <a:pPr lvl="0">
              <a:spcBef>
                <a:spcPts val="450"/>
              </a:spcBef>
              <a:defRPr/>
            </a:pPr>
            <a:r>
              <a:rPr lang="en-AU" altLang="zh-CN" sz="1100" dirty="0">
                <a:latin typeface="JetBrains Mono" panose="020B0509020102050004" pitchFamily="49" charset="77"/>
              </a:rPr>
              <a:t>    but with </a:t>
            </a:r>
            <a:r>
              <a:rPr lang="en-AU" altLang="zh-CN" sz="1100" dirty="0" err="1">
                <a:latin typeface="JetBrains Mono" panose="020B0509020102050004" pitchFamily="49" charset="77"/>
              </a:rPr>
              <a:t>colors</a:t>
            </a:r>
            <a:r>
              <a:rPr lang="en-AU" altLang="zh-CN" sz="1100" dirty="0">
                <a:latin typeface="JetBrains Mono" panose="020B0509020102050004" pitchFamily="49" charset="77"/>
              </a:rPr>
              <a:t> and brightness"""</a:t>
            </a:r>
          </a:p>
          <a:p>
            <a:pPr lvl="0">
              <a:spcBef>
                <a:spcPts val="450"/>
              </a:spcBef>
              <a:defRPr/>
            </a:pPr>
            <a:r>
              <a:rPr lang="en-AU" altLang="zh-CN" sz="1100" dirty="0">
                <a:latin typeface="JetBrains Mono" panose="020B0509020102050004" pitchFamily="49" charset="77"/>
              </a:rPr>
              <a:t>    print(f"{brightness}{</a:t>
            </a:r>
            <a:r>
              <a:rPr lang="en-AU" altLang="zh-CN" sz="1100" dirty="0" err="1">
                <a:latin typeface="JetBrains Mono" panose="020B0509020102050004" pitchFamily="49" charset="77"/>
              </a:rPr>
              <a:t>color</a:t>
            </a:r>
            <a:r>
              <a:rPr lang="en-AU" altLang="zh-CN" sz="1100" dirty="0">
                <a:latin typeface="JetBrains Mono" panose="020B0509020102050004" pitchFamily="49" charset="77"/>
              </a:rPr>
              <a:t>}{s}{</a:t>
            </a:r>
            <a:r>
              <a:rPr lang="en-AU" altLang="zh-CN" sz="1100" dirty="0" err="1">
                <a:latin typeface="JetBrains Mono" panose="020B0509020102050004" pitchFamily="49" charset="77"/>
              </a:rPr>
              <a:t>Style.RESET_ALL</a:t>
            </a:r>
            <a:r>
              <a:rPr lang="en-AU" altLang="zh-CN" sz="1100" dirty="0">
                <a:latin typeface="JetBrains Mono" panose="020B0509020102050004" pitchFamily="49" charset="77"/>
              </a:rPr>
              <a:t>}", **</a:t>
            </a:r>
            <a:r>
              <a:rPr lang="en-AU" altLang="zh-CN" sz="1100" dirty="0" err="1">
                <a:latin typeface="JetBrains Mono" panose="020B0509020102050004" pitchFamily="49" charset="77"/>
              </a:rPr>
              <a:t>kwargs</a:t>
            </a:r>
            <a:r>
              <a:rPr lang="en-AU" altLang="zh-CN" sz="1100" dirty="0">
                <a:latin typeface="JetBrains Mono" panose="020B0509020102050004" pitchFamily="49" charset="77"/>
              </a:rPr>
              <a:t>)</a:t>
            </a:r>
          </a:p>
        </p:txBody>
      </p:sp>
    </p:spTree>
    <p:extLst>
      <p:ext uri="{BB962C8B-B14F-4D97-AF65-F5344CB8AC3E}">
        <p14:creationId xmlns:p14="http://schemas.microsoft.com/office/powerpoint/2010/main" val="112288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54E39-B239-2231-7C3B-E45282B00DD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4D96784C-5A51-B963-1342-CDD58AA594E8}"/>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3022138" y="2594591"/>
            <a:ext cx="2857500" cy="2857500"/>
          </a:xfrm>
          <a:prstGeom prst="rect">
            <a:avLst/>
          </a:prstGeom>
        </p:spPr>
      </p:pic>
      <p:sp>
        <p:nvSpPr>
          <p:cNvPr id="10" name="Title 1">
            <a:extLst>
              <a:ext uri="{FF2B5EF4-FFF2-40B4-BE49-F238E27FC236}">
                <a16:creationId xmlns:a16="http://schemas.microsoft.com/office/drawing/2014/main" id="{CB57188F-9AD4-3D09-9A63-DE73D5EDBF8A}"/>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28</a:t>
            </a:r>
            <a:r>
              <a:rPr lang="zh-CN" altLang="en-US" dirty="0"/>
              <a:t> </a:t>
            </a:r>
            <a:r>
              <a:rPr lang="en-US" altLang="zh-CN" dirty="0"/>
              <a:t>Circular</a:t>
            </a:r>
            <a:r>
              <a:rPr lang="zh-CN" altLang="en-US" dirty="0"/>
              <a:t> </a:t>
            </a:r>
            <a:r>
              <a:rPr lang="en-US" altLang="zh-CN" dirty="0"/>
              <a:t>maze</a:t>
            </a:r>
          </a:p>
        </p:txBody>
      </p:sp>
      <p:sp>
        <p:nvSpPr>
          <p:cNvPr id="2" name="TextBox 1">
            <a:extLst>
              <a:ext uri="{FF2B5EF4-FFF2-40B4-BE49-F238E27FC236}">
                <a16:creationId xmlns:a16="http://schemas.microsoft.com/office/drawing/2014/main" id="{89766447-5CC8-4932-E585-8C9BFA3BBB64}"/>
              </a:ext>
            </a:extLst>
          </p:cNvPr>
          <p:cNvSpPr txBox="1"/>
          <p:nvPr/>
        </p:nvSpPr>
        <p:spPr>
          <a:xfrm>
            <a:off x="359998" y="1260000"/>
            <a:ext cx="7200000" cy="400110"/>
          </a:xfrm>
          <a:prstGeom prst="rect">
            <a:avLst/>
          </a:prstGeom>
          <a:noFill/>
        </p:spPr>
        <p:txBody>
          <a:bodyPr wrap="square">
            <a:spAutoFit/>
          </a:bodyPr>
          <a:lstStyle/>
          <a:p>
            <a:pPr fontAlgn="base">
              <a:spcBef>
                <a:spcPts val="600"/>
              </a:spcBef>
              <a:spcAft>
                <a:spcPts val="600"/>
              </a:spcAft>
            </a:pPr>
            <a:r>
              <a:rPr lang="en-US" altLang="zh-CN" sz="2000" dirty="0"/>
              <a:t>Let’s</a:t>
            </a:r>
            <a:r>
              <a:rPr lang="zh-CN" altLang="en-US" sz="2000" dirty="0"/>
              <a:t> </a:t>
            </a:r>
            <a:r>
              <a:rPr lang="en-US" altLang="zh-CN" sz="2000" dirty="0"/>
              <a:t>solve</a:t>
            </a:r>
            <a:r>
              <a:rPr lang="zh-CN" altLang="en-US" sz="2000" dirty="0"/>
              <a:t> </a:t>
            </a:r>
            <a:r>
              <a:rPr lang="en-US" altLang="zh-CN" sz="2000" dirty="0"/>
              <a:t>this</a:t>
            </a:r>
            <a:r>
              <a:rPr lang="zh-CN" altLang="en-US" sz="2000" dirty="0"/>
              <a:t> </a:t>
            </a:r>
            <a:r>
              <a:rPr lang="en-US" altLang="zh-CN" sz="2000" dirty="0"/>
              <a:t>maze</a:t>
            </a:r>
            <a:r>
              <a:rPr lang="zh-CN" altLang="en-US" sz="2000" dirty="0"/>
              <a:t> </a:t>
            </a:r>
            <a:r>
              <a:rPr lang="en-US" altLang="zh-CN" sz="2000" dirty="0"/>
              <a:t>on</a:t>
            </a:r>
            <a:r>
              <a:rPr lang="zh-CN" altLang="en-US" sz="2000" dirty="0"/>
              <a:t> </a:t>
            </a:r>
            <a:r>
              <a:rPr lang="en-US" altLang="zh-CN" sz="2000" dirty="0"/>
              <a:t>screen:</a:t>
            </a:r>
          </a:p>
        </p:txBody>
      </p:sp>
      <p:pic>
        <p:nvPicPr>
          <p:cNvPr id="6" name="Screen Recording 2026-08-07 at 11.42.49 pm.mov">
            <a:hlinkClick r:id="" action="ppaction://media"/>
            <a:extLst>
              <a:ext uri="{FF2B5EF4-FFF2-40B4-BE49-F238E27FC236}">
                <a16:creationId xmlns:a16="http://schemas.microsoft.com/office/drawing/2014/main" id="{8859DC02-5422-B331-468E-17974716C23B}"/>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1617747" y="1666457"/>
            <a:ext cx="5624715" cy="4444624"/>
          </a:xfrm>
          <a:prstGeom prst="rect">
            <a:avLst/>
          </a:prstGeom>
        </p:spPr>
      </p:pic>
    </p:spTree>
    <p:extLst>
      <p:ext uri="{BB962C8B-B14F-4D97-AF65-F5344CB8AC3E}">
        <p14:creationId xmlns:p14="http://schemas.microsoft.com/office/powerpoint/2010/main" val="1066154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48AAF-C358-C4BF-E97D-75B955EE62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2B54E1-2351-6436-7EE9-FA1A0A59BCD2}"/>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28</a:t>
            </a:r>
            <a:r>
              <a:rPr lang="zh-CN" altLang="en-US" dirty="0"/>
              <a:t> </a:t>
            </a:r>
            <a:r>
              <a:rPr lang="en-US" altLang="zh-CN" dirty="0"/>
              <a:t>Circular</a:t>
            </a:r>
            <a:r>
              <a:rPr lang="zh-CN" altLang="en-US" dirty="0"/>
              <a:t> </a:t>
            </a:r>
            <a:r>
              <a:rPr lang="en-US" altLang="zh-CN" dirty="0"/>
              <a:t>maze</a:t>
            </a:r>
          </a:p>
        </p:txBody>
      </p:sp>
      <p:sp>
        <p:nvSpPr>
          <p:cNvPr id="5" name="TextBox 4">
            <a:extLst>
              <a:ext uri="{FF2B5EF4-FFF2-40B4-BE49-F238E27FC236}">
                <a16:creationId xmlns:a16="http://schemas.microsoft.com/office/drawing/2014/main" id="{26FD158D-621E-63ED-37B6-A0AC0074E974}"/>
              </a:ext>
            </a:extLst>
          </p:cNvPr>
          <p:cNvSpPr txBox="1"/>
          <p:nvPr/>
        </p:nvSpPr>
        <p:spPr>
          <a:xfrm>
            <a:off x="359998" y="1260000"/>
            <a:ext cx="7200000" cy="1938992"/>
          </a:xfrm>
          <a:prstGeom prst="rect">
            <a:avLst/>
          </a:prstGeom>
          <a:noFill/>
        </p:spPr>
        <p:txBody>
          <a:bodyPr wrap="square">
            <a:spAutoFit/>
          </a:bodyPr>
          <a:lstStyle/>
          <a:p>
            <a:pPr fontAlgn="base">
              <a:spcBef>
                <a:spcPts val="600"/>
              </a:spcBef>
              <a:spcAft>
                <a:spcPts val="600"/>
              </a:spcAft>
            </a:pPr>
            <a:r>
              <a:rPr lang="en-AU" altLang="zh-CN" sz="2000" b="1" dirty="0"/>
              <a:t>Apparent</a:t>
            </a:r>
            <a:r>
              <a:rPr lang="en-US" altLang="zh-CN" sz="2000" b="1" dirty="0" err="1"/>
              <a:t>ly</a:t>
            </a:r>
            <a:r>
              <a:rPr lang="zh-CN" altLang="en-US" sz="2000" b="1" dirty="0"/>
              <a:t> </a:t>
            </a:r>
            <a:r>
              <a:rPr lang="en-US" altLang="zh-CN" sz="2000" b="1" dirty="0"/>
              <a:t>we</a:t>
            </a:r>
            <a:r>
              <a:rPr lang="zh-CN" altLang="en-US" sz="2000" b="1" dirty="0"/>
              <a:t> </a:t>
            </a:r>
            <a:r>
              <a:rPr lang="en-US" altLang="zh-CN" sz="2000" b="1" dirty="0"/>
              <a:t>need</a:t>
            </a:r>
            <a:r>
              <a:rPr lang="zh-CN" altLang="en-US" sz="2000" b="1" dirty="0"/>
              <a:t> </a:t>
            </a:r>
            <a:r>
              <a:rPr lang="en-US" altLang="zh-CN" sz="2000" b="1" dirty="0"/>
              <a:t>to</a:t>
            </a:r>
            <a:r>
              <a:rPr lang="zh-CN" altLang="en-US" sz="2000" b="1" dirty="0"/>
              <a:t> </a:t>
            </a:r>
            <a:r>
              <a:rPr lang="en-US" altLang="zh-CN" sz="2000" b="1" dirty="0"/>
              <a:t>draw</a:t>
            </a:r>
            <a:r>
              <a:rPr lang="zh-CN" altLang="en-US" sz="2000" b="1" dirty="0"/>
              <a:t> </a:t>
            </a:r>
            <a:r>
              <a:rPr lang="en-US" altLang="zh-CN" sz="2000" b="1" dirty="0"/>
              <a:t>an</a:t>
            </a:r>
            <a:r>
              <a:rPr lang="zh-CN" altLang="en-US" sz="2000" b="1" dirty="0"/>
              <a:t> </a:t>
            </a:r>
            <a:r>
              <a:rPr lang="en-US" altLang="zh-CN" sz="2000" b="1" dirty="0"/>
              <a:t>arc</a:t>
            </a:r>
          </a:p>
          <a:p>
            <a:pPr fontAlgn="base"/>
            <a:r>
              <a:rPr lang="en-US" altLang="zh-CN" dirty="0"/>
              <a:t>Create</a:t>
            </a:r>
            <a:r>
              <a:rPr lang="zh-CN" altLang="en-US" dirty="0"/>
              <a:t> </a:t>
            </a:r>
            <a:r>
              <a:rPr lang="en-US" altLang="zh-CN" dirty="0"/>
              <a:t>a</a:t>
            </a:r>
            <a:r>
              <a:rPr lang="en-AU" dirty="0"/>
              <a:t> function called </a:t>
            </a:r>
            <a:r>
              <a:rPr lang="en-AU" sz="1400" dirty="0" err="1">
                <a:latin typeface="JetBrains Mono" panose="020B0509020102050004" pitchFamily="49" charset="77"/>
                <a:cs typeface="Consolas" panose="020B0609020204030204" pitchFamily="49" charset="0"/>
              </a:rPr>
              <a:t>drawArc</a:t>
            </a:r>
            <a:r>
              <a:rPr lang="en-AU" sz="1400" dirty="0">
                <a:latin typeface="JetBrains Mono" panose="020B0509020102050004" pitchFamily="49" charset="77"/>
                <a:cs typeface="Consolas" panose="020B0609020204030204" pitchFamily="49" charset="0"/>
              </a:rPr>
              <a:t>() </a:t>
            </a:r>
            <a:r>
              <a:rPr lang="en-AU" dirty="0"/>
              <a:t>that takes three parameters:</a:t>
            </a:r>
          </a:p>
          <a:p>
            <a:pPr marL="285750" lvl="0" indent="-285750" fontAlgn="base">
              <a:buFont typeface="Arial" panose="020B0604020202020204" pitchFamily="34" charset="0"/>
              <a:buChar char="•"/>
            </a:pPr>
            <a:r>
              <a:rPr lang="en-AU" dirty="0"/>
              <a:t>The </a:t>
            </a:r>
            <a:r>
              <a:rPr lang="en-AU" b="1" dirty="0"/>
              <a:t>radius</a:t>
            </a:r>
            <a:r>
              <a:rPr lang="en-AU" dirty="0"/>
              <a:t> of the arc (in pixels)</a:t>
            </a:r>
          </a:p>
          <a:p>
            <a:pPr marL="285750" lvl="0" indent="-285750" fontAlgn="base">
              <a:buFont typeface="Arial" panose="020B0604020202020204" pitchFamily="34" charset="0"/>
              <a:buChar char="•"/>
            </a:pPr>
            <a:r>
              <a:rPr lang="en-AU" dirty="0"/>
              <a:t>The </a:t>
            </a:r>
            <a:r>
              <a:rPr lang="en-AU" b="1" dirty="0"/>
              <a:t>starting angle </a:t>
            </a:r>
            <a:r>
              <a:rPr lang="en-AU" dirty="0"/>
              <a:t>of the arc (in degrees)</a:t>
            </a:r>
          </a:p>
          <a:p>
            <a:pPr marL="285750" lvl="0" indent="-285750" fontAlgn="base">
              <a:buFont typeface="Arial" panose="020B0604020202020204" pitchFamily="34" charset="0"/>
              <a:buChar char="•"/>
            </a:pPr>
            <a:r>
              <a:rPr lang="en-AU" dirty="0"/>
              <a:t>The </a:t>
            </a:r>
            <a:r>
              <a:rPr lang="en-AU" b="1" dirty="0"/>
              <a:t>angle</a:t>
            </a:r>
            <a:r>
              <a:rPr lang="en-AU" dirty="0"/>
              <a:t> of the arc (in degrees)</a:t>
            </a:r>
          </a:p>
          <a:p>
            <a:pPr fontAlgn="base">
              <a:spcBef>
                <a:spcPts val="600"/>
              </a:spcBef>
              <a:spcAft>
                <a:spcPts val="600"/>
              </a:spcAft>
            </a:pPr>
            <a:endParaRPr lang="en-AU" dirty="0"/>
          </a:p>
        </p:txBody>
      </p:sp>
      <p:pic>
        <p:nvPicPr>
          <p:cNvPr id="6" name="Picture 5">
            <a:extLst>
              <a:ext uri="{FF2B5EF4-FFF2-40B4-BE49-F238E27FC236}">
                <a16:creationId xmlns:a16="http://schemas.microsoft.com/office/drawing/2014/main" id="{5B1E633D-DE4E-EF07-D83B-A26F8CA49D1B}"/>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59998" y="2958523"/>
            <a:ext cx="5257800" cy="3577590"/>
          </a:xfrm>
          <a:prstGeom prst="rect">
            <a:avLst/>
          </a:prstGeom>
        </p:spPr>
      </p:pic>
    </p:spTree>
    <p:extLst>
      <p:ext uri="{BB962C8B-B14F-4D97-AF65-F5344CB8AC3E}">
        <p14:creationId xmlns:p14="http://schemas.microsoft.com/office/powerpoint/2010/main" val="963355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7271E-08B1-CCA7-8485-54155463BA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481FEE-5373-0275-A5D1-5B8496255113}"/>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28</a:t>
            </a:r>
            <a:r>
              <a:rPr lang="zh-CN" altLang="en-US" dirty="0"/>
              <a:t> </a:t>
            </a:r>
            <a:r>
              <a:rPr lang="en-US" altLang="zh-CN" dirty="0"/>
              <a:t>Circular</a:t>
            </a:r>
            <a:r>
              <a:rPr lang="zh-CN" altLang="en-US" dirty="0"/>
              <a:t> </a:t>
            </a:r>
            <a:r>
              <a:rPr lang="en-US" altLang="zh-CN" dirty="0"/>
              <a:t>Maze</a:t>
            </a:r>
          </a:p>
        </p:txBody>
      </p:sp>
      <p:sp>
        <p:nvSpPr>
          <p:cNvPr id="3" name="TextBox 2">
            <a:extLst>
              <a:ext uri="{FF2B5EF4-FFF2-40B4-BE49-F238E27FC236}">
                <a16:creationId xmlns:a16="http://schemas.microsoft.com/office/drawing/2014/main" id="{1C414CAD-A1EA-F181-16AC-E19E240C27DF}"/>
              </a:ext>
            </a:extLst>
          </p:cNvPr>
          <p:cNvSpPr txBox="1"/>
          <p:nvPr/>
        </p:nvSpPr>
        <p:spPr>
          <a:xfrm>
            <a:off x="359998" y="1260000"/>
            <a:ext cx="7200000" cy="400110"/>
          </a:xfrm>
          <a:prstGeom prst="rect">
            <a:avLst/>
          </a:prstGeom>
          <a:noFill/>
        </p:spPr>
        <p:txBody>
          <a:bodyPr wrap="square">
            <a:spAutoFit/>
          </a:bodyPr>
          <a:lstStyle/>
          <a:p>
            <a:pPr fontAlgn="base">
              <a:spcBef>
                <a:spcPts val="600"/>
              </a:spcBef>
              <a:spcAft>
                <a:spcPts val="600"/>
              </a:spcAft>
            </a:pPr>
            <a:r>
              <a:rPr lang="en-US" altLang="zh-CN" sz="2000" dirty="0"/>
              <a:t>And</a:t>
            </a:r>
            <a:r>
              <a:rPr lang="zh-CN" altLang="en-US" sz="2000" dirty="0"/>
              <a:t> </a:t>
            </a:r>
            <a:r>
              <a:rPr lang="en-US" altLang="zh-CN" sz="2000" dirty="0"/>
              <a:t>other</a:t>
            </a:r>
            <a:r>
              <a:rPr lang="zh-CN" altLang="en-US" sz="2000" dirty="0"/>
              <a:t> </a:t>
            </a:r>
            <a:r>
              <a:rPr lang="en-US" altLang="zh-CN" sz="2000" dirty="0"/>
              <a:t>kinds</a:t>
            </a:r>
            <a:r>
              <a:rPr lang="zh-CN" altLang="en-US" sz="2000" dirty="0"/>
              <a:t> </a:t>
            </a:r>
            <a:r>
              <a:rPr lang="en-US" altLang="zh-CN" sz="2000" dirty="0"/>
              <a:t>of</a:t>
            </a:r>
            <a:r>
              <a:rPr lang="zh-CN" altLang="en-US" sz="2000" dirty="0"/>
              <a:t> </a:t>
            </a:r>
            <a:r>
              <a:rPr lang="en-US" altLang="zh-CN" sz="2000" dirty="0"/>
              <a:t>arcs</a:t>
            </a:r>
            <a:endParaRPr lang="en-GB" sz="2000" dirty="0"/>
          </a:p>
        </p:txBody>
      </p:sp>
      <p:pic>
        <p:nvPicPr>
          <p:cNvPr id="6" name="Picture 5">
            <a:extLst>
              <a:ext uri="{FF2B5EF4-FFF2-40B4-BE49-F238E27FC236}">
                <a16:creationId xmlns:a16="http://schemas.microsoft.com/office/drawing/2014/main" id="{2F47D2A8-673D-AAA1-C0C9-3C6344B730F6}"/>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59998" y="1838960"/>
            <a:ext cx="4673600" cy="3180080"/>
          </a:xfrm>
          <a:prstGeom prst="rect">
            <a:avLst/>
          </a:prstGeom>
        </p:spPr>
      </p:pic>
      <p:pic>
        <p:nvPicPr>
          <p:cNvPr id="7" name="Picture 6">
            <a:extLst>
              <a:ext uri="{FF2B5EF4-FFF2-40B4-BE49-F238E27FC236}">
                <a16:creationId xmlns:a16="http://schemas.microsoft.com/office/drawing/2014/main" id="{7D5F676A-0FDB-0125-DBCB-3505B3F91A5C}"/>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800478" y="3286978"/>
            <a:ext cx="4673600" cy="3180080"/>
          </a:xfrm>
          <a:prstGeom prst="rect">
            <a:avLst/>
          </a:prstGeom>
        </p:spPr>
      </p:pic>
    </p:spTree>
    <p:extLst>
      <p:ext uri="{BB962C8B-B14F-4D97-AF65-F5344CB8AC3E}">
        <p14:creationId xmlns:p14="http://schemas.microsoft.com/office/powerpoint/2010/main" val="4197106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AED58-BE02-769E-EAF9-A4112F394AA1}"/>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6C5C01DF-E92F-2F72-394F-F7D2FF1231A8}"/>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28</a:t>
            </a:r>
            <a:r>
              <a:rPr lang="zh-CN" altLang="en-US" dirty="0"/>
              <a:t> </a:t>
            </a:r>
            <a:r>
              <a:rPr lang="en-US" altLang="zh-CN" dirty="0"/>
              <a:t>Circular</a:t>
            </a:r>
            <a:r>
              <a:rPr lang="zh-CN" altLang="en-US" dirty="0"/>
              <a:t> </a:t>
            </a:r>
            <a:r>
              <a:rPr lang="en-US" altLang="zh-CN" dirty="0"/>
              <a:t>maze</a:t>
            </a:r>
          </a:p>
        </p:txBody>
      </p:sp>
      <p:sp>
        <p:nvSpPr>
          <p:cNvPr id="2" name="TextBox 1">
            <a:extLst>
              <a:ext uri="{FF2B5EF4-FFF2-40B4-BE49-F238E27FC236}">
                <a16:creationId xmlns:a16="http://schemas.microsoft.com/office/drawing/2014/main" id="{05BE941C-1789-B7AA-A0E5-0E6688EBA088}"/>
              </a:ext>
            </a:extLst>
          </p:cNvPr>
          <p:cNvSpPr txBox="1"/>
          <p:nvPr/>
        </p:nvSpPr>
        <p:spPr>
          <a:xfrm>
            <a:off x="359998" y="1260000"/>
            <a:ext cx="7200000" cy="1692771"/>
          </a:xfrm>
          <a:prstGeom prst="rect">
            <a:avLst/>
          </a:prstGeom>
          <a:noFill/>
        </p:spPr>
        <p:txBody>
          <a:bodyPr wrap="square">
            <a:spAutoFit/>
          </a:bodyPr>
          <a:lstStyle/>
          <a:p>
            <a:pPr fontAlgn="base">
              <a:spcBef>
                <a:spcPts val="600"/>
              </a:spcBef>
              <a:spcAft>
                <a:spcPts val="600"/>
              </a:spcAft>
            </a:pPr>
            <a:r>
              <a:rPr lang="en-US" altLang="zh-CN" sz="2000" dirty="0"/>
              <a:t>Use</a:t>
            </a:r>
            <a:r>
              <a:rPr lang="zh-CN" altLang="en-US" sz="2000" dirty="0"/>
              <a:t> </a:t>
            </a:r>
            <a:r>
              <a:rPr lang="en-US" altLang="zh-CN" sz="2000" dirty="0"/>
              <a:t>Python</a:t>
            </a:r>
            <a:r>
              <a:rPr lang="zh-CN" altLang="en-US" sz="2000" dirty="0"/>
              <a:t> </a:t>
            </a:r>
            <a:r>
              <a:rPr lang="en-US" altLang="zh-CN" sz="2000" dirty="0"/>
              <a:t>Turtle</a:t>
            </a:r>
            <a:r>
              <a:rPr lang="zh-CN" altLang="en-US" sz="2000" dirty="0"/>
              <a:t> </a:t>
            </a:r>
            <a:r>
              <a:rPr lang="en-US" altLang="zh-CN" sz="1600" dirty="0">
                <a:latin typeface="JetBrains Mono" panose="020B0509020102050004" pitchFamily="49" charset="77"/>
              </a:rPr>
              <a:t>circle(radius,</a:t>
            </a:r>
            <a:r>
              <a:rPr lang="zh-CN" altLang="en-US" sz="1600" dirty="0">
                <a:latin typeface="JetBrains Mono" panose="020B0509020102050004" pitchFamily="49" charset="77"/>
              </a:rPr>
              <a:t> </a:t>
            </a:r>
            <a:r>
              <a:rPr lang="en-US" altLang="zh-CN" sz="1600" dirty="0">
                <a:latin typeface="JetBrains Mono" panose="020B0509020102050004" pitchFamily="49" charset="77"/>
              </a:rPr>
              <a:t>extent)</a:t>
            </a:r>
            <a:r>
              <a:rPr lang="zh-CN" altLang="en-US" sz="1600" dirty="0">
                <a:latin typeface="JetBrains Mono" panose="020B0509020102050004" pitchFamily="49" charset="77"/>
              </a:rPr>
              <a:t> </a:t>
            </a:r>
            <a:r>
              <a:rPr lang="en-US" altLang="zh-CN" sz="2000" dirty="0"/>
              <a:t>function.</a:t>
            </a:r>
          </a:p>
          <a:p>
            <a:pPr fontAlgn="base">
              <a:spcBef>
                <a:spcPts val="600"/>
              </a:spcBef>
              <a:spcAft>
                <a:spcPts val="600"/>
              </a:spcAft>
            </a:pPr>
            <a:r>
              <a:rPr lang="en-US" altLang="zh-CN" sz="1200" dirty="0">
                <a:latin typeface="JetBrains Mono" panose="020B0509020102050004" pitchFamily="49" charset="77"/>
                <a:hlinkClick r:id="rId2"/>
              </a:rPr>
              <a:t>https://docs.python.org/3/library/turtle.html#module-turtle</a:t>
            </a:r>
            <a:endParaRPr lang="en-US" altLang="zh-CN" sz="1200" dirty="0">
              <a:latin typeface="JetBrains Mono" panose="020B0509020102050004" pitchFamily="49" charset="77"/>
            </a:endParaRPr>
          </a:p>
          <a:p>
            <a:pPr fontAlgn="base">
              <a:spcBef>
                <a:spcPts val="600"/>
              </a:spcBef>
              <a:spcAft>
                <a:spcPts val="600"/>
              </a:spcAft>
            </a:pPr>
            <a:endParaRPr lang="en-US" altLang="zh-CN" sz="2000" dirty="0"/>
          </a:p>
          <a:p>
            <a:pPr fontAlgn="base">
              <a:spcBef>
                <a:spcPts val="600"/>
              </a:spcBef>
              <a:spcAft>
                <a:spcPts val="600"/>
              </a:spcAft>
            </a:pPr>
            <a:endParaRPr lang="en-US" altLang="zh-CN" sz="2000" dirty="0"/>
          </a:p>
        </p:txBody>
      </p:sp>
      <p:pic>
        <p:nvPicPr>
          <p:cNvPr id="3" name="Picture 2">
            <a:extLst>
              <a:ext uri="{FF2B5EF4-FFF2-40B4-BE49-F238E27FC236}">
                <a16:creationId xmlns:a16="http://schemas.microsoft.com/office/drawing/2014/main" id="{AE357B58-58B9-D34E-F866-5548B490ED13}"/>
              </a:ext>
            </a:extLst>
          </p:cNvPr>
          <p:cNvPicPr>
            <a:picLocks noChangeAspect="1"/>
          </p:cNvPicPr>
          <p:nvPr/>
        </p:nvPicPr>
        <p:blipFill>
          <a:blip r:embed="rId3"/>
          <a:stretch>
            <a:fillRect/>
          </a:stretch>
        </p:blipFill>
        <p:spPr>
          <a:xfrm>
            <a:off x="359998" y="2012591"/>
            <a:ext cx="6549957" cy="4615246"/>
          </a:xfrm>
          <a:prstGeom prst="rect">
            <a:avLst/>
          </a:prstGeom>
        </p:spPr>
      </p:pic>
    </p:spTree>
    <p:extLst>
      <p:ext uri="{BB962C8B-B14F-4D97-AF65-F5344CB8AC3E}">
        <p14:creationId xmlns:p14="http://schemas.microsoft.com/office/powerpoint/2010/main" val="2768628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83472-FA27-1B6D-1899-00FBFA7599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1D5D2D-7632-328E-C87E-6C8DE4417DEA}"/>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28</a:t>
            </a:r>
            <a:r>
              <a:rPr lang="zh-CN" altLang="en-US" dirty="0"/>
              <a:t> </a:t>
            </a:r>
            <a:r>
              <a:rPr lang="en-US" altLang="zh-CN" dirty="0"/>
              <a:t>Circular</a:t>
            </a:r>
            <a:r>
              <a:rPr lang="zh-CN" altLang="en-US" dirty="0"/>
              <a:t> </a:t>
            </a:r>
            <a:r>
              <a:rPr lang="en-US" altLang="zh-CN" dirty="0"/>
              <a:t>maze</a:t>
            </a:r>
          </a:p>
        </p:txBody>
      </p:sp>
      <p:sp>
        <p:nvSpPr>
          <p:cNvPr id="3" name="TextBox 2">
            <a:extLst>
              <a:ext uri="{FF2B5EF4-FFF2-40B4-BE49-F238E27FC236}">
                <a16:creationId xmlns:a16="http://schemas.microsoft.com/office/drawing/2014/main" id="{DFDD39C0-AD1B-D54F-5C81-AF92D255BB3B}"/>
              </a:ext>
            </a:extLst>
          </p:cNvPr>
          <p:cNvSpPr txBox="1"/>
          <p:nvPr/>
        </p:nvSpPr>
        <p:spPr>
          <a:xfrm>
            <a:off x="719998" y="1620000"/>
            <a:ext cx="7200000" cy="2828980"/>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US" altLang="zh-CN" sz="1100" dirty="0">
                <a:latin typeface="JetBrains Mono" panose="020B0509020102050004" pitchFamily="49" charset="77"/>
              </a:rPr>
              <a:t>import</a:t>
            </a:r>
            <a:r>
              <a:rPr lang="zh-CN" altLang="en-US" sz="1100" dirty="0">
                <a:latin typeface="JetBrains Mono" panose="020B0509020102050004" pitchFamily="49" charset="77"/>
              </a:rPr>
              <a:t> </a:t>
            </a:r>
            <a:r>
              <a:rPr lang="en-US" altLang="zh-CN" sz="1100" dirty="0">
                <a:latin typeface="JetBrains Mono" panose="020B0509020102050004" pitchFamily="49" charset="77"/>
              </a:rPr>
              <a:t>turtle</a:t>
            </a:r>
            <a:endParaRPr lang="en-AU" altLang="zh-CN" sz="1100" dirty="0">
              <a:latin typeface="JetBrains Mono" panose="020B0509020102050004" pitchFamily="49" charset="77"/>
            </a:endParaRPr>
          </a:p>
          <a:p>
            <a:pPr lvl="0">
              <a:spcBef>
                <a:spcPts val="450"/>
              </a:spcBef>
              <a:defRPr/>
            </a:pP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def </a:t>
            </a:r>
            <a:r>
              <a:rPr lang="en-AU" altLang="zh-CN" sz="1100" dirty="0" err="1">
                <a:latin typeface="JetBrains Mono" panose="020B0509020102050004" pitchFamily="49" charset="77"/>
              </a:rPr>
              <a:t>drawArc</a:t>
            </a:r>
            <a:r>
              <a:rPr lang="en-AU" altLang="zh-CN" sz="1100" dirty="0">
                <a:latin typeface="JetBrains Mono" panose="020B0509020102050004" pitchFamily="49" charset="77"/>
              </a:rPr>
              <a:t>(</a:t>
            </a:r>
            <a:r>
              <a:rPr lang="en-AU" altLang="zh-CN" sz="1100" dirty="0" err="1">
                <a:latin typeface="JetBrains Mono" panose="020B0509020102050004" pitchFamily="49" charset="77"/>
              </a:rPr>
              <a:t>radius,startingAngle,angle</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myPen.setheading</a:t>
            </a:r>
            <a:r>
              <a:rPr lang="en-AU" altLang="zh-CN" sz="1100" dirty="0">
                <a:latin typeface="JetBrains Mono" panose="020B0509020102050004" pitchFamily="49" charset="77"/>
              </a:rPr>
              <a:t>(startingAngle+90)</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myPen.circle</a:t>
            </a:r>
            <a:r>
              <a:rPr lang="en-AU" altLang="zh-CN" sz="1100" dirty="0">
                <a:latin typeface="JetBrains Mono" panose="020B0509020102050004" pitchFamily="49" charset="77"/>
              </a:rPr>
              <a:t>(</a:t>
            </a:r>
            <a:r>
              <a:rPr lang="en-AU" altLang="zh-CN" sz="1100" dirty="0" err="1">
                <a:latin typeface="JetBrains Mono" panose="020B0509020102050004" pitchFamily="49" charset="77"/>
              </a:rPr>
              <a:t>radius,angle</a:t>
            </a:r>
            <a:r>
              <a:rPr lang="en-AU" altLang="zh-CN" sz="1100" dirty="0">
                <a:latin typeface="JetBrains Mono" panose="020B0509020102050004" pitchFamily="49" charset="77"/>
              </a:rPr>
              <a:t>) </a:t>
            </a:r>
          </a:p>
          <a:p>
            <a:pPr lvl="0">
              <a:spcBef>
                <a:spcPts val="450"/>
              </a:spcBef>
              <a:defRPr/>
            </a:pPr>
            <a:endParaRPr lang="en-AU" altLang="zh-CN" sz="1100" dirty="0">
              <a:latin typeface="JetBrains Mono" panose="020B0509020102050004" pitchFamily="49" charset="77"/>
            </a:endParaRPr>
          </a:p>
          <a:p>
            <a:pPr lvl="0">
              <a:spcBef>
                <a:spcPts val="450"/>
              </a:spcBef>
              <a:defRPr/>
            </a:pPr>
            <a:r>
              <a:rPr lang="en-AU" altLang="zh-CN" sz="1100" dirty="0" err="1">
                <a:latin typeface="JetBrains Mono" panose="020B0509020102050004" pitchFamily="49" charset="77"/>
              </a:rPr>
              <a:t>myPen</a:t>
            </a:r>
            <a:r>
              <a:rPr lang="en-AU" altLang="zh-CN" sz="1100" dirty="0">
                <a:latin typeface="JetBrains Mono" panose="020B0509020102050004" pitchFamily="49" charset="77"/>
              </a:rPr>
              <a:t> = </a:t>
            </a:r>
            <a:r>
              <a:rPr lang="en-AU" altLang="zh-CN" sz="1100" dirty="0" err="1">
                <a:latin typeface="JetBrains Mono" panose="020B0509020102050004" pitchFamily="49" charset="77"/>
              </a:rPr>
              <a:t>turtle.Turtle</a:t>
            </a:r>
            <a:r>
              <a:rPr lang="en-AU" altLang="zh-CN" sz="1100" dirty="0">
                <a:latin typeface="JetBrains Mono" panose="020B0509020102050004" pitchFamily="49" charset="77"/>
              </a:rPr>
              <a:t>()</a:t>
            </a:r>
          </a:p>
          <a:p>
            <a:pPr lvl="0">
              <a:spcBef>
                <a:spcPts val="450"/>
              </a:spcBef>
              <a:defRPr/>
            </a:pPr>
            <a:r>
              <a:rPr lang="en-AU" altLang="zh-CN" sz="1100" dirty="0" err="1">
                <a:latin typeface="JetBrains Mono" panose="020B0509020102050004" pitchFamily="49" charset="77"/>
              </a:rPr>
              <a:t>myPen.speed</a:t>
            </a:r>
            <a:r>
              <a:rPr lang="en-AU" altLang="zh-CN" sz="1100" dirty="0">
                <a:latin typeface="JetBrains Mono" panose="020B0509020102050004" pitchFamily="49" charset="77"/>
              </a:rPr>
              <a:t>(100)</a:t>
            </a:r>
          </a:p>
          <a:p>
            <a:pPr lvl="0">
              <a:spcBef>
                <a:spcPts val="450"/>
              </a:spcBef>
              <a:defRPr/>
            </a:pPr>
            <a:r>
              <a:rPr lang="en-AU" altLang="zh-CN" sz="1100" dirty="0">
                <a:latin typeface="JetBrains Mono" panose="020B0509020102050004" pitchFamily="49" charset="77"/>
              </a:rPr>
              <a:t>screen = </a:t>
            </a:r>
            <a:r>
              <a:rPr lang="en-AU" altLang="zh-CN" sz="1100" dirty="0" err="1">
                <a:latin typeface="JetBrains Mono" panose="020B0509020102050004" pitchFamily="49" charset="77"/>
              </a:rPr>
              <a:t>turtle.Screen</a:t>
            </a:r>
            <a:r>
              <a:rPr lang="en-AU" altLang="zh-CN" sz="1100" dirty="0">
                <a:latin typeface="JetBrains Mono" panose="020B0509020102050004" pitchFamily="49" charset="77"/>
              </a:rPr>
              <a:t>()</a:t>
            </a:r>
          </a:p>
          <a:p>
            <a:pPr lvl="0">
              <a:spcBef>
                <a:spcPts val="450"/>
              </a:spcBef>
              <a:defRPr/>
            </a:pPr>
            <a:r>
              <a:rPr lang="en-AU" altLang="zh-CN" sz="1100" dirty="0" err="1">
                <a:latin typeface="JetBrains Mono" panose="020B0509020102050004" pitchFamily="49" charset="77"/>
              </a:rPr>
              <a:t>screen.setup</a:t>
            </a:r>
            <a:r>
              <a:rPr lang="en-AU" altLang="zh-CN" sz="1100" dirty="0">
                <a:latin typeface="JetBrains Mono" panose="020B0509020102050004" pitchFamily="49" charset="77"/>
              </a:rPr>
              <a:t>(400, 400)</a:t>
            </a:r>
          </a:p>
          <a:p>
            <a:pPr lvl="0">
              <a:spcBef>
                <a:spcPts val="450"/>
              </a:spcBef>
              <a:defRPr/>
            </a:pPr>
            <a:r>
              <a:rPr lang="en-AU" altLang="zh-CN" sz="1100" dirty="0" err="1">
                <a:latin typeface="JetBrains Mono" panose="020B0509020102050004" pitchFamily="49" charset="77"/>
              </a:rPr>
              <a:t>myPen.forward</a:t>
            </a:r>
            <a:r>
              <a:rPr lang="en-AU" altLang="zh-CN" sz="1100" dirty="0">
                <a:latin typeface="JetBrains Mono" panose="020B0509020102050004" pitchFamily="49" charset="77"/>
              </a:rPr>
              <a:t>(25)</a:t>
            </a:r>
          </a:p>
          <a:p>
            <a:pPr lvl="0">
              <a:spcBef>
                <a:spcPts val="450"/>
              </a:spcBef>
              <a:defRPr/>
            </a:pPr>
            <a:r>
              <a:rPr lang="en-AU" altLang="zh-CN" sz="1100" dirty="0" err="1">
                <a:latin typeface="JetBrains Mono" panose="020B0509020102050004" pitchFamily="49" charset="77"/>
              </a:rPr>
              <a:t>drawArc</a:t>
            </a:r>
            <a:r>
              <a:rPr lang="en-AU" altLang="zh-CN" sz="1100" dirty="0">
                <a:latin typeface="JetBrains Mono" panose="020B0509020102050004" pitchFamily="49" charset="77"/>
              </a:rPr>
              <a:t>(165,175,-160)</a:t>
            </a:r>
          </a:p>
        </p:txBody>
      </p:sp>
    </p:spTree>
    <p:extLst>
      <p:ext uri="{BB962C8B-B14F-4D97-AF65-F5344CB8AC3E}">
        <p14:creationId xmlns:p14="http://schemas.microsoft.com/office/powerpoint/2010/main" val="15067065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9463D-E829-1D23-4EA1-CF853867AE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9186A0-9706-510C-F937-698D06063719}"/>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28</a:t>
            </a:r>
            <a:r>
              <a:rPr lang="zh-CN" altLang="en-US" dirty="0"/>
              <a:t> </a:t>
            </a:r>
            <a:r>
              <a:rPr lang="en-US" altLang="zh-CN" dirty="0"/>
              <a:t>Circular</a:t>
            </a:r>
            <a:r>
              <a:rPr lang="zh-CN" altLang="en-US" dirty="0"/>
              <a:t> </a:t>
            </a:r>
            <a:r>
              <a:rPr lang="en-US" altLang="zh-CN" dirty="0"/>
              <a:t>Maze</a:t>
            </a:r>
          </a:p>
        </p:txBody>
      </p:sp>
      <p:sp>
        <p:nvSpPr>
          <p:cNvPr id="3" name="TextBox 2">
            <a:extLst>
              <a:ext uri="{FF2B5EF4-FFF2-40B4-BE49-F238E27FC236}">
                <a16:creationId xmlns:a16="http://schemas.microsoft.com/office/drawing/2014/main" id="{D6B73212-AB96-221D-5ADC-B7AFB2CE21D6}"/>
              </a:ext>
            </a:extLst>
          </p:cNvPr>
          <p:cNvSpPr txBox="1"/>
          <p:nvPr/>
        </p:nvSpPr>
        <p:spPr>
          <a:xfrm>
            <a:off x="359998" y="1260000"/>
            <a:ext cx="7200000" cy="707886"/>
          </a:xfrm>
          <a:prstGeom prst="rect">
            <a:avLst/>
          </a:prstGeom>
          <a:noFill/>
        </p:spPr>
        <p:txBody>
          <a:bodyPr wrap="square">
            <a:spAutoFit/>
          </a:bodyPr>
          <a:lstStyle/>
          <a:p>
            <a:pPr fontAlgn="base">
              <a:spcBef>
                <a:spcPts val="600"/>
              </a:spcBef>
              <a:spcAft>
                <a:spcPts val="600"/>
              </a:spcAft>
            </a:pPr>
            <a:r>
              <a:rPr lang="en-US" altLang="zh-CN" sz="2000" dirty="0"/>
              <a:t>Then</a:t>
            </a:r>
            <a:r>
              <a:rPr lang="zh-CN" altLang="en-US" sz="2000" dirty="0"/>
              <a:t> </a:t>
            </a:r>
            <a:r>
              <a:rPr lang="en-US" altLang="zh-CN" sz="2000" dirty="0"/>
              <a:t>go</a:t>
            </a:r>
            <a:r>
              <a:rPr lang="zh-CN" altLang="en-US" sz="2000" dirty="0"/>
              <a:t> </a:t>
            </a:r>
            <a:r>
              <a:rPr lang="en-US" altLang="zh-CN" sz="2000" dirty="0"/>
              <a:t>ahead,</a:t>
            </a:r>
            <a:r>
              <a:rPr lang="zh-CN" altLang="en-US" sz="2000" dirty="0"/>
              <a:t> </a:t>
            </a:r>
            <a:r>
              <a:rPr lang="en-US" altLang="zh-CN" sz="2000" dirty="0"/>
              <a:t>keep</a:t>
            </a:r>
            <a:r>
              <a:rPr lang="zh-CN" altLang="en-US" sz="2000" dirty="0"/>
              <a:t> </a:t>
            </a:r>
            <a:r>
              <a:rPr lang="en-US" altLang="zh-CN" sz="2000" dirty="0"/>
              <a:t>trying</a:t>
            </a:r>
            <a:r>
              <a:rPr lang="zh-CN" altLang="en-US" sz="2000" dirty="0"/>
              <a:t> </a:t>
            </a:r>
            <a:r>
              <a:rPr lang="en-US" altLang="zh-CN" sz="2000" dirty="0"/>
              <a:t>to</a:t>
            </a:r>
            <a:r>
              <a:rPr lang="zh-CN" altLang="en-US" sz="2000" dirty="0"/>
              <a:t> </a:t>
            </a:r>
            <a:r>
              <a:rPr lang="en-US" altLang="zh-CN" sz="2000" dirty="0"/>
              <a:t>find</a:t>
            </a:r>
            <a:r>
              <a:rPr lang="zh-CN" altLang="en-US" sz="2000" dirty="0"/>
              <a:t> </a:t>
            </a:r>
            <a:r>
              <a:rPr lang="en-US" altLang="zh-CN" sz="2000" dirty="0"/>
              <a:t>all</a:t>
            </a:r>
            <a:r>
              <a:rPr lang="zh-CN" altLang="en-US" sz="2000" dirty="0"/>
              <a:t> </a:t>
            </a:r>
            <a:r>
              <a:rPr lang="en-US" altLang="zh-CN" sz="2000" dirty="0"/>
              <a:t>the</a:t>
            </a:r>
            <a:r>
              <a:rPr lang="zh-CN" altLang="en-US" sz="2000" dirty="0"/>
              <a:t> </a:t>
            </a:r>
            <a:r>
              <a:rPr lang="en-US" altLang="zh-CN" sz="2000" dirty="0"/>
              <a:t>angles</a:t>
            </a:r>
            <a:r>
              <a:rPr lang="zh-CN" altLang="en-US" sz="2000" dirty="0"/>
              <a:t> </a:t>
            </a:r>
            <a:r>
              <a:rPr lang="en-US" altLang="zh-CN" sz="2000" dirty="0"/>
              <a:t>and</a:t>
            </a:r>
            <a:r>
              <a:rPr lang="zh-CN" altLang="en-US" sz="2000" dirty="0"/>
              <a:t> </a:t>
            </a:r>
            <a:r>
              <a:rPr lang="en-US" altLang="zh-CN" sz="2000" dirty="0"/>
              <a:t>forward</a:t>
            </a:r>
            <a:r>
              <a:rPr lang="zh-CN" altLang="en-US" sz="2000" dirty="0"/>
              <a:t> </a:t>
            </a:r>
            <a:r>
              <a:rPr lang="en-US" altLang="zh-CN" sz="2000" dirty="0"/>
              <a:t>steps</a:t>
            </a:r>
            <a:r>
              <a:rPr lang="zh-CN" altLang="en-US" sz="2000" dirty="0"/>
              <a:t> </a:t>
            </a:r>
            <a:r>
              <a:rPr lang="en-US" altLang="zh-CN" sz="2000" dirty="0"/>
              <a:t>,</a:t>
            </a:r>
            <a:r>
              <a:rPr lang="zh-CN" altLang="en-US" sz="2000" dirty="0"/>
              <a:t> </a:t>
            </a:r>
            <a:r>
              <a:rPr lang="en-US" altLang="zh-CN" sz="2000" dirty="0"/>
              <a:t>and</a:t>
            </a:r>
            <a:r>
              <a:rPr lang="zh-CN" altLang="en-US" sz="2000" dirty="0"/>
              <a:t> </a:t>
            </a:r>
            <a:r>
              <a:rPr lang="en-US" altLang="zh-CN" sz="2000" dirty="0"/>
              <a:t>solve</a:t>
            </a:r>
            <a:r>
              <a:rPr lang="zh-CN" altLang="en-US" sz="2000" dirty="0"/>
              <a:t> </a:t>
            </a:r>
            <a:r>
              <a:rPr lang="en-US" altLang="zh-CN" sz="2000" dirty="0"/>
              <a:t>the</a:t>
            </a:r>
            <a:r>
              <a:rPr lang="zh-CN" altLang="en-US" sz="2000" dirty="0"/>
              <a:t> </a:t>
            </a:r>
            <a:r>
              <a:rPr lang="en-US" altLang="zh-CN" sz="2000" dirty="0"/>
              <a:t>maze.</a:t>
            </a:r>
            <a:endParaRPr lang="en-GB" sz="2000" dirty="0"/>
          </a:p>
        </p:txBody>
      </p:sp>
    </p:spTree>
    <p:extLst>
      <p:ext uri="{BB962C8B-B14F-4D97-AF65-F5344CB8AC3E}">
        <p14:creationId xmlns:p14="http://schemas.microsoft.com/office/powerpoint/2010/main" val="2301312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A319D-A3B4-356D-B68D-DBD644E7D89A}"/>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889A0AEC-E1BC-4FD4-79D1-AF4174926459}"/>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29</a:t>
            </a:r>
            <a:r>
              <a:rPr lang="zh-CN" altLang="en-US" dirty="0"/>
              <a:t> </a:t>
            </a:r>
            <a:r>
              <a:rPr lang="en-US" altLang="zh-CN" dirty="0"/>
              <a:t>Art</a:t>
            </a:r>
            <a:r>
              <a:rPr lang="zh-CN" altLang="en-US" dirty="0"/>
              <a:t> </a:t>
            </a:r>
            <a:r>
              <a:rPr lang="en-US" altLang="zh-CN" dirty="0"/>
              <a:t>Class</a:t>
            </a:r>
            <a:r>
              <a:rPr lang="zh-CN" altLang="en-US" dirty="0"/>
              <a:t> </a:t>
            </a:r>
            <a:r>
              <a:rPr lang="en-US" altLang="zh-CN" dirty="0"/>
              <a:t>II</a:t>
            </a:r>
            <a:r>
              <a:rPr lang="zh-CN" altLang="en-US" dirty="0"/>
              <a:t> </a:t>
            </a:r>
            <a:r>
              <a:rPr lang="en-US" altLang="zh-CN" dirty="0"/>
              <a:t>(2021</a:t>
            </a:r>
            <a:r>
              <a:rPr lang="zh-CN" altLang="en-US" dirty="0"/>
              <a:t> </a:t>
            </a:r>
            <a:r>
              <a:rPr lang="en-US" altLang="zh-CN" dirty="0"/>
              <a:t>AIO</a:t>
            </a:r>
            <a:r>
              <a:rPr lang="zh-CN" altLang="en-US" dirty="0"/>
              <a:t> </a:t>
            </a:r>
            <a:r>
              <a:rPr lang="en-US" altLang="zh-CN" dirty="0"/>
              <a:t>P2)</a:t>
            </a:r>
          </a:p>
        </p:txBody>
      </p:sp>
      <p:sp>
        <p:nvSpPr>
          <p:cNvPr id="4" name="TextBox 3">
            <a:extLst>
              <a:ext uri="{FF2B5EF4-FFF2-40B4-BE49-F238E27FC236}">
                <a16:creationId xmlns:a16="http://schemas.microsoft.com/office/drawing/2014/main" id="{0E020F37-BB37-7CBA-DCC9-0086BC99CDAA}"/>
              </a:ext>
            </a:extLst>
          </p:cNvPr>
          <p:cNvSpPr txBox="1"/>
          <p:nvPr/>
        </p:nvSpPr>
        <p:spPr>
          <a:xfrm>
            <a:off x="359998" y="1620000"/>
            <a:ext cx="7200000" cy="4732065"/>
          </a:xfrm>
          <a:prstGeom prst="rect">
            <a:avLst/>
          </a:prstGeom>
          <a:noFill/>
        </p:spPr>
        <p:txBody>
          <a:bodyPr wrap="square">
            <a:spAutoFit/>
          </a:bodyPr>
          <a:lstStyle/>
          <a:p>
            <a:pPr fontAlgn="base">
              <a:spcBef>
                <a:spcPts val="600"/>
              </a:spcBef>
              <a:spcAft>
                <a:spcPts val="600"/>
              </a:spcAft>
            </a:pPr>
            <a:r>
              <a:rPr lang="en-US" altLang="zh-CN" sz="2000" dirty="0"/>
              <a:t>You and your classmates were being a little too rowdy during art class this morning and have made</a:t>
            </a:r>
            <a:r>
              <a:rPr lang="zh-CN" altLang="en-US" sz="2000" dirty="0"/>
              <a:t> </a:t>
            </a:r>
            <a:r>
              <a:rPr lang="en-US" altLang="zh-CN" sz="2000" dirty="0"/>
              <a:t>a bit of a mess.</a:t>
            </a:r>
          </a:p>
          <a:p>
            <a:pPr fontAlgn="base">
              <a:spcBef>
                <a:spcPts val="600"/>
              </a:spcBef>
              <a:spcAft>
                <a:spcPts val="600"/>
              </a:spcAft>
            </a:pPr>
            <a:r>
              <a:rPr lang="en-US" altLang="zh-CN" sz="2000" dirty="0"/>
              <a:t>There’s a large, usually blank wall at the back of the classroom. Unfortunately, the class</a:t>
            </a:r>
            <a:r>
              <a:rPr lang="zh-CN" altLang="en-US" sz="2000" dirty="0"/>
              <a:t> </a:t>
            </a:r>
            <a:r>
              <a:rPr lang="en-US" altLang="zh-CN" sz="2000" dirty="0"/>
              <a:t>(mostly you, honestly) have made N holes in the wall. The </a:t>
            </a:r>
            <a:r>
              <a:rPr lang="en-US" altLang="zh-CN" sz="2000" i="1" dirty="0" err="1"/>
              <a:t>i-th</a:t>
            </a:r>
            <a:r>
              <a:rPr lang="en-US" altLang="zh-CN" sz="2000" i="1" dirty="0"/>
              <a:t> </a:t>
            </a:r>
            <a:r>
              <a:rPr lang="en-US" altLang="zh-CN" sz="2000" dirty="0"/>
              <a:t>hole is located </a:t>
            </a:r>
            <a:r>
              <a:rPr lang="en-US" altLang="zh-CN" sz="2000" i="1" dirty="0"/>
              <a:t>x</a:t>
            </a:r>
            <a:r>
              <a:rPr lang="en-US" altLang="zh-CN" sz="2000" i="1" baseline="-25000" dirty="0"/>
              <a:t>i</a:t>
            </a:r>
            <a:r>
              <a:rPr lang="en-US" altLang="zh-CN" sz="2000" dirty="0"/>
              <a:t> </a:t>
            </a:r>
            <a:r>
              <a:rPr lang="en-US" altLang="zh-CN" sz="2000" dirty="0" err="1"/>
              <a:t>centimetres</a:t>
            </a:r>
            <a:r>
              <a:rPr lang="en-US" altLang="zh-CN" sz="2000" dirty="0"/>
              <a:t> from</a:t>
            </a:r>
            <a:r>
              <a:rPr lang="zh-CN" altLang="en-US" sz="2000" dirty="0"/>
              <a:t> </a:t>
            </a:r>
            <a:r>
              <a:rPr lang="en-US" altLang="zh-CN" sz="2000" dirty="0"/>
              <a:t>the left edge of the wall, and </a:t>
            </a:r>
            <a:r>
              <a:rPr lang="en-US" altLang="zh-CN" sz="2000" i="1" dirty="0" err="1"/>
              <a:t>y</a:t>
            </a:r>
            <a:r>
              <a:rPr lang="en-US" altLang="zh-CN" sz="2000" i="1" baseline="-25000" dirty="0" err="1"/>
              <a:t>i</a:t>
            </a:r>
            <a:r>
              <a:rPr lang="en-US" altLang="zh-CN" sz="2000" dirty="0"/>
              <a:t> </a:t>
            </a:r>
            <a:r>
              <a:rPr lang="en-US" altLang="zh-CN" sz="2000" dirty="0" err="1"/>
              <a:t>centimetres</a:t>
            </a:r>
            <a:r>
              <a:rPr lang="en-US" altLang="zh-CN" sz="2000" dirty="0"/>
              <a:t> from the bottom edge of the wall.</a:t>
            </a:r>
          </a:p>
          <a:p>
            <a:pPr fontAlgn="base">
              <a:spcBef>
                <a:spcPts val="600"/>
              </a:spcBef>
              <a:spcAft>
                <a:spcPts val="600"/>
              </a:spcAft>
            </a:pPr>
            <a:r>
              <a:rPr lang="en-US" altLang="zh-CN" sz="2000" dirty="0"/>
              <a:t>You and your class have decided to create a single large poster to put on the wall to cover the</a:t>
            </a:r>
            <a:r>
              <a:rPr lang="zh-CN" altLang="en-US" sz="2000" dirty="0"/>
              <a:t> </a:t>
            </a:r>
            <a:r>
              <a:rPr lang="en-US" altLang="zh-CN" sz="2000" dirty="0"/>
              <a:t>holes.</a:t>
            </a:r>
          </a:p>
          <a:p>
            <a:pPr fontAlgn="base">
              <a:spcBef>
                <a:spcPts val="600"/>
              </a:spcBef>
              <a:spcAft>
                <a:spcPts val="600"/>
              </a:spcAft>
            </a:pPr>
            <a:r>
              <a:rPr lang="en-US" altLang="zh-CN" sz="2000" dirty="0"/>
              <a:t>To be as inconspicuous as possible, your poster should be:</a:t>
            </a:r>
          </a:p>
          <a:p>
            <a:pPr fontAlgn="base">
              <a:spcBef>
                <a:spcPts val="300"/>
              </a:spcBef>
              <a:spcAft>
                <a:spcPts val="300"/>
              </a:spcAft>
            </a:pPr>
            <a:r>
              <a:rPr lang="en-US" altLang="zh-CN" dirty="0"/>
              <a:t>• rectangular in shape</a:t>
            </a:r>
          </a:p>
          <a:p>
            <a:pPr fontAlgn="base">
              <a:spcBef>
                <a:spcPts val="300"/>
              </a:spcBef>
              <a:spcAft>
                <a:spcPts val="300"/>
              </a:spcAft>
            </a:pPr>
            <a:r>
              <a:rPr lang="en-US" altLang="zh-CN" dirty="0"/>
              <a:t>• hung so its sides are parallel to the edges of the wall</a:t>
            </a:r>
          </a:p>
          <a:p>
            <a:pPr fontAlgn="base">
              <a:spcBef>
                <a:spcPts val="300"/>
              </a:spcBef>
              <a:spcAft>
                <a:spcPts val="300"/>
              </a:spcAft>
            </a:pPr>
            <a:r>
              <a:rPr lang="en-US" altLang="zh-CN" dirty="0"/>
              <a:t>• large enough to cover all of the holes</a:t>
            </a:r>
          </a:p>
        </p:txBody>
      </p:sp>
    </p:spTree>
    <p:extLst>
      <p:ext uri="{BB962C8B-B14F-4D97-AF65-F5344CB8AC3E}">
        <p14:creationId xmlns:p14="http://schemas.microsoft.com/office/powerpoint/2010/main" val="22008610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82E5E-4D17-4F3C-718C-9D2A0832AE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1EF1E7-5F97-4912-1A46-A502351C1350}"/>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29</a:t>
            </a:r>
            <a:r>
              <a:rPr lang="zh-CN" altLang="en-US" dirty="0"/>
              <a:t> </a:t>
            </a:r>
            <a:r>
              <a:rPr lang="en-US" altLang="zh-CN" dirty="0"/>
              <a:t>Art</a:t>
            </a:r>
            <a:r>
              <a:rPr lang="zh-CN" altLang="en-US" dirty="0"/>
              <a:t> </a:t>
            </a:r>
            <a:r>
              <a:rPr lang="en-US" altLang="zh-CN" dirty="0"/>
              <a:t>Class</a:t>
            </a:r>
            <a:r>
              <a:rPr lang="zh-CN" altLang="en-US" dirty="0"/>
              <a:t> </a:t>
            </a:r>
            <a:r>
              <a:rPr lang="en-US" altLang="zh-CN" dirty="0"/>
              <a:t>II</a:t>
            </a:r>
            <a:r>
              <a:rPr lang="zh-CN" altLang="en-US" dirty="0"/>
              <a:t> </a:t>
            </a:r>
            <a:r>
              <a:rPr lang="en-US" altLang="zh-CN" dirty="0"/>
              <a:t>(2021</a:t>
            </a:r>
            <a:r>
              <a:rPr lang="zh-CN" altLang="en-US" dirty="0"/>
              <a:t> </a:t>
            </a:r>
            <a:r>
              <a:rPr lang="en-US" altLang="zh-CN" dirty="0"/>
              <a:t>AIO</a:t>
            </a:r>
            <a:r>
              <a:rPr lang="zh-CN" altLang="en-US" dirty="0"/>
              <a:t> </a:t>
            </a:r>
            <a:r>
              <a:rPr lang="en-US" altLang="zh-CN" dirty="0"/>
              <a:t>P2)</a:t>
            </a:r>
          </a:p>
        </p:txBody>
      </p:sp>
      <p:sp>
        <p:nvSpPr>
          <p:cNvPr id="4" name="TextBox 3">
            <a:extLst>
              <a:ext uri="{FF2B5EF4-FFF2-40B4-BE49-F238E27FC236}">
                <a16:creationId xmlns:a16="http://schemas.microsoft.com/office/drawing/2014/main" id="{DC70B1AE-7F90-DE64-A1AC-09AFE2BD161A}"/>
              </a:ext>
            </a:extLst>
          </p:cNvPr>
          <p:cNvSpPr txBox="1"/>
          <p:nvPr/>
        </p:nvSpPr>
        <p:spPr>
          <a:xfrm>
            <a:off x="359997" y="1620000"/>
            <a:ext cx="7200000" cy="1785104"/>
          </a:xfrm>
          <a:prstGeom prst="rect">
            <a:avLst/>
          </a:prstGeom>
          <a:noFill/>
        </p:spPr>
        <p:txBody>
          <a:bodyPr wrap="square">
            <a:spAutoFit/>
          </a:bodyPr>
          <a:lstStyle/>
          <a:p>
            <a:pPr fontAlgn="base">
              <a:spcBef>
                <a:spcPts val="600"/>
              </a:spcBef>
              <a:spcAft>
                <a:spcPts val="600"/>
              </a:spcAft>
            </a:pPr>
            <a:r>
              <a:rPr lang="en-US" altLang="zh-CN" sz="2000" dirty="0"/>
              <a:t>Note that a hole on the very edge of the poster will still be hidden (seems like your teacher</a:t>
            </a:r>
            <a:r>
              <a:rPr lang="zh-CN" altLang="en-US" sz="2000" dirty="0"/>
              <a:t> </a:t>
            </a:r>
            <a:r>
              <a:rPr lang="en-US" altLang="zh-CN" sz="2000" dirty="0"/>
              <a:t>forgot their glasses today).</a:t>
            </a:r>
          </a:p>
          <a:p>
            <a:pPr fontAlgn="base">
              <a:spcBef>
                <a:spcPts val="600"/>
              </a:spcBef>
              <a:spcAft>
                <a:spcPts val="600"/>
              </a:spcAft>
            </a:pPr>
            <a:r>
              <a:rPr lang="en-US" altLang="zh-CN" sz="2000" dirty="0"/>
              <a:t>You don’t have a lot of time before the teacher returns, so you’ve decided to write a program</a:t>
            </a:r>
            <a:r>
              <a:rPr lang="zh-CN" altLang="en-US" sz="2000" dirty="0"/>
              <a:t> </a:t>
            </a:r>
            <a:r>
              <a:rPr lang="en-US" altLang="zh-CN" sz="2000" dirty="0"/>
              <a:t>that will tell you the area of the smallest poster that will cover all the holes.</a:t>
            </a:r>
          </a:p>
        </p:txBody>
      </p:sp>
      <p:sp>
        <p:nvSpPr>
          <p:cNvPr id="6" name="TextBox 5">
            <a:extLst>
              <a:ext uri="{FF2B5EF4-FFF2-40B4-BE49-F238E27FC236}">
                <a16:creationId xmlns:a16="http://schemas.microsoft.com/office/drawing/2014/main" id="{7029EF80-69EC-3738-047C-3DE015EE682C}"/>
              </a:ext>
            </a:extLst>
          </p:cNvPr>
          <p:cNvSpPr txBox="1"/>
          <p:nvPr/>
        </p:nvSpPr>
        <p:spPr>
          <a:xfrm>
            <a:off x="359998" y="3405104"/>
            <a:ext cx="7200000" cy="2554545"/>
          </a:xfrm>
          <a:prstGeom prst="rect">
            <a:avLst/>
          </a:prstGeom>
          <a:noFill/>
        </p:spPr>
        <p:txBody>
          <a:bodyPr wrap="square">
            <a:spAutoFit/>
          </a:bodyPr>
          <a:lstStyle/>
          <a:p>
            <a:pPr fontAlgn="base">
              <a:spcBef>
                <a:spcPts val="600"/>
              </a:spcBef>
              <a:spcAft>
                <a:spcPts val="600"/>
              </a:spcAft>
            </a:pPr>
            <a:r>
              <a:rPr lang="en-US" altLang="zh-CN" sz="2000" b="1" dirty="0"/>
              <a:t>Input</a:t>
            </a:r>
          </a:p>
          <a:p>
            <a:pPr fontAlgn="base">
              <a:spcBef>
                <a:spcPts val="300"/>
              </a:spcBef>
              <a:spcAft>
                <a:spcPts val="300"/>
              </a:spcAft>
            </a:pPr>
            <a:r>
              <a:rPr lang="en-US" altLang="zh-CN" dirty="0"/>
              <a:t>• The first line of input contains the single integer </a:t>
            </a:r>
            <a:r>
              <a:rPr lang="en-US" altLang="zh-CN" i="1" dirty="0"/>
              <a:t>N</a:t>
            </a:r>
            <a:r>
              <a:rPr lang="en-US" altLang="zh-CN" dirty="0"/>
              <a:t>.</a:t>
            </a:r>
          </a:p>
          <a:p>
            <a:pPr fontAlgn="base">
              <a:spcBef>
                <a:spcPts val="300"/>
              </a:spcBef>
              <a:spcAft>
                <a:spcPts val="300"/>
              </a:spcAft>
            </a:pPr>
            <a:r>
              <a:rPr lang="en-US" altLang="zh-CN" dirty="0"/>
              <a:t>• The next N lines describe the location of the holes. The </a:t>
            </a:r>
            <a:r>
              <a:rPr lang="en-US" altLang="zh-CN" i="1" dirty="0" err="1"/>
              <a:t>i-th</a:t>
            </a:r>
            <a:r>
              <a:rPr lang="en-US" altLang="zh-CN" dirty="0"/>
              <a:t> line contains the two integers </a:t>
            </a:r>
            <a:r>
              <a:rPr lang="en-US" altLang="zh-CN" i="1" dirty="0"/>
              <a:t>x</a:t>
            </a:r>
            <a:r>
              <a:rPr lang="en-US" altLang="zh-CN" i="1" baseline="-25000" dirty="0"/>
              <a:t>i</a:t>
            </a:r>
            <a:r>
              <a:rPr lang="zh-CN" altLang="en-US" dirty="0"/>
              <a:t> </a:t>
            </a:r>
            <a:r>
              <a:rPr lang="en-US" altLang="zh-CN" dirty="0"/>
              <a:t>and </a:t>
            </a:r>
            <a:r>
              <a:rPr lang="en-US" altLang="zh-CN" i="1" dirty="0" err="1"/>
              <a:t>y</a:t>
            </a:r>
            <a:r>
              <a:rPr lang="en-US" altLang="zh-CN" i="1" baseline="-25000" dirty="0" err="1"/>
              <a:t>i</a:t>
            </a:r>
            <a:r>
              <a:rPr lang="en-US" altLang="zh-CN" dirty="0"/>
              <a:t>.</a:t>
            </a:r>
          </a:p>
          <a:p>
            <a:pPr fontAlgn="base">
              <a:spcBef>
                <a:spcPts val="600"/>
              </a:spcBef>
              <a:spcAft>
                <a:spcPts val="600"/>
              </a:spcAft>
            </a:pPr>
            <a:r>
              <a:rPr lang="en-US" altLang="zh-CN" sz="2000" b="1" dirty="0"/>
              <a:t>Output</a:t>
            </a:r>
          </a:p>
          <a:p>
            <a:pPr fontAlgn="base">
              <a:spcBef>
                <a:spcPts val="600"/>
              </a:spcBef>
              <a:spcAft>
                <a:spcPts val="600"/>
              </a:spcAft>
            </a:pPr>
            <a:r>
              <a:rPr lang="en-US" altLang="zh-CN" dirty="0"/>
              <a:t>Your program should output a single integer, the area (in square </a:t>
            </a:r>
            <a:r>
              <a:rPr lang="en-US" altLang="zh-CN" dirty="0" err="1"/>
              <a:t>centimetres</a:t>
            </a:r>
            <a:r>
              <a:rPr lang="en-US" altLang="zh-CN" dirty="0"/>
              <a:t>) of the smallest poster</a:t>
            </a:r>
            <a:r>
              <a:rPr lang="zh-CN" altLang="en-US" dirty="0"/>
              <a:t> </a:t>
            </a:r>
            <a:r>
              <a:rPr lang="en-US" altLang="zh-CN" dirty="0"/>
              <a:t>that will cover all the holes.</a:t>
            </a:r>
          </a:p>
        </p:txBody>
      </p:sp>
    </p:spTree>
    <p:extLst>
      <p:ext uri="{BB962C8B-B14F-4D97-AF65-F5344CB8AC3E}">
        <p14:creationId xmlns:p14="http://schemas.microsoft.com/office/powerpoint/2010/main" val="18666418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F4FAE-A2B0-128B-A1A9-1ECAE9E217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74CB98-A809-B280-F6B1-60ABC5089770}"/>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29</a:t>
            </a:r>
            <a:r>
              <a:rPr lang="zh-CN" altLang="en-US" dirty="0"/>
              <a:t> </a:t>
            </a:r>
            <a:r>
              <a:rPr lang="en-US" altLang="zh-CN" dirty="0"/>
              <a:t>Art</a:t>
            </a:r>
            <a:r>
              <a:rPr lang="zh-CN" altLang="en-US" dirty="0"/>
              <a:t> </a:t>
            </a:r>
            <a:r>
              <a:rPr lang="en-US" altLang="zh-CN" dirty="0"/>
              <a:t>Class</a:t>
            </a:r>
            <a:r>
              <a:rPr lang="zh-CN" altLang="en-US" dirty="0"/>
              <a:t> </a:t>
            </a:r>
            <a:r>
              <a:rPr lang="en-US" altLang="zh-CN" dirty="0"/>
              <a:t>II</a:t>
            </a:r>
            <a:r>
              <a:rPr lang="zh-CN" altLang="en-US" dirty="0"/>
              <a:t> </a:t>
            </a:r>
            <a:r>
              <a:rPr lang="en-US" altLang="zh-CN" dirty="0"/>
              <a:t>(2021</a:t>
            </a:r>
            <a:r>
              <a:rPr lang="zh-CN" altLang="en-US" dirty="0"/>
              <a:t> </a:t>
            </a:r>
            <a:r>
              <a:rPr lang="en-US" altLang="zh-CN" dirty="0"/>
              <a:t>AIO</a:t>
            </a:r>
            <a:r>
              <a:rPr lang="zh-CN" altLang="en-US" dirty="0"/>
              <a:t> </a:t>
            </a:r>
            <a:r>
              <a:rPr lang="en-US" altLang="zh-CN" dirty="0"/>
              <a:t>P2)</a:t>
            </a:r>
          </a:p>
        </p:txBody>
      </p:sp>
      <p:sp>
        <p:nvSpPr>
          <p:cNvPr id="3" name="TextBox 2">
            <a:extLst>
              <a:ext uri="{FF2B5EF4-FFF2-40B4-BE49-F238E27FC236}">
                <a16:creationId xmlns:a16="http://schemas.microsoft.com/office/drawing/2014/main" id="{F41DA184-E030-B371-724A-595582F202B6}"/>
              </a:ext>
            </a:extLst>
          </p:cNvPr>
          <p:cNvSpPr txBox="1"/>
          <p:nvPr/>
        </p:nvSpPr>
        <p:spPr>
          <a:xfrm>
            <a:off x="359998" y="1260000"/>
            <a:ext cx="7920000" cy="3724096"/>
          </a:xfrm>
          <a:prstGeom prst="rect">
            <a:avLst/>
          </a:prstGeom>
          <a:noFill/>
        </p:spPr>
        <p:txBody>
          <a:bodyPr wrap="square">
            <a:spAutoFit/>
          </a:bodyPr>
          <a:lstStyle/>
          <a:p>
            <a:pPr fontAlgn="base"/>
            <a:r>
              <a:rPr lang="en-US" altLang="zh-CN" sz="2000" dirty="0"/>
              <a:t>2 ≤ </a:t>
            </a:r>
            <a:r>
              <a:rPr lang="en-US" altLang="zh-CN" sz="2000" b="1" i="1" dirty="0"/>
              <a:t>N </a:t>
            </a:r>
            <a:r>
              <a:rPr lang="en-US" altLang="zh-CN" sz="2000" dirty="0"/>
              <a:t>≤ 100 000.</a:t>
            </a:r>
          </a:p>
          <a:p>
            <a:pPr fontAlgn="base"/>
            <a:r>
              <a:rPr lang="en-US" altLang="zh-CN" sz="2000" dirty="0"/>
              <a:t>• 1 ≤ </a:t>
            </a:r>
            <a:r>
              <a:rPr lang="en-US" altLang="zh-CN" sz="2000" b="1" i="1" dirty="0"/>
              <a:t>x</a:t>
            </a:r>
            <a:r>
              <a:rPr lang="en-US" altLang="zh-CN" sz="2000" b="1" i="1" baseline="-25000" dirty="0"/>
              <a:t>i</a:t>
            </a:r>
            <a:r>
              <a:rPr lang="en-US" altLang="zh-CN" sz="2000" dirty="0"/>
              <a:t> ≤ 10 000, for all </a:t>
            </a:r>
            <a:r>
              <a:rPr lang="en-US" altLang="zh-CN" sz="2000" b="1" i="1" dirty="0" err="1"/>
              <a:t>i</a:t>
            </a:r>
            <a:r>
              <a:rPr lang="en-US" altLang="zh-CN" sz="2000" b="1" i="1" dirty="0"/>
              <a:t>.</a:t>
            </a:r>
          </a:p>
          <a:p>
            <a:pPr fontAlgn="base"/>
            <a:r>
              <a:rPr lang="en-US" altLang="zh-CN" sz="2000" dirty="0"/>
              <a:t>• 1 ≤ </a:t>
            </a:r>
            <a:r>
              <a:rPr lang="en-US" altLang="zh-CN" sz="2000" b="1" i="1" dirty="0" err="1"/>
              <a:t>y</a:t>
            </a:r>
            <a:r>
              <a:rPr lang="en-US" altLang="zh-CN" sz="2000" b="1" i="1" baseline="-25000" dirty="0" err="1"/>
              <a:t>i</a:t>
            </a:r>
            <a:r>
              <a:rPr lang="en-US" altLang="zh-CN" sz="2000" dirty="0"/>
              <a:t> ≤ 10 000, for all </a:t>
            </a:r>
            <a:r>
              <a:rPr lang="en-US" altLang="zh-CN" sz="2000" b="1" i="1" dirty="0" err="1"/>
              <a:t>i</a:t>
            </a:r>
            <a:r>
              <a:rPr lang="en-US" altLang="zh-CN" sz="2000" dirty="0"/>
              <a:t>.</a:t>
            </a:r>
          </a:p>
          <a:p>
            <a:pPr fontAlgn="base"/>
            <a:endParaRPr lang="en-US" altLang="zh-CN" sz="1600" b="1" dirty="0">
              <a:latin typeface="JetBrains Mono" panose="020B0509020102050004" pitchFamily="49" charset="77"/>
            </a:endParaRPr>
          </a:p>
          <a:p>
            <a:pPr fontAlgn="base"/>
            <a:r>
              <a:rPr lang="en-US" altLang="zh-CN" sz="1600" b="1" dirty="0">
                <a:latin typeface="JetBrains Mono" panose="020B0509020102050004" pitchFamily="49" charset="77"/>
              </a:rPr>
              <a:t>Sample Input 1	</a:t>
            </a:r>
            <a:r>
              <a:rPr lang="en-US" altLang="zh-CN" sz="1600" dirty="0">
                <a:latin typeface="JetBrains Mono" panose="020B0509020102050004" pitchFamily="49" charset="77"/>
              </a:rPr>
              <a:t>	</a:t>
            </a:r>
            <a:r>
              <a:rPr lang="en-US" altLang="zh-CN" sz="1600" b="1" dirty="0">
                <a:latin typeface="JetBrains Mono" panose="020B0509020102050004" pitchFamily="49" charset="77"/>
              </a:rPr>
              <a:t>Sample Input 2	</a:t>
            </a:r>
            <a:r>
              <a:rPr lang="en-US" altLang="zh-CN" sz="1600" dirty="0">
                <a:latin typeface="JetBrains Mono" panose="020B0509020102050004" pitchFamily="49" charset="77"/>
              </a:rPr>
              <a:t>	</a:t>
            </a:r>
            <a:r>
              <a:rPr lang="en-US" altLang="zh-CN" sz="1600" b="1" dirty="0">
                <a:latin typeface="JetBrains Mono" panose="020B0509020102050004" pitchFamily="49" charset="77"/>
              </a:rPr>
              <a:t>Sample Input 3</a:t>
            </a:r>
          </a:p>
          <a:p>
            <a:pPr fontAlgn="base"/>
            <a:r>
              <a:rPr lang="en-US" altLang="zh-CN" sz="1600" dirty="0">
                <a:latin typeface="JetBrains Mono" panose="020B0509020102050004" pitchFamily="49" charset="77"/>
              </a:rPr>
              <a:t>5			4			2</a:t>
            </a:r>
          </a:p>
          <a:p>
            <a:pPr fontAlgn="base"/>
            <a:r>
              <a:rPr lang="en-US" altLang="zh-CN" sz="1600" dirty="0">
                <a:latin typeface="JetBrains Mono" panose="020B0509020102050004" pitchFamily="49" charset="77"/>
              </a:rPr>
              <a:t>2 3			4 4			2 1</a:t>
            </a:r>
          </a:p>
          <a:p>
            <a:pPr fontAlgn="base"/>
            <a:r>
              <a:rPr lang="en-US" altLang="zh-CN" sz="1600" dirty="0">
                <a:latin typeface="JetBrains Mono" panose="020B0509020102050004" pitchFamily="49" charset="77"/>
              </a:rPr>
              <a:t>3 1			3 3			3 1</a:t>
            </a:r>
          </a:p>
          <a:p>
            <a:pPr fontAlgn="base"/>
            <a:r>
              <a:rPr lang="en-US" altLang="zh-CN" sz="1600" dirty="0">
                <a:latin typeface="JetBrains Mono" panose="020B0509020102050004" pitchFamily="49" charset="77"/>
              </a:rPr>
              <a:t>4 2			5 5</a:t>
            </a:r>
          </a:p>
          <a:p>
            <a:pPr fontAlgn="base"/>
            <a:r>
              <a:rPr lang="en-US" altLang="zh-CN" sz="1600" dirty="0">
                <a:latin typeface="JetBrains Mono" panose="020B0509020102050004" pitchFamily="49" charset="77"/>
              </a:rPr>
              <a:t>4 4			1 1</a:t>
            </a:r>
          </a:p>
          <a:p>
            <a:pPr fontAlgn="base"/>
            <a:r>
              <a:rPr lang="en-US" altLang="zh-CN" sz="1600" dirty="0">
                <a:latin typeface="JetBrains Mono" panose="020B0509020102050004" pitchFamily="49" charset="77"/>
              </a:rPr>
              <a:t>6 1			</a:t>
            </a:r>
          </a:p>
          <a:p>
            <a:pPr fontAlgn="base"/>
            <a:endParaRPr lang="en-US" altLang="zh-CN" sz="1600" dirty="0">
              <a:latin typeface="JetBrains Mono" panose="020B0509020102050004" pitchFamily="49" charset="77"/>
            </a:endParaRPr>
          </a:p>
          <a:p>
            <a:pPr fontAlgn="base"/>
            <a:r>
              <a:rPr lang="en-US" altLang="zh-CN" sz="1600" b="1" dirty="0">
                <a:latin typeface="JetBrains Mono" panose="020B0509020102050004" pitchFamily="49" charset="77"/>
              </a:rPr>
              <a:t>Sample Output 1	Sample Output 2	Sample Output 3</a:t>
            </a:r>
          </a:p>
          <a:p>
            <a:pPr fontAlgn="base"/>
            <a:r>
              <a:rPr lang="en-US" altLang="zh-CN" sz="1600" dirty="0">
                <a:latin typeface="JetBrains Mono" panose="020B0509020102050004" pitchFamily="49" charset="77"/>
              </a:rPr>
              <a:t>12			16			0</a:t>
            </a:r>
          </a:p>
        </p:txBody>
      </p:sp>
    </p:spTree>
    <p:extLst>
      <p:ext uri="{BB962C8B-B14F-4D97-AF65-F5344CB8AC3E}">
        <p14:creationId xmlns:p14="http://schemas.microsoft.com/office/powerpoint/2010/main" val="34677610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7CACA-39C7-80F4-942E-926C9B8D13B5}"/>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3FB1C0E-0D04-2C80-6FD0-B2B6C93895DE}"/>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30 handling files and folders</a:t>
            </a:r>
            <a:endParaRPr lang="en-US" altLang="zh-CN" dirty="0"/>
          </a:p>
        </p:txBody>
      </p:sp>
      <p:sp>
        <p:nvSpPr>
          <p:cNvPr id="4" name="TextBox 3">
            <a:extLst>
              <a:ext uri="{FF2B5EF4-FFF2-40B4-BE49-F238E27FC236}">
                <a16:creationId xmlns:a16="http://schemas.microsoft.com/office/drawing/2014/main" id="{413940A1-1B42-2A10-98FF-9840AEB25442}"/>
              </a:ext>
            </a:extLst>
          </p:cNvPr>
          <p:cNvSpPr txBox="1"/>
          <p:nvPr/>
        </p:nvSpPr>
        <p:spPr>
          <a:xfrm>
            <a:off x="359998" y="1620000"/>
            <a:ext cx="7200000" cy="4893647"/>
          </a:xfrm>
          <a:prstGeom prst="rect">
            <a:avLst/>
          </a:prstGeom>
          <a:noFill/>
        </p:spPr>
        <p:txBody>
          <a:bodyPr wrap="square">
            <a:spAutoFit/>
          </a:bodyPr>
          <a:lstStyle/>
          <a:p>
            <a:pPr fontAlgn="base">
              <a:spcBef>
                <a:spcPts val="600"/>
              </a:spcBef>
              <a:spcAft>
                <a:spcPts val="600"/>
              </a:spcAft>
            </a:pPr>
            <a:r>
              <a:rPr lang="en-GB" altLang="zh-CN" sz="2000" b="1" dirty="0"/>
              <a:t>Printing the Current Working Directory</a:t>
            </a:r>
          </a:p>
          <a:p>
            <a:pPr fontAlgn="base">
              <a:spcBef>
                <a:spcPts val="600"/>
              </a:spcBef>
              <a:spcAft>
                <a:spcPts val="600"/>
              </a:spcAft>
            </a:pPr>
            <a:endParaRPr lang="en-GB" altLang="zh-CN" sz="1200" b="1" dirty="0"/>
          </a:p>
          <a:p>
            <a:pPr fontAlgn="base">
              <a:spcBef>
                <a:spcPts val="600"/>
              </a:spcBef>
              <a:spcAft>
                <a:spcPts val="600"/>
              </a:spcAft>
            </a:pPr>
            <a:endParaRPr lang="en-GB" altLang="zh-CN" sz="1200" b="1" dirty="0"/>
          </a:p>
          <a:p>
            <a:pPr fontAlgn="base">
              <a:spcBef>
                <a:spcPts val="600"/>
              </a:spcBef>
              <a:spcAft>
                <a:spcPts val="600"/>
              </a:spcAft>
            </a:pPr>
            <a:endParaRPr lang="en-GB" altLang="zh-CN" sz="1200" b="1" dirty="0"/>
          </a:p>
          <a:p>
            <a:pPr fontAlgn="base">
              <a:spcBef>
                <a:spcPts val="600"/>
              </a:spcBef>
              <a:spcAft>
                <a:spcPts val="600"/>
              </a:spcAft>
            </a:pPr>
            <a:r>
              <a:rPr lang="en-AU" b="1" dirty="0"/>
              <a:t>Creating Directories</a:t>
            </a:r>
          </a:p>
          <a:p>
            <a:pPr fontAlgn="base">
              <a:spcBef>
                <a:spcPts val="600"/>
              </a:spcBef>
              <a:spcAft>
                <a:spcPts val="600"/>
              </a:spcAft>
            </a:pPr>
            <a:endParaRPr lang="en-AU" sz="1200" b="1" dirty="0"/>
          </a:p>
          <a:p>
            <a:pPr fontAlgn="base">
              <a:spcBef>
                <a:spcPts val="600"/>
              </a:spcBef>
              <a:spcAft>
                <a:spcPts val="600"/>
              </a:spcAft>
            </a:pPr>
            <a:endParaRPr lang="en-AU" sz="1200" b="1" dirty="0"/>
          </a:p>
          <a:p>
            <a:pPr fontAlgn="base">
              <a:spcBef>
                <a:spcPts val="600"/>
              </a:spcBef>
              <a:spcAft>
                <a:spcPts val="600"/>
              </a:spcAft>
            </a:pPr>
            <a:r>
              <a:rPr lang="en-GB" dirty="0"/>
              <a:t>If you run this again, it will raise a </a:t>
            </a:r>
            <a:r>
              <a:rPr lang="en-GB" dirty="0" err="1"/>
              <a:t>FileExistsError</a:t>
            </a:r>
            <a:r>
              <a:rPr lang="en-GB" dirty="0"/>
              <a:t>, that's because the folder already exists.  We can run </a:t>
            </a:r>
            <a:r>
              <a:rPr lang="en-GB" dirty="0" err="1"/>
              <a:t>os.mkdir</a:t>
            </a:r>
            <a:r>
              <a:rPr lang="en-GB" dirty="0"/>
              <a:t>() only if the folder doesn't exist:</a:t>
            </a:r>
          </a:p>
          <a:p>
            <a:pPr fontAlgn="base">
              <a:spcBef>
                <a:spcPts val="600"/>
              </a:spcBef>
              <a:spcAft>
                <a:spcPts val="600"/>
              </a:spcAft>
            </a:pPr>
            <a:endParaRPr lang="en-GB" sz="1200" dirty="0"/>
          </a:p>
          <a:p>
            <a:pPr fontAlgn="base">
              <a:spcBef>
                <a:spcPts val="600"/>
              </a:spcBef>
              <a:spcAft>
                <a:spcPts val="600"/>
              </a:spcAft>
            </a:pPr>
            <a:endParaRPr lang="en-GB" sz="1200" dirty="0"/>
          </a:p>
          <a:p>
            <a:pPr fontAlgn="base">
              <a:spcBef>
                <a:spcPts val="600"/>
              </a:spcBef>
              <a:spcAft>
                <a:spcPts val="600"/>
              </a:spcAft>
            </a:pPr>
            <a:r>
              <a:rPr lang="en-GB" dirty="0" err="1"/>
              <a:t>os.path.isdir</a:t>
            </a:r>
            <a:r>
              <a:rPr lang="en-GB" dirty="0"/>
              <a:t>() function returns True if the pathname we passed refers to an existing directory.</a:t>
            </a:r>
            <a:endParaRPr lang="en-AU" dirty="0"/>
          </a:p>
        </p:txBody>
      </p:sp>
      <p:sp>
        <p:nvSpPr>
          <p:cNvPr id="2" name="TextBox 1">
            <a:extLst>
              <a:ext uri="{FF2B5EF4-FFF2-40B4-BE49-F238E27FC236}">
                <a16:creationId xmlns:a16="http://schemas.microsoft.com/office/drawing/2014/main" id="{7994CD0E-C120-54F3-98DE-EED1AD324F3B}"/>
              </a:ext>
            </a:extLst>
          </p:cNvPr>
          <p:cNvSpPr txBox="1"/>
          <p:nvPr/>
        </p:nvSpPr>
        <p:spPr>
          <a:xfrm>
            <a:off x="719998" y="2058289"/>
            <a:ext cx="7200000" cy="961802"/>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import </a:t>
            </a:r>
            <a:r>
              <a:rPr lang="en-GB" altLang="zh-CN" sz="1100" dirty="0" err="1">
                <a:latin typeface="JetBrains Mono" panose="020B0509020102050004" pitchFamily="49" charset="77"/>
              </a:rPr>
              <a:t>os</a:t>
            </a:r>
            <a:endParaRPr lang="en-GB" altLang="zh-CN" sz="1100" dirty="0">
              <a:latin typeface="JetBrains Mono" panose="020B0509020102050004" pitchFamily="49" charset="77"/>
            </a:endParaRPr>
          </a:p>
          <a:p>
            <a:pPr lvl="0">
              <a:spcBef>
                <a:spcPts val="450"/>
              </a:spcBef>
              <a:defRPr/>
            </a:pPr>
            <a:endParaRPr lang="en-GB" altLang="zh-CN" sz="1100" dirty="0">
              <a:latin typeface="JetBrains Mono" panose="020B0509020102050004" pitchFamily="49" charset="77"/>
            </a:endParaRPr>
          </a:p>
          <a:p>
            <a:pPr lvl="0">
              <a:spcBef>
                <a:spcPts val="450"/>
              </a:spcBef>
              <a:defRPr/>
            </a:pPr>
            <a:r>
              <a:rPr lang="en-GB" altLang="zh-CN" sz="1100" dirty="0">
                <a:latin typeface="JetBrains Mono" panose="020B0509020102050004" pitchFamily="49" charset="77"/>
              </a:rPr>
              <a:t># print the current directory</a:t>
            </a:r>
          </a:p>
          <a:p>
            <a:pPr lvl="0">
              <a:spcBef>
                <a:spcPts val="450"/>
              </a:spcBef>
              <a:defRPr/>
            </a:pPr>
            <a:r>
              <a:rPr lang="en-GB" altLang="zh-CN" sz="1100" dirty="0">
                <a:latin typeface="JetBrains Mono" panose="020B0509020102050004" pitchFamily="49" charset="77"/>
              </a:rPr>
              <a:t>print("The current directory:", </a:t>
            </a:r>
            <a:r>
              <a:rPr lang="en-GB" altLang="zh-CN" sz="1100" dirty="0" err="1">
                <a:latin typeface="JetBrains Mono" panose="020B0509020102050004" pitchFamily="49" charset="77"/>
              </a:rPr>
              <a:t>os.getcwd</a:t>
            </a:r>
            <a:r>
              <a:rPr lang="en-GB" altLang="zh-CN" sz="1100" dirty="0">
                <a:latin typeface="JetBrains Mono" panose="020B0509020102050004" pitchFamily="49" charset="77"/>
              </a:rPr>
              <a:t>())</a:t>
            </a:r>
            <a:endParaRPr lang="en-AU" altLang="zh-CN" sz="1100" dirty="0">
              <a:latin typeface="JetBrains Mono" panose="020B0509020102050004" pitchFamily="49" charset="77"/>
            </a:endParaRPr>
          </a:p>
        </p:txBody>
      </p:sp>
      <p:sp>
        <p:nvSpPr>
          <p:cNvPr id="3" name="TextBox 2">
            <a:extLst>
              <a:ext uri="{FF2B5EF4-FFF2-40B4-BE49-F238E27FC236}">
                <a16:creationId xmlns:a16="http://schemas.microsoft.com/office/drawing/2014/main" id="{6C100A6C-B934-BE9A-4BC6-ED614B72A2EF}"/>
              </a:ext>
            </a:extLst>
          </p:cNvPr>
          <p:cNvSpPr txBox="1"/>
          <p:nvPr/>
        </p:nvSpPr>
        <p:spPr>
          <a:xfrm>
            <a:off x="719998" y="3453736"/>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make an empty directory (folder)</a:t>
            </a:r>
          </a:p>
          <a:p>
            <a:pPr lvl="0">
              <a:spcBef>
                <a:spcPts val="450"/>
              </a:spcBef>
              <a:defRPr/>
            </a:pPr>
            <a:r>
              <a:rPr lang="en-GB" altLang="zh-CN" sz="1100" dirty="0" err="1">
                <a:latin typeface="JetBrains Mono" panose="020B0509020102050004" pitchFamily="49" charset="77"/>
              </a:rPr>
              <a:t>os.mkdir</a:t>
            </a:r>
            <a:r>
              <a:rPr lang="en-GB" altLang="zh-CN" sz="1100" dirty="0">
                <a:latin typeface="JetBrains Mono" panose="020B0509020102050004" pitchFamily="49" charset="77"/>
              </a:rPr>
              <a:t>("folder")</a:t>
            </a:r>
            <a:endParaRPr lang="en-AU" altLang="zh-CN" sz="1100" dirty="0">
              <a:latin typeface="JetBrains Mono" panose="020B0509020102050004" pitchFamily="49" charset="77"/>
            </a:endParaRPr>
          </a:p>
        </p:txBody>
      </p:sp>
      <p:sp>
        <p:nvSpPr>
          <p:cNvPr id="5" name="TextBox 4">
            <a:extLst>
              <a:ext uri="{FF2B5EF4-FFF2-40B4-BE49-F238E27FC236}">
                <a16:creationId xmlns:a16="http://schemas.microsoft.com/office/drawing/2014/main" id="{AB1922FE-DBDB-FCAB-2400-FA7DA90F72CF}"/>
              </a:ext>
            </a:extLst>
          </p:cNvPr>
          <p:cNvSpPr txBox="1"/>
          <p:nvPr/>
        </p:nvSpPr>
        <p:spPr>
          <a:xfrm>
            <a:off x="719998" y="5092957"/>
            <a:ext cx="7200000" cy="728405"/>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running </a:t>
            </a:r>
            <a:r>
              <a:rPr lang="en-GB" altLang="zh-CN" sz="1100" dirty="0" err="1">
                <a:latin typeface="JetBrains Mono" panose="020B0509020102050004" pitchFamily="49" charset="77"/>
              </a:rPr>
              <a:t>mkdir</a:t>
            </a:r>
            <a:r>
              <a:rPr lang="en-GB" altLang="zh-CN" sz="1100" dirty="0">
                <a:latin typeface="JetBrains Mono" panose="020B0509020102050004" pitchFamily="49" charset="77"/>
              </a:rPr>
              <a:t> again with the same name raises </a:t>
            </a:r>
            <a:r>
              <a:rPr lang="en-GB" altLang="zh-CN" sz="1100" dirty="0" err="1">
                <a:latin typeface="JetBrains Mono" panose="020B0509020102050004" pitchFamily="49" charset="77"/>
              </a:rPr>
              <a:t>FileExistsError</a:t>
            </a:r>
            <a:r>
              <a:rPr lang="en-GB" altLang="zh-CN" sz="1100" dirty="0">
                <a:latin typeface="JetBrains Mono" panose="020B0509020102050004" pitchFamily="49" charset="77"/>
              </a:rPr>
              <a:t>, run this instead:</a:t>
            </a:r>
          </a:p>
          <a:p>
            <a:pPr lvl="0">
              <a:spcBef>
                <a:spcPts val="450"/>
              </a:spcBef>
              <a:defRPr/>
            </a:pPr>
            <a:r>
              <a:rPr lang="en-GB" altLang="zh-CN" sz="1100" dirty="0">
                <a:latin typeface="JetBrains Mono" panose="020B0509020102050004" pitchFamily="49" charset="77"/>
              </a:rPr>
              <a:t>if not </a:t>
            </a:r>
            <a:r>
              <a:rPr lang="en-GB" altLang="zh-CN" sz="1100" dirty="0" err="1">
                <a:latin typeface="JetBrains Mono" panose="020B0509020102050004" pitchFamily="49" charset="77"/>
              </a:rPr>
              <a:t>os.path.isdir</a:t>
            </a:r>
            <a:r>
              <a:rPr lang="en-GB" altLang="zh-CN" sz="1100" dirty="0">
                <a:latin typeface="JetBrains Mono" panose="020B0509020102050004" pitchFamily="49" charset="77"/>
              </a:rPr>
              <a:t>("folder"):</a:t>
            </a:r>
          </a:p>
          <a:p>
            <a:pPr lvl="0">
              <a:spcBef>
                <a:spcPts val="450"/>
              </a:spcBef>
              <a:defRPr/>
            </a:pPr>
            <a:r>
              <a:rPr lang="en-GB" altLang="zh-CN" sz="1100" dirty="0">
                <a:latin typeface="JetBrains Mono" panose="020B0509020102050004" pitchFamily="49" charset="77"/>
              </a:rPr>
              <a:t>     </a:t>
            </a:r>
            <a:r>
              <a:rPr lang="en-GB" altLang="zh-CN" sz="1100" dirty="0" err="1">
                <a:latin typeface="JetBrains Mono" panose="020B0509020102050004" pitchFamily="49" charset="77"/>
              </a:rPr>
              <a:t>os.mkdir</a:t>
            </a:r>
            <a:r>
              <a:rPr lang="en-GB" altLang="zh-CN" sz="1100" dirty="0">
                <a:latin typeface="JetBrains Mono" panose="020B0509020102050004" pitchFamily="49" charset="77"/>
              </a:rPr>
              <a:t>("folder")</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1929908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702F2-FA19-C1AB-F1F3-ED34742E12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415061-83D9-B534-E6CC-C868C718AE9B}"/>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30 handling files and folders</a:t>
            </a:r>
            <a:endParaRPr lang="en-US" altLang="zh-CN" dirty="0"/>
          </a:p>
        </p:txBody>
      </p:sp>
      <p:sp>
        <p:nvSpPr>
          <p:cNvPr id="4" name="TextBox 3">
            <a:extLst>
              <a:ext uri="{FF2B5EF4-FFF2-40B4-BE49-F238E27FC236}">
                <a16:creationId xmlns:a16="http://schemas.microsoft.com/office/drawing/2014/main" id="{67524FFF-2993-1F46-C6BF-CEA4AE41AB58}"/>
              </a:ext>
            </a:extLst>
          </p:cNvPr>
          <p:cNvSpPr txBox="1"/>
          <p:nvPr/>
        </p:nvSpPr>
        <p:spPr>
          <a:xfrm>
            <a:off x="359997" y="1620000"/>
            <a:ext cx="7200000" cy="2677656"/>
          </a:xfrm>
          <a:prstGeom prst="rect">
            <a:avLst/>
          </a:prstGeom>
          <a:noFill/>
        </p:spPr>
        <p:txBody>
          <a:bodyPr wrap="square">
            <a:spAutoFit/>
          </a:bodyPr>
          <a:lstStyle/>
          <a:p>
            <a:pPr fontAlgn="base">
              <a:spcBef>
                <a:spcPts val="600"/>
              </a:spcBef>
              <a:spcAft>
                <a:spcPts val="600"/>
              </a:spcAft>
            </a:pPr>
            <a:r>
              <a:rPr lang="en-US" altLang="zh-CN" sz="2000" b="1" dirty="0"/>
              <a:t>Changing Directories</a:t>
            </a:r>
          </a:p>
          <a:p>
            <a:pPr fontAlgn="base">
              <a:spcBef>
                <a:spcPts val="600"/>
              </a:spcBef>
              <a:spcAft>
                <a:spcPts val="600"/>
              </a:spcAft>
            </a:pPr>
            <a:endParaRPr lang="en-US" altLang="zh-CN" sz="1200" b="1" dirty="0"/>
          </a:p>
          <a:p>
            <a:pPr fontAlgn="base">
              <a:spcBef>
                <a:spcPts val="600"/>
              </a:spcBef>
              <a:spcAft>
                <a:spcPts val="600"/>
              </a:spcAft>
            </a:pPr>
            <a:endParaRPr lang="en-US" altLang="zh-CN" sz="1200" b="1" dirty="0"/>
          </a:p>
          <a:p>
            <a:pPr fontAlgn="base">
              <a:spcBef>
                <a:spcPts val="600"/>
              </a:spcBef>
              <a:spcAft>
                <a:spcPts val="600"/>
              </a:spcAft>
            </a:pPr>
            <a:r>
              <a:rPr lang="en-US" altLang="zh-CN" sz="2000" dirty="0"/>
              <a:t>Then let’s print the working directory again:</a:t>
            </a:r>
          </a:p>
          <a:p>
            <a:pPr fontAlgn="base">
              <a:spcBef>
                <a:spcPts val="600"/>
              </a:spcBef>
              <a:spcAft>
                <a:spcPts val="600"/>
              </a:spcAft>
            </a:pPr>
            <a:endParaRPr lang="en-US" altLang="zh-CN" sz="1200" dirty="0"/>
          </a:p>
          <a:p>
            <a:pPr fontAlgn="base">
              <a:spcBef>
                <a:spcPts val="600"/>
              </a:spcBef>
              <a:spcAft>
                <a:spcPts val="600"/>
              </a:spcAft>
            </a:pPr>
            <a:endParaRPr lang="en-US" altLang="zh-CN" sz="1200" dirty="0"/>
          </a:p>
          <a:p>
            <a:pPr fontAlgn="base">
              <a:spcBef>
                <a:spcPts val="600"/>
              </a:spcBef>
              <a:spcAft>
                <a:spcPts val="600"/>
              </a:spcAft>
            </a:pPr>
            <a:endParaRPr lang="en-US" altLang="zh-CN" sz="2000" dirty="0"/>
          </a:p>
        </p:txBody>
      </p:sp>
      <p:sp>
        <p:nvSpPr>
          <p:cNvPr id="3" name="TextBox 2">
            <a:extLst>
              <a:ext uri="{FF2B5EF4-FFF2-40B4-BE49-F238E27FC236}">
                <a16:creationId xmlns:a16="http://schemas.microsoft.com/office/drawing/2014/main" id="{EB152D60-253A-F86A-F581-6FDA0DA642CE}"/>
              </a:ext>
            </a:extLst>
          </p:cNvPr>
          <p:cNvSpPr txBox="1"/>
          <p:nvPr/>
        </p:nvSpPr>
        <p:spPr>
          <a:xfrm>
            <a:off x="719998" y="2053561"/>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changing the current directory to 'folder'</a:t>
            </a:r>
          </a:p>
          <a:p>
            <a:pPr lvl="0">
              <a:spcBef>
                <a:spcPts val="450"/>
              </a:spcBef>
              <a:defRPr/>
            </a:pPr>
            <a:r>
              <a:rPr lang="en-GB" altLang="zh-CN" sz="1100" dirty="0" err="1">
                <a:latin typeface="JetBrains Mono" panose="020B0509020102050004" pitchFamily="49" charset="77"/>
              </a:rPr>
              <a:t>os.chdir</a:t>
            </a:r>
            <a:r>
              <a:rPr lang="en-GB" altLang="zh-CN" sz="1100" dirty="0">
                <a:latin typeface="JetBrains Mono" panose="020B0509020102050004" pitchFamily="49" charset="77"/>
              </a:rPr>
              <a:t>("folder")</a:t>
            </a:r>
            <a:endParaRPr lang="en-AU" altLang="zh-CN" sz="1100" dirty="0">
              <a:latin typeface="JetBrains Mono" panose="020B0509020102050004" pitchFamily="49" charset="77"/>
            </a:endParaRPr>
          </a:p>
        </p:txBody>
      </p:sp>
      <p:sp>
        <p:nvSpPr>
          <p:cNvPr id="5" name="TextBox 4">
            <a:extLst>
              <a:ext uri="{FF2B5EF4-FFF2-40B4-BE49-F238E27FC236}">
                <a16:creationId xmlns:a16="http://schemas.microsoft.com/office/drawing/2014/main" id="{F2EB31BD-E045-5BBA-D57E-5E50EFF58C29}"/>
              </a:ext>
            </a:extLst>
          </p:cNvPr>
          <p:cNvSpPr txBox="1"/>
          <p:nvPr/>
        </p:nvSpPr>
        <p:spPr>
          <a:xfrm>
            <a:off x="719998" y="3167775"/>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printing the current directory now</a:t>
            </a:r>
          </a:p>
          <a:p>
            <a:pPr lvl="0">
              <a:spcBef>
                <a:spcPts val="450"/>
              </a:spcBef>
              <a:defRPr/>
            </a:pPr>
            <a:r>
              <a:rPr lang="en-GB" altLang="zh-CN" sz="1100" dirty="0">
                <a:latin typeface="JetBrains Mono" panose="020B0509020102050004" pitchFamily="49" charset="77"/>
              </a:rPr>
              <a:t>print("The current directory changing the directory to folder:", </a:t>
            </a:r>
            <a:r>
              <a:rPr lang="en-GB" altLang="zh-CN" sz="1100" dirty="0" err="1">
                <a:latin typeface="JetBrains Mono" panose="020B0509020102050004" pitchFamily="49" charset="77"/>
              </a:rPr>
              <a:t>os.getcwd</a:t>
            </a:r>
            <a:r>
              <a:rPr lang="en-GB" altLang="zh-CN" sz="1100" dirty="0">
                <a:latin typeface="JetBrains Mono" panose="020B0509020102050004" pitchFamily="49" charset="77"/>
              </a:rPr>
              <a:t>())</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2793197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50C4B-BF70-52CA-2FBD-2A6CDAF875A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7AA32CAC-1FEF-7749-0E33-09B5B11CDBF0}"/>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30 handling files and folders</a:t>
            </a:r>
            <a:endParaRPr lang="en-US" altLang="zh-CN" dirty="0"/>
          </a:p>
        </p:txBody>
      </p:sp>
      <p:sp>
        <p:nvSpPr>
          <p:cNvPr id="5" name="TextBox 4">
            <a:extLst>
              <a:ext uri="{FF2B5EF4-FFF2-40B4-BE49-F238E27FC236}">
                <a16:creationId xmlns:a16="http://schemas.microsoft.com/office/drawing/2014/main" id="{E5419563-EB86-9DBD-D14B-BB8F227FD709}"/>
              </a:ext>
            </a:extLst>
          </p:cNvPr>
          <p:cNvSpPr txBox="1"/>
          <p:nvPr/>
        </p:nvSpPr>
        <p:spPr>
          <a:xfrm>
            <a:off x="359997" y="1620000"/>
            <a:ext cx="7200000" cy="3631763"/>
          </a:xfrm>
          <a:prstGeom prst="rect">
            <a:avLst/>
          </a:prstGeom>
          <a:noFill/>
        </p:spPr>
        <p:txBody>
          <a:bodyPr wrap="square">
            <a:spAutoFit/>
          </a:bodyPr>
          <a:lstStyle/>
          <a:p>
            <a:pPr fontAlgn="base">
              <a:spcBef>
                <a:spcPts val="600"/>
              </a:spcBef>
              <a:spcAft>
                <a:spcPts val="600"/>
              </a:spcAft>
            </a:pPr>
            <a:r>
              <a:rPr lang="en-US" altLang="zh-CN" sz="2000" b="1" dirty="0"/>
              <a:t>Creating Nested Directories</a:t>
            </a:r>
          </a:p>
          <a:p>
            <a:pPr fontAlgn="base">
              <a:spcBef>
                <a:spcPts val="600"/>
              </a:spcBef>
              <a:spcAft>
                <a:spcPts val="600"/>
              </a:spcAft>
            </a:pPr>
            <a:endParaRPr lang="en-US" altLang="zh-CN" sz="2000" b="1" dirty="0"/>
          </a:p>
          <a:p>
            <a:pPr fontAlgn="base">
              <a:spcBef>
                <a:spcPts val="600"/>
              </a:spcBef>
              <a:spcAft>
                <a:spcPts val="600"/>
              </a:spcAft>
            </a:pPr>
            <a:endParaRPr lang="en-US" altLang="zh-CN" sz="2000" b="1" dirty="0"/>
          </a:p>
          <a:p>
            <a:pPr fontAlgn="base">
              <a:spcBef>
                <a:spcPts val="600"/>
              </a:spcBef>
              <a:spcAft>
                <a:spcPts val="600"/>
              </a:spcAft>
            </a:pPr>
            <a:endParaRPr lang="en-US" altLang="zh-CN" sz="2000" b="1" dirty="0"/>
          </a:p>
          <a:p>
            <a:pPr fontAlgn="base">
              <a:spcBef>
                <a:spcPts val="600"/>
              </a:spcBef>
              <a:spcAft>
                <a:spcPts val="600"/>
              </a:spcAft>
            </a:pPr>
            <a:r>
              <a:rPr lang="en-US" altLang="zh-CN" sz="2000" dirty="0"/>
              <a:t>These folders are created:</a:t>
            </a:r>
          </a:p>
          <a:p>
            <a:pPr fontAlgn="base">
              <a:spcBef>
                <a:spcPts val="600"/>
              </a:spcBef>
              <a:spcAft>
                <a:spcPts val="600"/>
              </a:spcAft>
            </a:pPr>
            <a:endParaRPr lang="en-US" altLang="zh-CN" sz="2000" b="1" dirty="0"/>
          </a:p>
          <a:p>
            <a:pPr fontAlgn="base">
              <a:spcBef>
                <a:spcPts val="600"/>
              </a:spcBef>
              <a:spcAft>
                <a:spcPts val="600"/>
              </a:spcAft>
            </a:pPr>
            <a:endParaRPr lang="en-US" altLang="zh-CN" sz="2000" dirty="0"/>
          </a:p>
          <a:p>
            <a:pPr fontAlgn="base">
              <a:spcBef>
                <a:spcPts val="600"/>
              </a:spcBef>
              <a:spcAft>
                <a:spcPts val="600"/>
              </a:spcAft>
            </a:pPr>
            <a:endParaRPr lang="en-US" altLang="zh-CN" sz="2000" dirty="0"/>
          </a:p>
        </p:txBody>
      </p:sp>
      <p:sp>
        <p:nvSpPr>
          <p:cNvPr id="8" name="TextBox 7">
            <a:extLst>
              <a:ext uri="{FF2B5EF4-FFF2-40B4-BE49-F238E27FC236}">
                <a16:creationId xmlns:a16="http://schemas.microsoft.com/office/drawing/2014/main" id="{27504CF9-8DD4-4F67-5716-833E596CDCB8}"/>
              </a:ext>
            </a:extLst>
          </p:cNvPr>
          <p:cNvSpPr txBox="1"/>
          <p:nvPr/>
        </p:nvSpPr>
        <p:spPr>
          <a:xfrm>
            <a:off x="719998" y="2003646"/>
            <a:ext cx="7200000" cy="1195199"/>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go back a directory</a:t>
            </a:r>
          </a:p>
          <a:p>
            <a:pPr lvl="0">
              <a:spcBef>
                <a:spcPts val="450"/>
              </a:spcBef>
              <a:defRPr/>
            </a:pPr>
            <a:r>
              <a:rPr lang="en-GB" altLang="zh-CN" sz="1100" dirty="0" err="1">
                <a:latin typeface="JetBrains Mono" panose="020B0509020102050004" pitchFamily="49" charset="77"/>
              </a:rPr>
              <a:t>os.chdir</a:t>
            </a:r>
            <a:r>
              <a:rPr lang="en-GB" altLang="zh-CN" sz="1100" dirty="0">
                <a:latin typeface="JetBrains Mono" panose="020B0509020102050004" pitchFamily="49" charset="77"/>
              </a:rPr>
              <a:t>("..")</a:t>
            </a:r>
          </a:p>
          <a:p>
            <a:pPr lvl="0">
              <a:spcBef>
                <a:spcPts val="450"/>
              </a:spcBef>
              <a:defRPr/>
            </a:pPr>
            <a:endParaRPr lang="en-GB" altLang="zh-CN" sz="1100" dirty="0">
              <a:latin typeface="JetBrains Mono" panose="020B0509020102050004" pitchFamily="49" charset="77"/>
            </a:endParaRPr>
          </a:p>
          <a:p>
            <a:pPr lvl="0">
              <a:spcBef>
                <a:spcPts val="450"/>
              </a:spcBef>
              <a:defRPr/>
            </a:pPr>
            <a:r>
              <a:rPr lang="en-GB" altLang="zh-CN" sz="1100" dirty="0">
                <a:latin typeface="JetBrains Mono" panose="020B0509020102050004" pitchFamily="49" charset="77"/>
              </a:rPr>
              <a:t># make several nested directories</a:t>
            </a:r>
          </a:p>
          <a:p>
            <a:pPr lvl="0">
              <a:spcBef>
                <a:spcPts val="450"/>
              </a:spcBef>
              <a:defRPr/>
            </a:pPr>
            <a:r>
              <a:rPr lang="en-GB" altLang="zh-CN" sz="1100" dirty="0" err="1">
                <a:latin typeface="JetBrains Mono" panose="020B0509020102050004" pitchFamily="49" charset="77"/>
              </a:rPr>
              <a:t>os.makedirs</a:t>
            </a:r>
            <a:r>
              <a:rPr lang="en-GB" altLang="zh-CN" sz="1100" dirty="0">
                <a:latin typeface="JetBrains Mono" panose="020B0509020102050004" pitchFamily="49" charset="77"/>
              </a:rPr>
              <a:t>("nested1/nested2/nested3")</a:t>
            </a:r>
            <a:endParaRPr lang="en-AU" altLang="zh-CN" sz="1100" dirty="0">
              <a:latin typeface="JetBrains Mono" panose="020B0509020102050004" pitchFamily="49" charset="77"/>
            </a:endParaRPr>
          </a:p>
        </p:txBody>
      </p:sp>
      <p:pic>
        <p:nvPicPr>
          <p:cNvPr id="9" name="Picture 8" descr="Created nested folders">
            <a:extLst>
              <a:ext uri="{FF2B5EF4-FFF2-40B4-BE49-F238E27FC236}">
                <a16:creationId xmlns:a16="http://schemas.microsoft.com/office/drawing/2014/main" id="{F345AA44-97A8-6F8D-A091-E489282641C9}"/>
              </a:ext>
            </a:extLst>
          </p:cNvPr>
          <p:cNvPicPr>
            <a:picLocks noChangeAspect="1"/>
          </p:cNvPicPr>
          <p:nvPr/>
        </p:nvPicPr>
        <p:blipFill>
          <a:blip r:embed="rId2"/>
          <a:stretch>
            <a:fillRect/>
          </a:stretch>
        </p:blipFill>
        <p:spPr>
          <a:xfrm>
            <a:off x="719998" y="3914774"/>
            <a:ext cx="5164755" cy="1495425"/>
          </a:xfrm>
          <a:prstGeom prst="rect">
            <a:avLst/>
          </a:prstGeom>
        </p:spPr>
      </p:pic>
    </p:spTree>
    <p:extLst>
      <p:ext uri="{BB962C8B-B14F-4D97-AF65-F5344CB8AC3E}">
        <p14:creationId xmlns:p14="http://schemas.microsoft.com/office/powerpoint/2010/main" val="3993121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3F2A04-A6C0-B734-2345-A7FDCAA9FFD1}"/>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97CC6A2-8E66-E0A9-F7AA-8A490470691D}"/>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30 handling files and folders</a:t>
            </a:r>
            <a:endParaRPr lang="en-US" altLang="zh-CN" dirty="0"/>
          </a:p>
        </p:txBody>
      </p:sp>
      <p:sp>
        <p:nvSpPr>
          <p:cNvPr id="4" name="TextBox 3">
            <a:extLst>
              <a:ext uri="{FF2B5EF4-FFF2-40B4-BE49-F238E27FC236}">
                <a16:creationId xmlns:a16="http://schemas.microsoft.com/office/drawing/2014/main" id="{5A4338AD-8265-0553-B9EF-C7FCEFE31567}"/>
              </a:ext>
            </a:extLst>
          </p:cNvPr>
          <p:cNvSpPr txBox="1"/>
          <p:nvPr/>
        </p:nvSpPr>
        <p:spPr>
          <a:xfrm>
            <a:off x="359998" y="1620000"/>
            <a:ext cx="7200000" cy="4462760"/>
          </a:xfrm>
          <a:prstGeom prst="rect">
            <a:avLst/>
          </a:prstGeom>
          <a:noFill/>
        </p:spPr>
        <p:txBody>
          <a:bodyPr wrap="square">
            <a:spAutoFit/>
          </a:bodyPr>
          <a:lstStyle/>
          <a:p>
            <a:pPr fontAlgn="base">
              <a:spcBef>
                <a:spcPts val="600"/>
              </a:spcBef>
              <a:spcAft>
                <a:spcPts val="600"/>
              </a:spcAft>
            </a:pPr>
            <a:r>
              <a:rPr lang="en-GB" altLang="zh-CN" sz="2000" b="1" dirty="0"/>
              <a:t>Creating Files</a:t>
            </a:r>
          </a:p>
          <a:p>
            <a:pPr fontAlgn="base">
              <a:spcBef>
                <a:spcPts val="600"/>
              </a:spcBef>
              <a:spcAft>
                <a:spcPts val="600"/>
              </a:spcAft>
            </a:pPr>
            <a:endParaRPr lang="en-GB" altLang="zh-CN" sz="1200" b="1" dirty="0"/>
          </a:p>
          <a:p>
            <a:pPr fontAlgn="base">
              <a:spcBef>
                <a:spcPts val="600"/>
              </a:spcBef>
              <a:spcAft>
                <a:spcPts val="600"/>
              </a:spcAft>
            </a:pPr>
            <a:endParaRPr lang="en-GB" altLang="zh-CN" sz="1200" b="1" dirty="0"/>
          </a:p>
          <a:p>
            <a:pPr fontAlgn="base">
              <a:spcBef>
                <a:spcPts val="600"/>
              </a:spcBef>
              <a:spcAft>
                <a:spcPts val="600"/>
              </a:spcAft>
            </a:pPr>
            <a:endParaRPr lang="en-GB" altLang="zh-CN" sz="1200" b="1" dirty="0"/>
          </a:p>
          <a:p>
            <a:pPr fontAlgn="base">
              <a:spcBef>
                <a:spcPts val="600"/>
              </a:spcBef>
              <a:spcAft>
                <a:spcPts val="600"/>
              </a:spcAft>
            </a:pPr>
            <a:r>
              <a:rPr lang="en-AU" b="1" dirty="0"/>
              <a:t>Renaming Files</a:t>
            </a:r>
            <a:endParaRPr lang="en-AU" sz="1200" b="1" dirty="0"/>
          </a:p>
          <a:p>
            <a:pPr fontAlgn="base">
              <a:spcBef>
                <a:spcPts val="600"/>
              </a:spcBef>
              <a:spcAft>
                <a:spcPts val="600"/>
              </a:spcAft>
            </a:pPr>
            <a:endParaRPr lang="en-AU" sz="1200" b="1" dirty="0"/>
          </a:p>
          <a:p>
            <a:pPr fontAlgn="base">
              <a:spcBef>
                <a:spcPts val="600"/>
              </a:spcBef>
              <a:spcAft>
                <a:spcPts val="600"/>
              </a:spcAft>
            </a:pPr>
            <a:endParaRPr lang="en-GB" sz="1200" dirty="0"/>
          </a:p>
          <a:p>
            <a:r>
              <a:rPr lang="en-AU" b="1" dirty="0"/>
              <a:t>Moving Files</a:t>
            </a:r>
            <a:endParaRPr lang="en-GB" sz="1200" dirty="0"/>
          </a:p>
          <a:p>
            <a:pPr fontAlgn="base">
              <a:spcBef>
                <a:spcPts val="600"/>
              </a:spcBef>
              <a:spcAft>
                <a:spcPts val="600"/>
              </a:spcAft>
            </a:pPr>
            <a:endParaRPr lang="en-GB" sz="1200" dirty="0"/>
          </a:p>
          <a:p>
            <a:pPr fontAlgn="base">
              <a:spcBef>
                <a:spcPts val="600"/>
              </a:spcBef>
              <a:spcAft>
                <a:spcPts val="600"/>
              </a:spcAft>
            </a:pPr>
            <a:endParaRPr lang="en-GB" sz="1200" dirty="0"/>
          </a:p>
          <a:p>
            <a:pPr fontAlgn="base">
              <a:spcBef>
                <a:spcPts val="600"/>
              </a:spcBef>
              <a:spcAft>
                <a:spcPts val="600"/>
              </a:spcAft>
            </a:pPr>
            <a:r>
              <a:rPr lang="en-GB" i="1" dirty="0"/>
              <a:t>Note that this will overwrite the destination, so if there is another pre-existing file in "folder" that got the same name "renamed-text.txt", but different content, it will overwrite it.</a:t>
            </a:r>
            <a:endParaRPr lang="en-AU" i="1" dirty="0"/>
          </a:p>
        </p:txBody>
      </p:sp>
      <p:sp>
        <p:nvSpPr>
          <p:cNvPr id="2" name="TextBox 1">
            <a:extLst>
              <a:ext uri="{FF2B5EF4-FFF2-40B4-BE49-F238E27FC236}">
                <a16:creationId xmlns:a16="http://schemas.microsoft.com/office/drawing/2014/main" id="{BA7F8755-0956-3A51-A7A2-AB0D211EB662}"/>
              </a:ext>
            </a:extLst>
          </p:cNvPr>
          <p:cNvSpPr txBox="1"/>
          <p:nvPr/>
        </p:nvSpPr>
        <p:spPr>
          <a:xfrm>
            <a:off x="719998" y="2058289"/>
            <a:ext cx="7200000" cy="961802"/>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create a new text file</a:t>
            </a:r>
          </a:p>
          <a:p>
            <a:pPr lvl="0">
              <a:spcBef>
                <a:spcPts val="450"/>
              </a:spcBef>
              <a:defRPr/>
            </a:pPr>
            <a:r>
              <a:rPr lang="en-GB" altLang="zh-CN" sz="1100" dirty="0" err="1">
                <a:latin typeface="JetBrains Mono" panose="020B0509020102050004" pitchFamily="49" charset="77"/>
              </a:rPr>
              <a:t>text_file</a:t>
            </a:r>
            <a:r>
              <a:rPr lang="en-GB" altLang="zh-CN" sz="1100" dirty="0">
                <a:latin typeface="JetBrains Mono" panose="020B0509020102050004" pitchFamily="49" charset="77"/>
              </a:rPr>
              <a:t> = open("text.txt", "w")</a:t>
            </a:r>
          </a:p>
          <a:p>
            <a:pPr lvl="0">
              <a:spcBef>
                <a:spcPts val="450"/>
              </a:spcBef>
              <a:defRPr/>
            </a:pPr>
            <a:r>
              <a:rPr lang="en-GB" altLang="zh-CN" sz="1100" dirty="0">
                <a:latin typeface="JetBrains Mono" panose="020B0509020102050004" pitchFamily="49" charset="77"/>
              </a:rPr>
              <a:t># write to this file some text</a:t>
            </a:r>
          </a:p>
          <a:p>
            <a:pPr lvl="0">
              <a:spcBef>
                <a:spcPts val="450"/>
              </a:spcBef>
              <a:defRPr/>
            </a:pPr>
            <a:r>
              <a:rPr lang="en-GB" altLang="zh-CN" sz="1100" dirty="0" err="1">
                <a:latin typeface="JetBrains Mono" panose="020B0509020102050004" pitchFamily="49" charset="77"/>
              </a:rPr>
              <a:t>text_file.write</a:t>
            </a:r>
            <a:r>
              <a:rPr lang="en-GB" altLang="zh-CN" sz="1100" dirty="0">
                <a:latin typeface="JetBrains Mono" panose="020B0509020102050004" pitchFamily="49" charset="77"/>
              </a:rPr>
              <a:t>("This is a text file")</a:t>
            </a:r>
            <a:endParaRPr lang="en-AU" altLang="zh-CN" sz="1100" dirty="0">
              <a:latin typeface="JetBrains Mono" panose="020B0509020102050004" pitchFamily="49" charset="77"/>
            </a:endParaRPr>
          </a:p>
        </p:txBody>
      </p:sp>
      <p:sp>
        <p:nvSpPr>
          <p:cNvPr id="3" name="TextBox 2">
            <a:extLst>
              <a:ext uri="{FF2B5EF4-FFF2-40B4-BE49-F238E27FC236}">
                <a16:creationId xmlns:a16="http://schemas.microsoft.com/office/drawing/2014/main" id="{06832247-FE15-8224-F772-C9F8274660F4}"/>
              </a:ext>
            </a:extLst>
          </p:cNvPr>
          <p:cNvSpPr txBox="1"/>
          <p:nvPr/>
        </p:nvSpPr>
        <p:spPr>
          <a:xfrm>
            <a:off x="719998" y="3453736"/>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rename text.txt to renamed-text.txt</a:t>
            </a:r>
          </a:p>
          <a:p>
            <a:pPr lvl="0">
              <a:spcBef>
                <a:spcPts val="450"/>
              </a:spcBef>
              <a:defRPr/>
            </a:pPr>
            <a:r>
              <a:rPr lang="en-GB" altLang="zh-CN" sz="1100" dirty="0" err="1">
                <a:latin typeface="JetBrains Mono" panose="020B0509020102050004" pitchFamily="49" charset="77"/>
              </a:rPr>
              <a:t>os.rename</a:t>
            </a:r>
            <a:r>
              <a:rPr lang="en-GB" altLang="zh-CN" sz="1100" dirty="0">
                <a:latin typeface="JetBrains Mono" panose="020B0509020102050004" pitchFamily="49" charset="77"/>
              </a:rPr>
              <a:t>("text.txt", "renamed-text.txt")</a:t>
            </a:r>
            <a:endParaRPr lang="en-AU" altLang="zh-CN" sz="1100" dirty="0">
              <a:latin typeface="JetBrains Mono" panose="020B0509020102050004" pitchFamily="49" charset="77"/>
            </a:endParaRPr>
          </a:p>
        </p:txBody>
      </p:sp>
      <p:sp>
        <p:nvSpPr>
          <p:cNvPr id="5" name="TextBox 4">
            <a:extLst>
              <a:ext uri="{FF2B5EF4-FFF2-40B4-BE49-F238E27FC236}">
                <a16:creationId xmlns:a16="http://schemas.microsoft.com/office/drawing/2014/main" id="{59E24A56-389A-20D7-6435-270C5F4342A7}"/>
              </a:ext>
            </a:extLst>
          </p:cNvPr>
          <p:cNvSpPr txBox="1"/>
          <p:nvPr/>
        </p:nvSpPr>
        <p:spPr>
          <a:xfrm>
            <a:off x="719998" y="4514331"/>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replace (move) this file to another directory</a:t>
            </a:r>
          </a:p>
          <a:p>
            <a:pPr lvl="0">
              <a:spcBef>
                <a:spcPts val="450"/>
              </a:spcBef>
              <a:defRPr/>
            </a:pPr>
            <a:r>
              <a:rPr lang="en-GB" altLang="zh-CN" sz="1100" dirty="0" err="1">
                <a:latin typeface="JetBrains Mono" panose="020B0509020102050004" pitchFamily="49" charset="77"/>
              </a:rPr>
              <a:t>os.replace</a:t>
            </a:r>
            <a:r>
              <a:rPr lang="en-GB" altLang="zh-CN" sz="1100" dirty="0">
                <a:latin typeface="JetBrains Mono" panose="020B0509020102050004" pitchFamily="49" charset="77"/>
              </a:rPr>
              <a:t>("renamed-text.txt", "folder/renamed-text.txt")</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1394213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BA6B71-2295-06E2-0F8D-AA6E5A00D0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D4D026-23D4-EB7C-E57C-7A510D66DAA4}"/>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30 handling files and folders</a:t>
            </a:r>
            <a:endParaRPr lang="en-US" altLang="zh-CN" dirty="0"/>
          </a:p>
        </p:txBody>
      </p:sp>
      <p:sp>
        <p:nvSpPr>
          <p:cNvPr id="4" name="TextBox 3">
            <a:extLst>
              <a:ext uri="{FF2B5EF4-FFF2-40B4-BE49-F238E27FC236}">
                <a16:creationId xmlns:a16="http://schemas.microsoft.com/office/drawing/2014/main" id="{CB5FC174-E98F-27A7-F4BC-02B6C180C9A5}"/>
              </a:ext>
            </a:extLst>
          </p:cNvPr>
          <p:cNvSpPr txBox="1"/>
          <p:nvPr/>
        </p:nvSpPr>
        <p:spPr>
          <a:xfrm>
            <a:off x="359997" y="1620000"/>
            <a:ext cx="7200000" cy="5078313"/>
          </a:xfrm>
          <a:prstGeom prst="rect">
            <a:avLst/>
          </a:prstGeom>
          <a:noFill/>
        </p:spPr>
        <p:txBody>
          <a:bodyPr wrap="square">
            <a:spAutoFit/>
          </a:bodyPr>
          <a:lstStyle/>
          <a:p>
            <a:pPr fontAlgn="base">
              <a:spcBef>
                <a:spcPts val="600"/>
              </a:spcBef>
              <a:spcAft>
                <a:spcPts val="600"/>
              </a:spcAft>
            </a:pPr>
            <a:r>
              <a:rPr lang="en-US" altLang="zh-CN" sz="2000" b="1" dirty="0"/>
              <a:t>Listing Files and Directories</a:t>
            </a:r>
            <a:endParaRPr lang="en-US" altLang="zh-CN" sz="1200" b="1" dirty="0"/>
          </a:p>
          <a:p>
            <a:pPr fontAlgn="base">
              <a:spcBef>
                <a:spcPts val="600"/>
              </a:spcBef>
              <a:spcAft>
                <a:spcPts val="600"/>
              </a:spcAft>
            </a:pPr>
            <a:endParaRPr lang="en-US" altLang="zh-CN" sz="1200" b="1" dirty="0"/>
          </a:p>
          <a:p>
            <a:pPr fontAlgn="base">
              <a:spcBef>
                <a:spcPts val="600"/>
              </a:spcBef>
              <a:spcAft>
                <a:spcPts val="600"/>
              </a:spcAft>
            </a:pPr>
            <a:endParaRPr lang="en-US" altLang="zh-CN" sz="1200" b="1" dirty="0"/>
          </a:p>
          <a:p>
            <a:pPr fontAlgn="base">
              <a:spcBef>
                <a:spcPts val="600"/>
              </a:spcBef>
              <a:spcAft>
                <a:spcPts val="600"/>
              </a:spcAft>
            </a:pPr>
            <a:r>
              <a:rPr lang="en-GB" altLang="zh-CN" sz="2000" i="1" dirty="0"/>
              <a:t>It returns a list containing the names of the files in the directory</a:t>
            </a:r>
            <a:endParaRPr lang="en-US" altLang="zh-CN" sz="1200" i="1" dirty="0"/>
          </a:p>
          <a:p>
            <a:pPr fontAlgn="base">
              <a:spcBef>
                <a:spcPts val="600"/>
              </a:spcBef>
              <a:spcAft>
                <a:spcPts val="600"/>
              </a:spcAft>
            </a:pPr>
            <a:r>
              <a:rPr lang="en-GB" altLang="zh-CN" sz="2000" b="1" dirty="0"/>
              <a:t>But what if we want to know the content of these folders too?</a:t>
            </a:r>
          </a:p>
          <a:p>
            <a:pPr fontAlgn="base">
              <a:spcBef>
                <a:spcPts val="600"/>
              </a:spcBef>
              <a:spcAft>
                <a:spcPts val="600"/>
              </a:spcAft>
            </a:pPr>
            <a:endParaRPr lang="en-GB" altLang="zh-CN" sz="1200" b="1" dirty="0"/>
          </a:p>
          <a:p>
            <a:pPr fontAlgn="base">
              <a:spcBef>
                <a:spcPts val="600"/>
              </a:spcBef>
              <a:spcAft>
                <a:spcPts val="600"/>
              </a:spcAft>
            </a:pPr>
            <a:endParaRPr lang="en-GB" altLang="zh-CN" sz="1200" b="1" dirty="0"/>
          </a:p>
          <a:p>
            <a:pPr fontAlgn="base">
              <a:spcBef>
                <a:spcPts val="600"/>
              </a:spcBef>
              <a:spcAft>
                <a:spcPts val="600"/>
              </a:spcAft>
            </a:pPr>
            <a:endParaRPr lang="en-GB" altLang="zh-CN" sz="1200" b="1" dirty="0"/>
          </a:p>
          <a:p>
            <a:pPr fontAlgn="base">
              <a:spcBef>
                <a:spcPts val="600"/>
              </a:spcBef>
              <a:spcAft>
                <a:spcPts val="600"/>
              </a:spcAft>
            </a:pPr>
            <a:endParaRPr lang="en-GB" altLang="zh-CN" sz="1200" b="1" dirty="0"/>
          </a:p>
          <a:p>
            <a:pPr fontAlgn="base">
              <a:spcBef>
                <a:spcPts val="600"/>
              </a:spcBef>
              <a:spcAft>
                <a:spcPts val="600"/>
              </a:spcAft>
            </a:pPr>
            <a:endParaRPr lang="en-GB" altLang="zh-CN" sz="1200" b="1" dirty="0"/>
          </a:p>
          <a:p>
            <a:pPr fontAlgn="base">
              <a:spcBef>
                <a:spcPts val="600"/>
              </a:spcBef>
              <a:spcAft>
                <a:spcPts val="600"/>
              </a:spcAft>
            </a:pPr>
            <a:endParaRPr lang="en-GB" altLang="zh-CN" sz="1200" b="1" dirty="0"/>
          </a:p>
          <a:p>
            <a:pPr fontAlgn="base">
              <a:spcBef>
                <a:spcPts val="600"/>
              </a:spcBef>
              <a:spcAft>
                <a:spcPts val="600"/>
              </a:spcAft>
            </a:pPr>
            <a:r>
              <a:rPr lang="en-AU" i="1" dirty="0" err="1"/>
              <a:t>os.walk</a:t>
            </a:r>
            <a:r>
              <a:rPr lang="en-AU" i="1" dirty="0"/>
              <a:t>() is a directory tree generator, it will iterate over all the directory trees</a:t>
            </a:r>
            <a:endParaRPr lang="en-US" altLang="zh-CN" sz="1200" i="1" dirty="0"/>
          </a:p>
        </p:txBody>
      </p:sp>
      <p:sp>
        <p:nvSpPr>
          <p:cNvPr id="3" name="TextBox 2">
            <a:extLst>
              <a:ext uri="{FF2B5EF4-FFF2-40B4-BE49-F238E27FC236}">
                <a16:creationId xmlns:a16="http://schemas.microsoft.com/office/drawing/2014/main" id="{8C4CEBAE-F27D-425A-4737-DD45F1BCBEBE}"/>
              </a:ext>
            </a:extLst>
          </p:cNvPr>
          <p:cNvSpPr txBox="1"/>
          <p:nvPr/>
        </p:nvSpPr>
        <p:spPr>
          <a:xfrm>
            <a:off x="719998" y="2053561"/>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print all files and folders in the current directory</a:t>
            </a:r>
          </a:p>
          <a:p>
            <a:pPr lvl="0">
              <a:spcBef>
                <a:spcPts val="450"/>
              </a:spcBef>
              <a:defRPr/>
            </a:pPr>
            <a:r>
              <a:rPr lang="en-GB" altLang="zh-CN" sz="1100" dirty="0">
                <a:latin typeface="JetBrains Mono" panose="020B0509020102050004" pitchFamily="49" charset="77"/>
              </a:rPr>
              <a:t>print("All folders &amp; files:", </a:t>
            </a:r>
            <a:r>
              <a:rPr lang="en-GB" altLang="zh-CN" sz="1100" dirty="0" err="1">
                <a:latin typeface="JetBrains Mono" panose="020B0509020102050004" pitchFamily="49" charset="77"/>
              </a:rPr>
              <a:t>os.listdir</a:t>
            </a:r>
            <a:r>
              <a:rPr lang="en-GB" altLang="zh-CN" sz="1100" dirty="0">
                <a:latin typeface="JetBrains Mono" panose="020B0509020102050004" pitchFamily="49" charset="77"/>
              </a:rPr>
              <a:t>())</a:t>
            </a:r>
            <a:endParaRPr lang="en-AU" altLang="zh-CN" sz="1100" dirty="0">
              <a:latin typeface="JetBrains Mono" panose="020B0509020102050004" pitchFamily="49" charset="77"/>
            </a:endParaRPr>
          </a:p>
        </p:txBody>
      </p:sp>
      <p:sp>
        <p:nvSpPr>
          <p:cNvPr id="5" name="TextBox 4">
            <a:extLst>
              <a:ext uri="{FF2B5EF4-FFF2-40B4-BE49-F238E27FC236}">
                <a16:creationId xmlns:a16="http://schemas.microsoft.com/office/drawing/2014/main" id="{BEC3B61E-6AF4-F5ED-2642-4A9F91938A4F}"/>
              </a:ext>
            </a:extLst>
          </p:cNvPr>
          <p:cNvSpPr txBox="1"/>
          <p:nvPr/>
        </p:nvSpPr>
        <p:spPr>
          <a:xfrm>
            <a:off x="719998" y="3924908"/>
            <a:ext cx="7200000" cy="1895391"/>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print all files &amp; folders recursively</a:t>
            </a:r>
          </a:p>
          <a:p>
            <a:pPr lvl="0">
              <a:spcBef>
                <a:spcPts val="450"/>
              </a:spcBef>
              <a:defRPr/>
            </a:pPr>
            <a:r>
              <a:rPr lang="en-GB" altLang="zh-CN" sz="1100" dirty="0">
                <a:latin typeface="JetBrains Mono" panose="020B0509020102050004" pitchFamily="49" charset="77"/>
              </a:rPr>
              <a:t>for </a:t>
            </a:r>
            <a:r>
              <a:rPr lang="en-GB" altLang="zh-CN" sz="1100" dirty="0" err="1">
                <a:latin typeface="JetBrains Mono" panose="020B0509020102050004" pitchFamily="49" charset="77"/>
              </a:rPr>
              <a:t>dirpath</a:t>
            </a:r>
            <a:r>
              <a:rPr lang="en-GB" altLang="zh-CN" sz="1100" dirty="0">
                <a:latin typeface="JetBrains Mono" panose="020B0509020102050004" pitchFamily="49" charset="77"/>
              </a:rPr>
              <a:t>, </a:t>
            </a:r>
            <a:r>
              <a:rPr lang="en-GB" altLang="zh-CN" sz="1100" dirty="0" err="1">
                <a:latin typeface="JetBrains Mono" panose="020B0509020102050004" pitchFamily="49" charset="77"/>
              </a:rPr>
              <a:t>dirnames</a:t>
            </a:r>
            <a:r>
              <a:rPr lang="en-GB" altLang="zh-CN" sz="1100" dirty="0">
                <a:latin typeface="JetBrains Mono" panose="020B0509020102050004" pitchFamily="49" charset="77"/>
              </a:rPr>
              <a:t>, filenames in </a:t>
            </a:r>
            <a:r>
              <a:rPr lang="en-GB" altLang="zh-CN" sz="1100" dirty="0" err="1">
                <a:latin typeface="JetBrains Mono" panose="020B0509020102050004" pitchFamily="49" charset="77"/>
              </a:rPr>
              <a:t>os.walk</a:t>
            </a:r>
            <a:r>
              <a:rPr lang="en-GB" altLang="zh-CN" sz="1100" dirty="0">
                <a:latin typeface="JetBrains Mono" panose="020B0509020102050004" pitchFamily="49" charset="77"/>
              </a:rPr>
              <a:t>("."):</a:t>
            </a:r>
          </a:p>
          <a:p>
            <a:pPr lvl="0">
              <a:spcBef>
                <a:spcPts val="450"/>
              </a:spcBef>
              <a:defRPr/>
            </a:pPr>
            <a:r>
              <a:rPr lang="en-GB" altLang="zh-CN" sz="1100" dirty="0">
                <a:latin typeface="JetBrains Mono" panose="020B0509020102050004" pitchFamily="49" charset="77"/>
              </a:rPr>
              <a:t>    # iterate over directories</a:t>
            </a:r>
          </a:p>
          <a:p>
            <a:pPr lvl="0">
              <a:spcBef>
                <a:spcPts val="450"/>
              </a:spcBef>
              <a:defRPr/>
            </a:pPr>
            <a:r>
              <a:rPr lang="en-GB" altLang="zh-CN" sz="1100" dirty="0">
                <a:latin typeface="JetBrains Mono" panose="020B0509020102050004" pitchFamily="49" charset="77"/>
              </a:rPr>
              <a:t>    for </a:t>
            </a:r>
            <a:r>
              <a:rPr lang="en-GB" altLang="zh-CN" sz="1100" dirty="0" err="1">
                <a:latin typeface="JetBrains Mono" panose="020B0509020102050004" pitchFamily="49" charset="77"/>
              </a:rPr>
              <a:t>dirname</a:t>
            </a:r>
            <a:r>
              <a:rPr lang="en-GB" altLang="zh-CN" sz="1100" dirty="0">
                <a:latin typeface="JetBrains Mono" panose="020B0509020102050004" pitchFamily="49" charset="77"/>
              </a:rPr>
              <a:t> in </a:t>
            </a:r>
            <a:r>
              <a:rPr lang="en-GB" altLang="zh-CN" sz="1100" dirty="0" err="1">
                <a:latin typeface="JetBrains Mono" panose="020B0509020102050004" pitchFamily="49" charset="77"/>
              </a:rPr>
              <a:t>dirnames</a:t>
            </a:r>
            <a:r>
              <a:rPr lang="en-GB" altLang="zh-CN" sz="1100" dirty="0">
                <a:latin typeface="JetBrains Mono" panose="020B0509020102050004" pitchFamily="49" charset="77"/>
              </a:rPr>
              <a:t>:</a:t>
            </a:r>
          </a:p>
          <a:p>
            <a:pPr lvl="0">
              <a:spcBef>
                <a:spcPts val="450"/>
              </a:spcBef>
              <a:defRPr/>
            </a:pPr>
            <a:r>
              <a:rPr lang="en-GB" altLang="zh-CN" sz="1100" dirty="0">
                <a:latin typeface="JetBrains Mono" panose="020B0509020102050004" pitchFamily="49" charset="77"/>
              </a:rPr>
              <a:t>        print("Directory:", </a:t>
            </a:r>
            <a:r>
              <a:rPr lang="en-GB" altLang="zh-CN" sz="1100" dirty="0" err="1">
                <a:latin typeface="JetBrains Mono" panose="020B0509020102050004" pitchFamily="49" charset="77"/>
              </a:rPr>
              <a:t>os.path.join</a:t>
            </a:r>
            <a:r>
              <a:rPr lang="en-GB" altLang="zh-CN" sz="1100" dirty="0">
                <a:latin typeface="JetBrains Mono" panose="020B0509020102050004" pitchFamily="49" charset="77"/>
              </a:rPr>
              <a:t>(</a:t>
            </a:r>
            <a:r>
              <a:rPr lang="en-GB" altLang="zh-CN" sz="1100" dirty="0" err="1">
                <a:latin typeface="JetBrains Mono" panose="020B0509020102050004" pitchFamily="49" charset="77"/>
              </a:rPr>
              <a:t>dirpath</a:t>
            </a:r>
            <a:r>
              <a:rPr lang="en-GB" altLang="zh-CN" sz="1100" dirty="0">
                <a:latin typeface="JetBrains Mono" panose="020B0509020102050004" pitchFamily="49" charset="77"/>
              </a:rPr>
              <a:t>, </a:t>
            </a:r>
            <a:r>
              <a:rPr lang="en-GB" altLang="zh-CN" sz="1100" dirty="0" err="1">
                <a:latin typeface="JetBrains Mono" panose="020B0509020102050004" pitchFamily="49" charset="77"/>
              </a:rPr>
              <a:t>dirname</a:t>
            </a:r>
            <a:r>
              <a:rPr lang="en-GB" altLang="zh-CN" sz="1100" dirty="0">
                <a:latin typeface="JetBrains Mono" panose="020B0509020102050004" pitchFamily="49" charset="77"/>
              </a:rPr>
              <a:t>))</a:t>
            </a:r>
          </a:p>
          <a:p>
            <a:pPr lvl="0">
              <a:spcBef>
                <a:spcPts val="450"/>
              </a:spcBef>
              <a:defRPr/>
            </a:pPr>
            <a:r>
              <a:rPr lang="en-GB" altLang="zh-CN" sz="1100" dirty="0">
                <a:latin typeface="JetBrains Mono" panose="020B0509020102050004" pitchFamily="49" charset="77"/>
              </a:rPr>
              <a:t>    # iterate over files</a:t>
            </a:r>
          </a:p>
          <a:p>
            <a:pPr lvl="0">
              <a:spcBef>
                <a:spcPts val="450"/>
              </a:spcBef>
              <a:defRPr/>
            </a:pPr>
            <a:r>
              <a:rPr lang="en-GB" altLang="zh-CN" sz="1100" dirty="0">
                <a:latin typeface="JetBrains Mono" panose="020B0509020102050004" pitchFamily="49" charset="77"/>
              </a:rPr>
              <a:t>    for filename in filenames:</a:t>
            </a:r>
          </a:p>
          <a:p>
            <a:pPr lvl="0">
              <a:spcBef>
                <a:spcPts val="450"/>
              </a:spcBef>
              <a:defRPr/>
            </a:pPr>
            <a:r>
              <a:rPr lang="en-GB" altLang="zh-CN" sz="1100" dirty="0">
                <a:latin typeface="JetBrains Mono" panose="020B0509020102050004" pitchFamily="49" charset="77"/>
              </a:rPr>
              <a:t>        print("File:", </a:t>
            </a:r>
            <a:r>
              <a:rPr lang="en-GB" altLang="zh-CN" sz="1100" dirty="0" err="1">
                <a:latin typeface="JetBrains Mono" panose="020B0509020102050004" pitchFamily="49" charset="77"/>
              </a:rPr>
              <a:t>os.path.join</a:t>
            </a:r>
            <a:r>
              <a:rPr lang="en-GB" altLang="zh-CN" sz="1100" dirty="0">
                <a:latin typeface="JetBrains Mono" panose="020B0509020102050004" pitchFamily="49" charset="77"/>
              </a:rPr>
              <a:t>(</a:t>
            </a:r>
            <a:r>
              <a:rPr lang="en-GB" altLang="zh-CN" sz="1100" dirty="0" err="1">
                <a:latin typeface="JetBrains Mono" panose="020B0509020102050004" pitchFamily="49" charset="77"/>
              </a:rPr>
              <a:t>dirpath</a:t>
            </a:r>
            <a:r>
              <a:rPr lang="en-GB" altLang="zh-CN" sz="1100" dirty="0">
                <a:latin typeface="JetBrains Mono" panose="020B0509020102050004" pitchFamily="49" charset="77"/>
              </a:rPr>
              <a:t>, filename))</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4179067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335D60-764E-A347-D773-4F7E43ADD587}"/>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629DA8F-4171-06FB-66DE-527D16141C39}"/>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30 handling files and folders</a:t>
            </a:r>
            <a:endParaRPr lang="en-US" altLang="zh-CN" dirty="0"/>
          </a:p>
        </p:txBody>
      </p:sp>
      <p:sp>
        <p:nvSpPr>
          <p:cNvPr id="5" name="TextBox 4">
            <a:extLst>
              <a:ext uri="{FF2B5EF4-FFF2-40B4-BE49-F238E27FC236}">
                <a16:creationId xmlns:a16="http://schemas.microsoft.com/office/drawing/2014/main" id="{EE292139-6936-37B4-837A-AC99013CAD3A}"/>
              </a:ext>
            </a:extLst>
          </p:cNvPr>
          <p:cNvSpPr txBox="1"/>
          <p:nvPr/>
        </p:nvSpPr>
        <p:spPr>
          <a:xfrm>
            <a:off x="359997" y="1620000"/>
            <a:ext cx="7200000" cy="3739485"/>
          </a:xfrm>
          <a:prstGeom prst="rect">
            <a:avLst/>
          </a:prstGeom>
          <a:noFill/>
        </p:spPr>
        <p:txBody>
          <a:bodyPr wrap="square">
            <a:spAutoFit/>
          </a:bodyPr>
          <a:lstStyle/>
          <a:p>
            <a:r>
              <a:rPr lang="en-AU" sz="2000" b="1" dirty="0"/>
              <a:t>Deleting Files</a:t>
            </a:r>
            <a:endParaRPr lang="en-US" altLang="zh-CN" sz="2000" b="1" dirty="0"/>
          </a:p>
          <a:p>
            <a:pPr fontAlgn="base">
              <a:spcBef>
                <a:spcPts val="600"/>
              </a:spcBef>
              <a:spcAft>
                <a:spcPts val="600"/>
              </a:spcAft>
            </a:pPr>
            <a:endParaRPr lang="en-US" altLang="zh-CN" sz="1200" b="1" dirty="0"/>
          </a:p>
          <a:p>
            <a:pPr fontAlgn="base">
              <a:spcBef>
                <a:spcPts val="600"/>
              </a:spcBef>
              <a:spcAft>
                <a:spcPts val="600"/>
              </a:spcAft>
            </a:pPr>
            <a:endParaRPr lang="en-US" altLang="zh-CN" sz="1200" b="1" dirty="0"/>
          </a:p>
          <a:p>
            <a:pPr fontAlgn="base">
              <a:spcBef>
                <a:spcPts val="600"/>
              </a:spcBef>
              <a:spcAft>
                <a:spcPts val="600"/>
              </a:spcAft>
            </a:pPr>
            <a:r>
              <a:rPr lang="en-US" altLang="zh-CN" sz="2000" b="1" dirty="0"/>
              <a:t>Deleting Directories</a:t>
            </a:r>
          </a:p>
          <a:p>
            <a:pPr fontAlgn="base">
              <a:spcBef>
                <a:spcPts val="600"/>
              </a:spcBef>
              <a:spcAft>
                <a:spcPts val="600"/>
              </a:spcAft>
            </a:pPr>
            <a:endParaRPr lang="en-US" altLang="zh-CN" sz="1200" b="1" dirty="0"/>
          </a:p>
          <a:p>
            <a:pPr fontAlgn="base">
              <a:spcBef>
                <a:spcPts val="600"/>
              </a:spcBef>
              <a:spcAft>
                <a:spcPts val="600"/>
              </a:spcAft>
            </a:pPr>
            <a:endParaRPr lang="en-US" altLang="zh-CN" sz="1200" b="1" dirty="0"/>
          </a:p>
          <a:p>
            <a:pPr fontAlgn="base">
              <a:spcBef>
                <a:spcPts val="600"/>
              </a:spcBef>
              <a:spcAft>
                <a:spcPts val="600"/>
              </a:spcAft>
            </a:pPr>
            <a:r>
              <a:rPr lang="en-AU" sz="2000" b="1" dirty="0"/>
              <a:t>Delete directories recursively</a:t>
            </a:r>
          </a:p>
          <a:p>
            <a:pPr fontAlgn="base">
              <a:spcBef>
                <a:spcPts val="600"/>
              </a:spcBef>
              <a:spcAft>
                <a:spcPts val="600"/>
              </a:spcAft>
            </a:pPr>
            <a:endParaRPr lang="en-AU" altLang="zh-CN" sz="1200" b="1" dirty="0"/>
          </a:p>
          <a:p>
            <a:pPr fontAlgn="base">
              <a:spcBef>
                <a:spcPts val="600"/>
              </a:spcBef>
              <a:spcAft>
                <a:spcPts val="600"/>
              </a:spcAft>
            </a:pPr>
            <a:endParaRPr lang="en-AU" altLang="zh-CN" sz="1200" b="1" dirty="0"/>
          </a:p>
          <a:p>
            <a:pPr fontAlgn="base">
              <a:spcBef>
                <a:spcPts val="600"/>
              </a:spcBef>
              <a:spcAft>
                <a:spcPts val="600"/>
              </a:spcAft>
            </a:pPr>
            <a:r>
              <a:rPr lang="en-GB" altLang="zh-CN" sz="2000" i="1" dirty="0"/>
              <a:t>This will remove all these directories only if they're empty.</a:t>
            </a:r>
            <a:endParaRPr lang="en-US" altLang="zh-CN" sz="2000" i="1" dirty="0"/>
          </a:p>
        </p:txBody>
      </p:sp>
      <p:sp>
        <p:nvSpPr>
          <p:cNvPr id="8" name="TextBox 7">
            <a:extLst>
              <a:ext uri="{FF2B5EF4-FFF2-40B4-BE49-F238E27FC236}">
                <a16:creationId xmlns:a16="http://schemas.microsoft.com/office/drawing/2014/main" id="{9A01F661-1CE1-6442-7790-F0872BA499B2}"/>
              </a:ext>
            </a:extLst>
          </p:cNvPr>
          <p:cNvSpPr txBox="1"/>
          <p:nvPr/>
        </p:nvSpPr>
        <p:spPr>
          <a:xfrm>
            <a:off x="719998" y="2039417"/>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delete that file</a:t>
            </a:r>
          </a:p>
          <a:p>
            <a:pPr lvl="0">
              <a:spcBef>
                <a:spcPts val="450"/>
              </a:spcBef>
              <a:defRPr/>
            </a:pPr>
            <a:r>
              <a:rPr lang="en-GB" altLang="zh-CN" sz="1100" dirty="0" err="1">
                <a:latin typeface="JetBrains Mono" panose="020B0509020102050004" pitchFamily="49" charset="77"/>
              </a:rPr>
              <a:t>os.remove</a:t>
            </a:r>
            <a:r>
              <a:rPr lang="en-GB" altLang="zh-CN" sz="1100" dirty="0">
                <a:latin typeface="JetBrains Mono" panose="020B0509020102050004" pitchFamily="49" charset="77"/>
              </a:rPr>
              <a:t>("folder/renamed-text.txt")</a:t>
            </a:r>
            <a:endParaRPr lang="en-AU" altLang="zh-CN" sz="1100" dirty="0">
              <a:latin typeface="JetBrains Mono" panose="020B0509020102050004" pitchFamily="49" charset="77"/>
            </a:endParaRPr>
          </a:p>
        </p:txBody>
      </p:sp>
      <p:sp>
        <p:nvSpPr>
          <p:cNvPr id="6" name="TextBox 5">
            <a:extLst>
              <a:ext uri="{FF2B5EF4-FFF2-40B4-BE49-F238E27FC236}">
                <a16:creationId xmlns:a16="http://schemas.microsoft.com/office/drawing/2014/main" id="{5C8859BF-DC22-E0A8-D7CD-56B864DBE29D}"/>
              </a:ext>
            </a:extLst>
          </p:cNvPr>
          <p:cNvSpPr txBox="1"/>
          <p:nvPr/>
        </p:nvSpPr>
        <p:spPr>
          <a:xfrm>
            <a:off x="719998" y="3072727"/>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remove the folder</a:t>
            </a:r>
          </a:p>
          <a:p>
            <a:pPr lvl="0">
              <a:spcBef>
                <a:spcPts val="450"/>
              </a:spcBef>
              <a:defRPr/>
            </a:pPr>
            <a:r>
              <a:rPr lang="en-GB" altLang="zh-CN" sz="1100" dirty="0" err="1">
                <a:latin typeface="JetBrains Mono" panose="020B0509020102050004" pitchFamily="49" charset="77"/>
              </a:rPr>
              <a:t>os.rmdir</a:t>
            </a:r>
            <a:r>
              <a:rPr lang="en-GB" altLang="zh-CN" sz="1100" dirty="0">
                <a:latin typeface="JetBrains Mono" panose="020B0509020102050004" pitchFamily="49" charset="77"/>
              </a:rPr>
              <a:t>("folder")</a:t>
            </a:r>
            <a:endParaRPr lang="en-AU" altLang="zh-CN" sz="1100" dirty="0">
              <a:latin typeface="JetBrains Mono" panose="020B0509020102050004" pitchFamily="49" charset="77"/>
            </a:endParaRPr>
          </a:p>
        </p:txBody>
      </p:sp>
      <p:sp>
        <p:nvSpPr>
          <p:cNvPr id="7" name="TextBox 6">
            <a:extLst>
              <a:ext uri="{FF2B5EF4-FFF2-40B4-BE49-F238E27FC236}">
                <a16:creationId xmlns:a16="http://schemas.microsoft.com/office/drawing/2014/main" id="{FC65DA4C-7C0C-E53B-B39D-C260A7E50C2B}"/>
              </a:ext>
            </a:extLst>
          </p:cNvPr>
          <p:cNvSpPr txBox="1"/>
          <p:nvPr/>
        </p:nvSpPr>
        <p:spPr>
          <a:xfrm>
            <a:off x="719998" y="4246462"/>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remove nested folders</a:t>
            </a:r>
          </a:p>
          <a:p>
            <a:pPr lvl="0">
              <a:spcBef>
                <a:spcPts val="450"/>
              </a:spcBef>
              <a:defRPr/>
            </a:pPr>
            <a:r>
              <a:rPr lang="en-GB" altLang="zh-CN" sz="1100" dirty="0" err="1">
                <a:latin typeface="JetBrains Mono" panose="020B0509020102050004" pitchFamily="49" charset="77"/>
              </a:rPr>
              <a:t>os.removedirs</a:t>
            </a:r>
            <a:r>
              <a:rPr lang="en-GB" altLang="zh-CN" sz="1100" dirty="0">
                <a:latin typeface="JetBrains Mono" panose="020B0509020102050004" pitchFamily="49" charset="77"/>
              </a:rPr>
              <a:t>("nested1/nested2/nested3")</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4114496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6" grpId="0" animBg="1"/>
      <p:bldP spid="7"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8138B-91BE-611C-C5AE-7728FD6190F1}"/>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1597A28F-3B03-708E-6C44-48918C7D2C26}"/>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30 handling files and folders</a:t>
            </a:r>
            <a:endParaRPr lang="en-US" altLang="zh-CN" dirty="0"/>
          </a:p>
        </p:txBody>
      </p:sp>
      <p:sp>
        <p:nvSpPr>
          <p:cNvPr id="4" name="TextBox 3">
            <a:extLst>
              <a:ext uri="{FF2B5EF4-FFF2-40B4-BE49-F238E27FC236}">
                <a16:creationId xmlns:a16="http://schemas.microsoft.com/office/drawing/2014/main" id="{0D5BEE03-633A-2421-548B-557D7AA41CE2}"/>
              </a:ext>
            </a:extLst>
          </p:cNvPr>
          <p:cNvSpPr txBox="1"/>
          <p:nvPr/>
        </p:nvSpPr>
        <p:spPr>
          <a:xfrm>
            <a:off x="359998" y="1620000"/>
            <a:ext cx="7200000" cy="1508105"/>
          </a:xfrm>
          <a:prstGeom prst="rect">
            <a:avLst/>
          </a:prstGeom>
          <a:noFill/>
        </p:spPr>
        <p:txBody>
          <a:bodyPr wrap="square">
            <a:spAutoFit/>
          </a:bodyPr>
          <a:lstStyle/>
          <a:p>
            <a:pPr fontAlgn="base">
              <a:spcBef>
                <a:spcPts val="600"/>
              </a:spcBef>
              <a:spcAft>
                <a:spcPts val="600"/>
              </a:spcAft>
            </a:pPr>
            <a:r>
              <a:rPr lang="en-US" altLang="zh-CN" sz="2000" b="1" dirty="0"/>
              <a:t>To</a:t>
            </a:r>
            <a:r>
              <a:rPr lang="zh-CN" altLang="en-US" sz="2000" b="1" dirty="0"/>
              <a:t> </a:t>
            </a:r>
            <a:r>
              <a:rPr lang="en-US" altLang="zh-CN" sz="2000" b="1" dirty="0"/>
              <a:t>delete</a:t>
            </a:r>
            <a:r>
              <a:rPr lang="zh-CN" altLang="en-US" sz="2000" b="1" dirty="0"/>
              <a:t> </a:t>
            </a:r>
            <a:r>
              <a:rPr lang="en-US" altLang="zh-CN" sz="2000" b="1" dirty="0"/>
              <a:t>non-empty</a:t>
            </a:r>
            <a:r>
              <a:rPr lang="zh-CN" altLang="en-US" sz="2000" b="1" dirty="0"/>
              <a:t> </a:t>
            </a:r>
            <a:r>
              <a:rPr lang="en-US" altLang="zh-CN" sz="2000" b="1" dirty="0"/>
              <a:t>directories,</a:t>
            </a:r>
            <a:r>
              <a:rPr lang="zh-CN" altLang="en-US" sz="2000" b="1" dirty="0"/>
              <a:t> </a:t>
            </a:r>
            <a:r>
              <a:rPr lang="en-US" altLang="zh-CN" sz="2000" b="1" dirty="0"/>
              <a:t>use</a:t>
            </a:r>
            <a:r>
              <a:rPr lang="zh-CN" altLang="en-US" sz="2000" b="1" dirty="0"/>
              <a:t> </a:t>
            </a:r>
            <a:r>
              <a:rPr lang="en-US" altLang="zh-CN" sz="1600" dirty="0" err="1">
                <a:latin typeface="JetBrains Mono" panose="020B0509020102050004" pitchFamily="49" charset="77"/>
              </a:rPr>
              <a:t>rmtree</a:t>
            </a:r>
            <a:r>
              <a:rPr lang="en-US" altLang="zh-CN" sz="1600" dirty="0">
                <a:latin typeface="JetBrains Mono" panose="020B0509020102050004" pitchFamily="49" charset="77"/>
              </a:rPr>
              <a:t>()</a:t>
            </a:r>
            <a:r>
              <a:rPr lang="zh-CN" altLang="en-US" sz="2000" b="1" dirty="0"/>
              <a:t> </a:t>
            </a:r>
            <a:r>
              <a:rPr lang="en-US" altLang="zh-CN" sz="2000" b="1" dirty="0"/>
              <a:t>from</a:t>
            </a:r>
            <a:r>
              <a:rPr lang="zh-CN" altLang="en-US" sz="2000" b="1" dirty="0"/>
              <a:t> </a:t>
            </a:r>
            <a:r>
              <a:rPr lang="en-US" altLang="zh-CN" sz="1600" dirty="0" err="1">
                <a:latin typeface="JetBrains Mono" panose="020B0509020102050004" pitchFamily="49" charset="77"/>
              </a:rPr>
              <a:t>shutil</a:t>
            </a:r>
            <a:endParaRPr lang="en-GB" altLang="zh-CN" sz="2000" dirty="0">
              <a:latin typeface="JetBrains Mono" panose="020B0509020102050004" pitchFamily="49" charset="77"/>
            </a:endParaRPr>
          </a:p>
          <a:p>
            <a:pPr fontAlgn="base">
              <a:spcBef>
                <a:spcPts val="600"/>
              </a:spcBef>
              <a:spcAft>
                <a:spcPts val="600"/>
              </a:spcAft>
            </a:pPr>
            <a:endParaRPr lang="en-GB" altLang="zh-CN" sz="1200" b="1" dirty="0"/>
          </a:p>
          <a:p>
            <a:pPr fontAlgn="base">
              <a:spcBef>
                <a:spcPts val="600"/>
              </a:spcBef>
              <a:spcAft>
                <a:spcPts val="600"/>
              </a:spcAft>
            </a:pPr>
            <a:endParaRPr lang="en-GB" altLang="zh-CN" sz="1200" b="1" dirty="0"/>
          </a:p>
          <a:p>
            <a:pPr fontAlgn="base">
              <a:spcBef>
                <a:spcPts val="600"/>
              </a:spcBef>
              <a:spcAft>
                <a:spcPts val="600"/>
              </a:spcAft>
            </a:pPr>
            <a:r>
              <a:rPr lang="en-US" altLang="zh-CN" dirty="0">
                <a:solidFill>
                  <a:srgbClr val="FF0000"/>
                </a:solidFill>
              </a:rPr>
              <a:t>This</a:t>
            </a:r>
            <a:r>
              <a:rPr lang="zh-CN" altLang="en-US" dirty="0">
                <a:solidFill>
                  <a:srgbClr val="FF0000"/>
                </a:solidFill>
              </a:rPr>
              <a:t> </a:t>
            </a:r>
            <a:r>
              <a:rPr lang="en-US" altLang="zh-CN" dirty="0">
                <a:solidFill>
                  <a:srgbClr val="FF0000"/>
                </a:solidFill>
              </a:rPr>
              <a:t>operation</a:t>
            </a:r>
            <a:r>
              <a:rPr lang="zh-CN" altLang="en-US" dirty="0">
                <a:solidFill>
                  <a:srgbClr val="FF0000"/>
                </a:solidFill>
              </a:rPr>
              <a:t> </a:t>
            </a:r>
            <a:r>
              <a:rPr lang="en-US" altLang="zh-CN" dirty="0">
                <a:solidFill>
                  <a:srgbClr val="FF0000"/>
                </a:solidFill>
              </a:rPr>
              <a:t>can</a:t>
            </a:r>
            <a:r>
              <a:rPr lang="zh-CN" altLang="en-US" dirty="0">
                <a:solidFill>
                  <a:srgbClr val="FF0000"/>
                </a:solidFill>
              </a:rPr>
              <a:t> </a:t>
            </a:r>
            <a:r>
              <a:rPr lang="en-US" altLang="zh-CN" dirty="0">
                <a:solidFill>
                  <a:srgbClr val="FF0000"/>
                </a:solidFill>
              </a:rPr>
              <a:t>be</a:t>
            </a:r>
            <a:r>
              <a:rPr lang="zh-CN" altLang="en-US" dirty="0">
                <a:solidFill>
                  <a:srgbClr val="FF0000"/>
                </a:solidFill>
              </a:rPr>
              <a:t> </a:t>
            </a:r>
            <a:r>
              <a:rPr lang="en-US" altLang="zh-CN" dirty="0">
                <a:solidFill>
                  <a:srgbClr val="FF0000"/>
                </a:solidFill>
              </a:rPr>
              <a:t>quite</a:t>
            </a:r>
            <a:r>
              <a:rPr lang="zh-CN" altLang="en-US" dirty="0">
                <a:solidFill>
                  <a:srgbClr val="FF0000"/>
                </a:solidFill>
              </a:rPr>
              <a:t> </a:t>
            </a:r>
            <a:r>
              <a:rPr lang="en-US" altLang="zh-CN" dirty="0">
                <a:solidFill>
                  <a:srgbClr val="FF0000"/>
                </a:solidFill>
              </a:rPr>
              <a:t>dangerous.</a:t>
            </a:r>
            <a:r>
              <a:rPr lang="zh-CN" altLang="en-US" dirty="0">
                <a:solidFill>
                  <a:srgbClr val="FF0000"/>
                </a:solidFill>
              </a:rPr>
              <a:t>  </a:t>
            </a:r>
            <a:r>
              <a:rPr lang="en-US" altLang="zh-CN" dirty="0">
                <a:solidFill>
                  <a:srgbClr val="FF0000"/>
                </a:solidFill>
              </a:rPr>
              <a:t>Take</a:t>
            </a:r>
            <a:r>
              <a:rPr lang="zh-CN" altLang="en-US" dirty="0">
                <a:solidFill>
                  <a:srgbClr val="FF0000"/>
                </a:solidFill>
              </a:rPr>
              <a:t> </a:t>
            </a:r>
            <a:r>
              <a:rPr lang="en-US" altLang="zh-CN" dirty="0">
                <a:solidFill>
                  <a:srgbClr val="FF0000"/>
                </a:solidFill>
              </a:rPr>
              <a:t>extra</a:t>
            </a:r>
            <a:r>
              <a:rPr lang="zh-CN" altLang="en-US" dirty="0">
                <a:solidFill>
                  <a:srgbClr val="FF0000"/>
                </a:solidFill>
              </a:rPr>
              <a:t> </a:t>
            </a:r>
            <a:r>
              <a:rPr lang="en-US" altLang="zh-CN" dirty="0">
                <a:solidFill>
                  <a:srgbClr val="FF0000"/>
                </a:solidFill>
              </a:rPr>
              <a:t>care.</a:t>
            </a:r>
          </a:p>
        </p:txBody>
      </p:sp>
      <p:sp>
        <p:nvSpPr>
          <p:cNvPr id="2" name="TextBox 1">
            <a:extLst>
              <a:ext uri="{FF2B5EF4-FFF2-40B4-BE49-F238E27FC236}">
                <a16:creationId xmlns:a16="http://schemas.microsoft.com/office/drawing/2014/main" id="{BBA8E5FE-DCA6-91D9-EF6A-F5743351441F}"/>
              </a:ext>
            </a:extLst>
          </p:cNvPr>
          <p:cNvSpPr txBox="1"/>
          <p:nvPr/>
        </p:nvSpPr>
        <p:spPr>
          <a:xfrm>
            <a:off x="719998" y="1995852"/>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remote non-empty folders</a:t>
            </a:r>
          </a:p>
          <a:p>
            <a:pPr lvl="0">
              <a:spcBef>
                <a:spcPts val="450"/>
              </a:spcBef>
              <a:defRPr/>
            </a:pPr>
            <a:r>
              <a:rPr lang="en-GB" altLang="zh-CN" sz="1100" dirty="0" err="1">
                <a:latin typeface="JetBrains Mono" panose="020B0509020102050004" pitchFamily="49" charset="77"/>
              </a:rPr>
              <a:t>shutil.rmtree</a:t>
            </a:r>
            <a:r>
              <a:rPr lang="en-GB" altLang="zh-CN" sz="1100" dirty="0">
                <a:latin typeface="JetBrains Mono" panose="020B0509020102050004" pitchFamily="49" charset="77"/>
              </a:rPr>
              <a:t>("nested1")</a:t>
            </a:r>
          </a:p>
        </p:txBody>
      </p:sp>
    </p:spTree>
    <p:extLst>
      <p:ext uri="{BB962C8B-B14F-4D97-AF65-F5344CB8AC3E}">
        <p14:creationId xmlns:p14="http://schemas.microsoft.com/office/powerpoint/2010/main" val="1983555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59331-EC26-950C-2016-73D1EFD67B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0464AE-1427-9540-5A5A-C2D99CB103CC}"/>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30 handling files and folders</a:t>
            </a:r>
            <a:endParaRPr lang="en-US" altLang="zh-CN" dirty="0"/>
          </a:p>
        </p:txBody>
      </p:sp>
      <p:sp>
        <p:nvSpPr>
          <p:cNvPr id="4" name="TextBox 3">
            <a:extLst>
              <a:ext uri="{FF2B5EF4-FFF2-40B4-BE49-F238E27FC236}">
                <a16:creationId xmlns:a16="http://schemas.microsoft.com/office/drawing/2014/main" id="{49171305-AE7E-01AD-176E-9306C8ED6942}"/>
              </a:ext>
            </a:extLst>
          </p:cNvPr>
          <p:cNvSpPr txBox="1"/>
          <p:nvPr/>
        </p:nvSpPr>
        <p:spPr>
          <a:xfrm>
            <a:off x="359997" y="1620001"/>
            <a:ext cx="7200000" cy="3616375"/>
          </a:xfrm>
          <a:prstGeom prst="rect">
            <a:avLst/>
          </a:prstGeom>
          <a:noFill/>
        </p:spPr>
        <p:txBody>
          <a:bodyPr wrap="square">
            <a:spAutoFit/>
          </a:bodyPr>
          <a:lstStyle/>
          <a:p>
            <a:pPr fontAlgn="base">
              <a:spcBef>
                <a:spcPts val="600"/>
              </a:spcBef>
              <a:spcAft>
                <a:spcPts val="600"/>
              </a:spcAft>
            </a:pPr>
            <a:r>
              <a:rPr lang="en-US" altLang="zh-CN" sz="2000" b="1" dirty="0"/>
              <a:t>Retrieving Information About Files</a:t>
            </a:r>
          </a:p>
          <a:p>
            <a:pPr fontAlgn="base">
              <a:spcBef>
                <a:spcPts val="600"/>
              </a:spcBef>
              <a:spcAft>
                <a:spcPts val="600"/>
              </a:spcAft>
            </a:pPr>
            <a:endParaRPr lang="en-US" altLang="zh-CN" sz="1200" b="1" dirty="0"/>
          </a:p>
          <a:p>
            <a:pPr fontAlgn="base">
              <a:spcBef>
                <a:spcPts val="600"/>
              </a:spcBef>
              <a:spcAft>
                <a:spcPts val="600"/>
              </a:spcAft>
            </a:pPr>
            <a:endParaRPr lang="en-US" altLang="zh-CN" sz="1200" b="1" dirty="0"/>
          </a:p>
          <a:p>
            <a:pPr fontAlgn="base">
              <a:spcBef>
                <a:spcPts val="600"/>
              </a:spcBef>
              <a:spcAft>
                <a:spcPts val="600"/>
              </a:spcAft>
            </a:pPr>
            <a:endParaRPr lang="en-US" altLang="zh-CN" sz="1200" b="1" dirty="0"/>
          </a:p>
          <a:p>
            <a:pPr fontAlgn="base">
              <a:spcBef>
                <a:spcPts val="600"/>
              </a:spcBef>
              <a:spcAft>
                <a:spcPts val="600"/>
              </a:spcAft>
            </a:pPr>
            <a:r>
              <a:rPr lang="en-GB" altLang="zh-CN" sz="2000" dirty="0"/>
              <a:t>This returns some metrics on it, some are interesting:</a:t>
            </a:r>
          </a:p>
          <a:p>
            <a:pPr marL="342900" indent="-342900" fontAlgn="base">
              <a:buFont typeface="Arial" panose="020B0604020202020204" pitchFamily="34" charset="0"/>
              <a:buChar char="•"/>
            </a:pPr>
            <a:r>
              <a:rPr lang="en-GB" altLang="zh-CN" sz="1400" dirty="0" err="1">
                <a:latin typeface="JetBrains Mono" panose="020B0509020102050004" pitchFamily="49" charset="77"/>
              </a:rPr>
              <a:t>st_size</a:t>
            </a:r>
            <a:r>
              <a:rPr lang="en-GB" altLang="zh-CN" dirty="0"/>
              <a:t>: The size of the file in bytes.</a:t>
            </a:r>
          </a:p>
          <a:p>
            <a:pPr marL="342900" indent="-342900" fontAlgn="base">
              <a:buFont typeface="Arial" panose="020B0604020202020204" pitchFamily="34" charset="0"/>
              <a:buChar char="•"/>
            </a:pPr>
            <a:r>
              <a:rPr lang="en-GB" altLang="zh-CN" sz="1400" dirty="0" err="1">
                <a:latin typeface="JetBrains Mono" panose="020B0509020102050004" pitchFamily="49" charset="77"/>
              </a:rPr>
              <a:t>st_atime</a:t>
            </a:r>
            <a:r>
              <a:rPr lang="en-GB" altLang="zh-CN" dirty="0"/>
              <a:t>: Time of most recent access expressed in seconds (timestamp).</a:t>
            </a:r>
          </a:p>
          <a:p>
            <a:pPr marL="342900" indent="-342900" fontAlgn="base">
              <a:buFont typeface="Arial" panose="020B0604020202020204" pitchFamily="34" charset="0"/>
              <a:buChar char="•"/>
            </a:pPr>
            <a:r>
              <a:rPr lang="en-GB" altLang="zh-CN" sz="1400" dirty="0" err="1">
                <a:latin typeface="JetBrains Mono" panose="020B0509020102050004" pitchFamily="49" charset="77"/>
              </a:rPr>
              <a:t>st_mtime</a:t>
            </a:r>
            <a:r>
              <a:rPr lang="en-GB" altLang="zh-CN" dirty="0"/>
              <a:t>: Time of most recent modification.</a:t>
            </a:r>
          </a:p>
          <a:p>
            <a:pPr marL="342900" indent="-342900" fontAlgn="base">
              <a:buFont typeface="Arial" panose="020B0604020202020204" pitchFamily="34" charset="0"/>
              <a:buChar char="•"/>
            </a:pPr>
            <a:r>
              <a:rPr lang="en-GB" altLang="zh-CN" sz="1400" dirty="0" err="1">
                <a:latin typeface="JetBrains Mono" panose="020B0509020102050004" pitchFamily="49" charset="77"/>
              </a:rPr>
              <a:t>st_ctime</a:t>
            </a:r>
            <a:r>
              <a:rPr lang="en-GB" altLang="zh-CN" dirty="0"/>
              <a:t>: In Windows, this is the time of the creation of the file, in Unix, this is the time of the most recent metadata change.</a:t>
            </a:r>
          </a:p>
        </p:txBody>
      </p:sp>
      <p:sp>
        <p:nvSpPr>
          <p:cNvPr id="3" name="TextBox 2">
            <a:extLst>
              <a:ext uri="{FF2B5EF4-FFF2-40B4-BE49-F238E27FC236}">
                <a16:creationId xmlns:a16="http://schemas.microsoft.com/office/drawing/2014/main" id="{CFE19341-C4F8-46EE-F82E-453C209BD529}"/>
              </a:ext>
            </a:extLst>
          </p:cNvPr>
          <p:cNvSpPr txBox="1"/>
          <p:nvPr/>
        </p:nvSpPr>
        <p:spPr>
          <a:xfrm>
            <a:off x="719998" y="2050819"/>
            <a:ext cx="7200000" cy="769441"/>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r>
              <a:rPr lang="en-AU" sz="1100" dirty="0">
                <a:latin typeface="JetBrains Mono" panose="020B0509020102050004" pitchFamily="49" charset="77"/>
              </a:rPr>
              <a:t>open("</a:t>
            </a:r>
            <a:r>
              <a:rPr lang="en-AU" sz="1100" dirty="0" err="1">
                <a:latin typeface="JetBrains Mono" panose="020B0509020102050004" pitchFamily="49" charset="77"/>
              </a:rPr>
              <a:t>text.txt</a:t>
            </a:r>
            <a:r>
              <a:rPr lang="en-AU" sz="1100" dirty="0">
                <a:latin typeface="JetBrains Mono" panose="020B0509020102050004" pitchFamily="49" charset="77"/>
              </a:rPr>
              <a:t>", "w").write("This is a text file")</a:t>
            </a:r>
          </a:p>
          <a:p>
            <a:endParaRPr lang="en-AU" sz="1100" dirty="0">
              <a:latin typeface="JetBrains Mono" panose="020B0509020102050004" pitchFamily="49" charset="77"/>
            </a:endParaRPr>
          </a:p>
          <a:p>
            <a:r>
              <a:rPr lang="en-AU" sz="1100" dirty="0">
                <a:latin typeface="JetBrains Mono" panose="020B0509020102050004" pitchFamily="49" charset="77"/>
              </a:rPr>
              <a:t># print some stats about the file</a:t>
            </a:r>
          </a:p>
          <a:p>
            <a:r>
              <a:rPr lang="en-AU" sz="1100" dirty="0">
                <a:latin typeface="JetBrains Mono" panose="020B0509020102050004" pitchFamily="49" charset="77"/>
              </a:rPr>
              <a:t>print(</a:t>
            </a:r>
            <a:r>
              <a:rPr lang="en-AU" sz="1100" dirty="0" err="1">
                <a:latin typeface="JetBrains Mono" panose="020B0509020102050004" pitchFamily="49" charset="77"/>
              </a:rPr>
              <a:t>os.stat</a:t>
            </a:r>
            <a:r>
              <a:rPr lang="en-AU" sz="1100" dirty="0">
                <a:latin typeface="JetBrains Mono" panose="020B0509020102050004" pitchFamily="49" charset="77"/>
              </a:rPr>
              <a:t>("</a:t>
            </a:r>
            <a:r>
              <a:rPr lang="en-AU" sz="1100" dirty="0" err="1">
                <a:latin typeface="JetBrains Mono" panose="020B0509020102050004" pitchFamily="49" charset="77"/>
              </a:rPr>
              <a:t>text.txt</a:t>
            </a:r>
            <a:r>
              <a:rPr lang="en-AU" sz="1100" dirty="0">
                <a:latin typeface="JetBrains Mono" panose="020B0509020102050004" pitchFamily="49" charset="77"/>
              </a:rPr>
              <a:t>"))</a:t>
            </a:r>
          </a:p>
        </p:txBody>
      </p:sp>
      <p:sp>
        <p:nvSpPr>
          <p:cNvPr id="6" name="TextBox 5">
            <a:extLst>
              <a:ext uri="{FF2B5EF4-FFF2-40B4-BE49-F238E27FC236}">
                <a16:creationId xmlns:a16="http://schemas.microsoft.com/office/drawing/2014/main" id="{EBBD75F6-46D6-0601-9FB3-7691A237061C}"/>
              </a:ext>
            </a:extLst>
          </p:cNvPr>
          <p:cNvSpPr txBox="1"/>
          <p:nvPr/>
        </p:nvSpPr>
        <p:spPr>
          <a:xfrm>
            <a:off x="719998" y="5235324"/>
            <a:ext cx="7200000" cy="43088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r>
              <a:rPr lang="en-AU" sz="1100" dirty="0">
                <a:latin typeface="JetBrains Mono" panose="020B0509020102050004" pitchFamily="49" charset="77"/>
              </a:rPr>
              <a:t># get the file size for example</a:t>
            </a:r>
          </a:p>
          <a:p>
            <a:r>
              <a:rPr lang="en-AU" sz="1100" dirty="0">
                <a:latin typeface="JetBrains Mono" panose="020B0509020102050004" pitchFamily="49" charset="77"/>
              </a:rPr>
              <a:t>print("File size:", </a:t>
            </a:r>
            <a:r>
              <a:rPr lang="en-AU" sz="1100" dirty="0" err="1">
                <a:latin typeface="JetBrains Mono" panose="020B0509020102050004" pitchFamily="49" charset="77"/>
              </a:rPr>
              <a:t>os.stat</a:t>
            </a:r>
            <a:r>
              <a:rPr lang="en-AU" sz="1100" dirty="0">
                <a:latin typeface="JetBrains Mono" panose="020B0509020102050004" pitchFamily="49" charset="77"/>
              </a:rPr>
              <a:t>("</a:t>
            </a:r>
            <a:r>
              <a:rPr lang="en-AU" sz="1100" dirty="0" err="1">
                <a:latin typeface="JetBrains Mono" panose="020B0509020102050004" pitchFamily="49" charset="77"/>
              </a:rPr>
              <a:t>text.txt</a:t>
            </a:r>
            <a:r>
              <a:rPr lang="en-AU" sz="1100" dirty="0">
                <a:latin typeface="JetBrains Mono" panose="020B0509020102050004" pitchFamily="49" charset="77"/>
              </a:rPr>
              <a:t>").</a:t>
            </a:r>
            <a:r>
              <a:rPr lang="en-AU" sz="1100" dirty="0" err="1">
                <a:latin typeface="JetBrains Mono" panose="020B0509020102050004" pitchFamily="49" charset="77"/>
              </a:rPr>
              <a:t>st_size</a:t>
            </a:r>
            <a:r>
              <a:rPr lang="en-AU" sz="1100" dirty="0">
                <a:latin typeface="JetBrains Mono" panose="020B0509020102050004" pitchFamily="49" charset="77"/>
              </a:rPr>
              <a:t>)</a:t>
            </a:r>
          </a:p>
        </p:txBody>
      </p:sp>
    </p:spTree>
    <p:extLst>
      <p:ext uri="{BB962C8B-B14F-4D97-AF65-F5344CB8AC3E}">
        <p14:creationId xmlns:p14="http://schemas.microsoft.com/office/powerpoint/2010/main" val="5556628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FA5BDF-BD26-B3BB-4E93-C95F611CE1E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C9251CB-164A-C989-82E7-E7B02F3DBB50}"/>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30 handling files and folders</a:t>
            </a:r>
            <a:endParaRPr lang="en-US" altLang="zh-CN" dirty="0"/>
          </a:p>
        </p:txBody>
      </p:sp>
      <p:sp>
        <p:nvSpPr>
          <p:cNvPr id="5" name="TextBox 4">
            <a:extLst>
              <a:ext uri="{FF2B5EF4-FFF2-40B4-BE49-F238E27FC236}">
                <a16:creationId xmlns:a16="http://schemas.microsoft.com/office/drawing/2014/main" id="{AB02464C-83A8-230A-EFFD-844ADB988ABC}"/>
              </a:ext>
            </a:extLst>
          </p:cNvPr>
          <p:cNvSpPr txBox="1"/>
          <p:nvPr/>
        </p:nvSpPr>
        <p:spPr>
          <a:xfrm>
            <a:off x="359997" y="1620000"/>
            <a:ext cx="7200000" cy="3739485"/>
          </a:xfrm>
          <a:prstGeom prst="rect">
            <a:avLst/>
          </a:prstGeom>
          <a:noFill/>
        </p:spPr>
        <p:txBody>
          <a:bodyPr wrap="square">
            <a:spAutoFit/>
          </a:bodyPr>
          <a:lstStyle/>
          <a:p>
            <a:r>
              <a:rPr lang="en-AU" sz="2000" b="1" dirty="0"/>
              <a:t>Deleting Files</a:t>
            </a:r>
            <a:endParaRPr lang="en-US" altLang="zh-CN" sz="2000" b="1" dirty="0"/>
          </a:p>
          <a:p>
            <a:pPr fontAlgn="base">
              <a:spcBef>
                <a:spcPts val="600"/>
              </a:spcBef>
              <a:spcAft>
                <a:spcPts val="600"/>
              </a:spcAft>
            </a:pPr>
            <a:endParaRPr lang="en-US" altLang="zh-CN" sz="1200" b="1" dirty="0"/>
          </a:p>
          <a:p>
            <a:pPr fontAlgn="base">
              <a:spcBef>
                <a:spcPts val="600"/>
              </a:spcBef>
              <a:spcAft>
                <a:spcPts val="600"/>
              </a:spcAft>
            </a:pPr>
            <a:endParaRPr lang="en-US" altLang="zh-CN" sz="1200" b="1" dirty="0"/>
          </a:p>
          <a:p>
            <a:pPr fontAlgn="base">
              <a:spcBef>
                <a:spcPts val="600"/>
              </a:spcBef>
              <a:spcAft>
                <a:spcPts val="600"/>
              </a:spcAft>
            </a:pPr>
            <a:r>
              <a:rPr lang="en-US" altLang="zh-CN" sz="2000" b="1" dirty="0"/>
              <a:t>Deleting Directories</a:t>
            </a:r>
          </a:p>
          <a:p>
            <a:pPr fontAlgn="base">
              <a:spcBef>
                <a:spcPts val="600"/>
              </a:spcBef>
              <a:spcAft>
                <a:spcPts val="600"/>
              </a:spcAft>
            </a:pPr>
            <a:endParaRPr lang="en-US" altLang="zh-CN" sz="1200" b="1" dirty="0"/>
          </a:p>
          <a:p>
            <a:pPr fontAlgn="base">
              <a:spcBef>
                <a:spcPts val="600"/>
              </a:spcBef>
              <a:spcAft>
                <a:spcPts val="600"/>
              </a:spcAft>
            </a:pPr>
            <a:endParaRPr lang="en-US" altLang="zh-CN" sz="1200" b="1" dirty="0"/>
          </a:p>
          <a:p>
            <a:pPr fontAlgn="base">
              <a:spcBef>
                <a:spcPts val="600"/>
              </a:spcBef>
              <a:spcAft>
                <a:spcPts val="600"/>
              </a:spcAft>
            </a:pPr>
            <a:r>
              <a:rPr lang="en-AU" sz="2000" b="1" dirty="0"/>
              <a:t>Delete directories recursively</a:t>
            </a:r>
          </a:p>
          <a:p>
            <a:pPr fontAlgn="base">
              <a:spcBef>
                <a:spcPts val="600"/>
              </a:spcBef>
              <a:spcAft>
                <a:spcPts val="600"/>
              </a:spcAft>
            </a:pPr>
            <a:endParaRPr lang="en-AU" altLang="zh-CN" sz="1200" b="1" dirty="0"/>
          </a:p>
          <a:p>
            <a:pPr fontAlgn="base">
              <a:spcBef>
                <a:spcPts val="600"/>
              </a:spcBef>
              <a:spcAft>
                <a:spcPts val="600"/>
              </a:spcAft>
            </a:pPr>
            <a:endParaRPr lang="en-AU" altLang="zh-CN" sz="1200" b="1" dirty="0"/>
          </a:p>
          <a:p>
            <a:pPr fontAlgn="base">
              <a:spcBef>
                <a:spcPts val="600"/>
              </a:spcBef>
              <a:spcAft>
                <a:spcPts val="600"/>
              </a:spcAft>
            </a:pPr>
            <a:r>
              <a:rPr lang="en-GB" altLang="zh-CN" sz="2000" i="1" dirty="0"/>
              <a:t>This will remove all these directories only if they're empty.</a:t>
            </a:r>
            <a:endParaRPr lang="en-US" altLang="zh-CN" sz="2000" i="1" dirty="0"/>
          </a:p>
        </p:txBody>
      </p:sp>
      <p:sp>
        <p:nvSpPr>
          <p:cNvPr id="8" name="TextBox 7">
            <a:extLst>
              <a:ext uri="{FF2B5EF4-FFF2-40B4-BE49-F238E27FC236}">
                <a16:creationId xmlns:a16="http://schemas.microsoft.com/office/drawing/2014/main" id="{9A655F6C-515C-63CB-E626-9BF1BA09B2E1}"/>
              </a:ext>
            </a:extLst>
          </p:cNvPr>
          <p:cNvSpPr txBox="1"/>
          <p:nvPr/>
        </p:nvSpPr>
        <p:spPr>
          <a:xfrm>
            <a:off x="719998" y="2039417"/>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delete that file</a:t>
            </a:r>
          </a:p>
          <a:p>
            <a:pPr lvl="0">
              <a:spcBef>
                <a:spcPts val="450"/>
              </a:spcBef>
              <a:defRPr/>
            </a:pPr>
            <a:r>
              <a:rPr lang="en-GB" altLang="zh-CN" sz="1100" dirty="0" err="1">
                <a:latin typeface="JetBrains Mono" panose="020B0509020102050004" pitchFamily="49" charset="77"/>
              </a:rPr>
              <a:t>os.remove</a:t>
            </a:r>
            <a:r>
              <a:rPr lang="en-GB" altLang="zh-CN" sz="1100" dirty="0">
                <a:latin typeface="JetBrains Mono" panose="020B0509020102050004" pitchFamily="49" charset="77"/>
              </a:rPr>
              <a:t>("folder/renamed-text.txt")</a:t>
            </a:r>
            <a:endParaRPr lang="en-AU" altLang="zh-CN" sz="1100" dirty="0">
              <a:latin typeface="JetBrains Mono" panose="020B0509020102050004" pitchFamily="49" charset="77"/>
            </a:endParaRPr>
          </a:p>
        </p:txBody>
      </p:sp>
      <p:sp>
        <p:nvSpPr>
          <p:cNvPr id="6" name="TextBox 5">
            <a:extLst>
              <a:ext uri="{FF2B5EF4-FFF2-40B4-BE49-F238E27FC236}">
                <a16:creationId xmlns:a16="http://schemas.microsoft.com/office/drawing/2014/main" id="{40238DFD-B371-A9E4-1823-41BC14661804}"/>
              </a:ext>
            </a:extLst>
          </p:cNvPr>
          <p:cNvSpPr txBox="1"/>
          <p:nvPr/>
        </p:nvSpPr>
        <p:spPr>
          <a:xfrm>
            <a:off x="719998" y="3072727"/>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remove the folder</a:t>
            </a:r>
          </a:p>
          <a:p>
            <a:pPr lvl="0">
              <a:spcBef>
                <a:spcPts val="450"/>
              </a:spcBef>
              <a:defRPr/>
            </a:pPr>
            <a:r>
              <a:rPr lang="en-GB" altLang="zh-CN" sz="1100" dirty="0" err="1">
                <a:latin typeface="JetBrains Mono" panose="020B0509020102050004" pitchFamily="49" charset="77"/>
              </a:rPr>
              <a:t>os.rmdir</a:t>
            </a:r>
            <a:r>
              <a:rPr lang="en-GB" altLang="zh-CN" sz="1100" dirty="0">
                <a:latin typeface="JetBrains Mono" panose="020B0509020102050004" pitchFamily="49" charset="77"/>
              </a:rPr>
              <a:t>("folder")</a:t>
            </a:r>
            <a:endParaRPr lang="en-AU" altLang="zh-CN" sz="1100" dirty="0">
              <a:latin typeface="JetBrains Mono" panose="020B0509020102050004" pitchFamily="49" charset="77"/>
            </a:endParaRPr>
          </a:p>
        </p:txBody>
      </p:sp>
      <p:sp>
        <p:nvSpPr>
          <p:cNvPr id="7" name="TextBox 6">
            <a:extLst>
              <a:ext uri="{FF2B5EF4-FFF2-40B4-BE49-F238E27FC236}">
                <a16:creationId xmlns:a16="http://schemas.microsoft.com/office/drawing/2014/main" id="{A480156E-BC1C-3292-BF88-0C5601841F0E}"/>
              </a:ext>
            </a:extLst>
          </p:cNvPr>
          <p:cNvSpPr txBox="1"/>
          <p:nvPr/>
        </p:nvSpPr>
        <p:spPr>
          <a:xfrm>
            <a:off x="719998" y="4246462"/>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GB" altLang="zh-CN" sz="1100" dirty="0">
                <a:latin typeface="JetBrains Mono" panose="020B0509020102050004" pitchFamily="49" charset="77"/>
              </a:rPr>
              <a:t># remove nested folders</a:t>
            </a:r>
          </a:p>
          <a:p>
            <a:pPr lvl="0">
              <a:spcBef>
                <a:spcPts val="450"/>
              </a:spcBef>
              <a:defRPr/>
            </a:pPr>
            <a:r>
              <a:rPr lang="en-GB" altLang="zh-CN" sz="1100" dirty="0" err="1">
                <a:latin typeface="JetBrains Mono" panose="020B0509020102050004" pitchFamily="49" charset="77"/>
              </a:rPr>
              <a:t>os.removedirs</a:t>
            </a:r>
            <a:r>
              <a:rPr lang="en-GB" altLang="zh-CN" sz="1100" dirty="0">
                <a:latin typeface="JetBrains Mono" panose="020B0509020102050004" pitchFamily="49" charset="77"/>
              </a:rPr>
              <a:t>("nested1/nested2/nested3")</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427214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6" grpId="0" animBg="1"/>
      <p:bldP spid="7"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7B6A2-6DDC-ED9D-CCF4-BB77EDBFCB66}"/>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8237BBBA-CB91-7AE8-5F63-11C883103E1A}"/>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1</a:t>
            </a:r>
            <a:r>
              <a:rPr lang="en-AU" altLang="zh-CN" dirty="0"/>
              <a:t> </a:t>
            </a:r>
            <a:r>
              <a:rPr lang="en-AU" altLang="zh-CN" dirty="0" err="1"/>
              <a:t>em</a:t>
            </a:r>
            <a:r>
              <a:rPr lang="en-US" altLang="zh-CN" dirty="0"/>
              <a:t>ail</a:t>
            </a:r>
            <a:r>
              <a:rPr lang="zh-CN" altLang="en-US" dirty="0"/>
              <a:t> </a:t>
            </a:r>
            <a:r>
              <a:rPr lang="en-US" altLang="zh-CN" dirty="0"/>
              <a:t>address</a:t>
            </a:r>
            <a:r>
              <a:rPr lang="zh-CN" altLang="en-US" dirty="0"/>
              <a:t> </a:t>
            </a:r>
            <a:r>
              <a:rPr lang="en-US" altLang="zh-CN" dirty="0"/>
              <a:t>validator</a:t>
            </a:r>
          </a:p>
        </p:txBody>
      </p:sp>
      <p:sp>
        <p:nvSpPr>
          <p:cNvPr id="4" name="TextBox 3">
            <a:extLst>
              <a:ext uri="{FF2B5EF4-FFF2-40B4-BE49-F238E27FC236}">
                <a16:creationId xmlns:a16="http://schemas.microsoft.com/office/drawing/2014/main" id="{9626359A-7937-E310-CF91-825B0278F12B}"/>
              </a:ext>
            </a:extLst>
          </p:cNvPr>
          <p:cNvSpPr txBox="1"/>
          <p:nvPr/>
        </p:nvSpPr>
        <p:spPr>
          <a:xfrm>
            <a:off x="359998" y="1620000"/>
            <a:ext cx="7920000" cy="1477328"/>
          </a:xfrm>
          <a:prstGeom prst="rect">
            <a:avLst/>
          </a:prstGeom>
          <a:noFill/>
        </p:spPr>
        <p:txBody>
          <a:bodyPr wrap="square">
            <a:spAutoFit/>
          </a:bodyPr>
          <a:lstStyle/>
          <a:p>
            <a:pPr fontAlgn="base">
              <a:spcBef>
                <a:spcPts val="600"/>
              </a:spcBef>
              <a:spcAft>
                <a:spcPts val="600"/>
              </a:spcAft>
            </a:pPr>
            <a:r>
              <a:rPr lang="en-US" altLang="zh-CN" sz="2000" dirty="0"/>
              <a:t>Your</a:t>
            </a:r>
            <a:r>
              <a:rPr lang="zh-CN" altLang="en-US" sz="2000" dirty="0"/>
              <a:t> </a:t>
            </a:r>
            <a:r>
              <a:rPr lang="en-US" altLang="zh-CN" sz="2000" dirty="0"/>
              <a:t>program should decide whether the e-mail being entered is a valid one or not.</a:t>
            </a:r>
          </a:p>
          <a:p>
            <a:pPr fontAlgn="base">
              <a:spcBef>
                <a:spcPts val="600"/>
              </a:spcBef>
              <a:spcAft>
                <a:spcPts val="600"/>
              </a:spcAft>
            </a:pPr>
            <a:r>
              <a:rPr lang="en-US" altLang="zh-CN" sz="2000" dirty="0"/>
              <a:t>Some of the validation checks that your program should complete are as follows:</a:t>
            </a:r>
            <a:endParaRPr lang="en-US" altLang="zh-CN" dirty="0"/>
          </a:p>
        </p:txBody>
      </p:sp>
      <p:sp>
        <p:nvSpPr>
          <p:cNvPr id="3" name="TextBox 2">
            <a:extLst>
              <a:ext uri="{FF2B5EF4-FFF2-40B4-BE49-F238E27FC236}">
                <a16:creationId xmlns:a16="http://schemas.microsoft.com/office/drawing/2014/main" id="{29141062-2F3E-6030-21A5-692EA26759D6}"/>
              </a:ext>
            </a:extLst>
          </p:cNvPr>
          <p:cNvSpPr txBox="1"/>
          <p:nvPr/>
        </p:nvSpPr>
        <p:spPr>
          <a:xfrm>
            <a:off x="359998" y="3097328"/>
            <a:ext cx="5666048" cy="3870290"/>
          </a:xfrm>
          <a:prstGeom prst="rect">
            <a:avLst/>
          </a:prstGeom>
          <a:noFill/>
        </p:spPr>
        <p:txBody>
          <a:bodyPr wrap="square">
            <a:spAutoFit/>
          </a:bodyPr>
          <a:lstStyle/>
          <a:p>
            <a:pPr marL="342900" indent="-342900" fontAlgn="base">
              <a:spcBef>
                <a:spcPts val="300"/>
              </a:spcBef>
              <a:spcAft>
                <a:spcPts val="300"/>
              </a:spcAft>
              <a:buFont typeface="Arial" panose="020B0604020202020204" pitchFamily="34" charset="0"/>
              <a:buChar char="•"/>
            </a:pPr>
            <a:r>
              <a:rPr lang="en-US" altLang="zh-CN" dirty="0"/>
              <a:t>The email should contain one and only one “@” sign</a:t>
            </a:r>
          </a:p>
          <a:p>
            <a:pPr marL="342900" indent="-342900" fontAlgn="base">
              <a:spcBef>
                <a:spcPts val="300"/>
              </a:spcBef>
              <a:spcAft>
                <a:spcPts val="300"/>
              </a:spcAft>
              <a:buFont typeface="Arial" panose="020B0604020202020204" pitchFamily="34" charset="0"/>
              <a:buChar char="•"/>
            </a:pPr>
            <a:r>
              <a:rPr lang="en-US" altLang="zh-CN" dirty="0"/>
              <a:t>The email should contain at least one “.” sign located after the “@” sign. However it may contains more than one “.” sign for emails ending in .</a:t>
            </a:r>
            <a:r>
              <a:rPr lang="en-US" altLang="zh-CN" dirty="0" err="1"/>
              <a:t>co.uk</a:t>
            </a:r>
            <a:r>
              <a:rPr lang="en-US" altLang="zh-CN" dirty="0"/>
              <a:t> for instance</a:t>
            </a:r>
          </a:p>
          <a:p>
            <a:pPr marL="342900" indent="-342900" fontAlgn="base">
              <a:spcBef>
                <a:spcPts val="300"/>
              </a:spcBef>
              <a:spcAft>
                <a:spcPts val="300"/>
              </a:spcAft>
              <a:buFont typeface="Arial" panose="020B0604020202020204" pitchFamily="34" charset="0"/>
              <a:buChar char="•"/>
            </a:pPr>
            <a:r>
              <a:rPr lang="en-US" altLang="zh-CN" dirty="0"/>
              <a:t>The email cannot contain any space or “#” signs</a:t>
            </a:r>
          </a:p>
          <a:p>
            <a:pPr marL="342900" indent="-342900" fontAlgn="base">
              <a:spcBef>
                <a:spcPts val="300"/>
              </a:spcBef>
              <a:spcAft>
                <a:spcPts val="300"/>
              </a:spcAft>
              <a:buFont typeface="Arial" panose="020B0604020202020204" pitchFamily="34" charset="0"/>
              <a:buChar char="•"/>
            </a:pPr>
            <a:r>
              <a:rPr lang="en-US" altLang="zh-CN" dirty="0"/>
              <a:t>The “@” sign cannot be in the first position and there should be at least 1 character between the “@” and the “.” sign.</a:t>
            </a:r>
          </a:p>
          <a:p>
            <a:pPr marL="342900" indent="-342900" fontAlgn="base">
              <a:spcBef>
                <a:spcPts val="300"/>
              </a:spcBef>
              <a:spcAft>
                <a:spcPts val="300"/>
              </a:spcAft>
              <a:buFont typeface="Arial" panose="020B0604020202020204" pitchFamily="34" charset="0"/>
              <a:buChar char="•"/>
            </a:pPr>
            <a:r>
              <a:rPr lang="en-US" altLang="zh-CN" dirty="0"/>
              <a:t>The email cannot end with a “.” sign</a:t>
            </a:r>
          </a:p>
          <a:p>
            <a:pPr fontAlgn="base">
              <a:spcBef>
                <a:spcPts val="600"/>
              </a:spcBef>
              <a:spcAft>
                <a:spcPts val="600"/>
              </a:spcAft>
            </a:pPr>
            <a:r>
              <a:rPr lang="en-US" altLang="zh-CN" sz="2000" dirty="0">
                <a:solidFill>
                  <a:srgbClr val="FF0000"/>
                </a:solidFill>
              </a:rPr>
              <a:t>.</a:t>
            </a:r>
          </a:p>
        </p:txBody>
      </p:sp>
      <p:pic>
        <p:nvPicPr>
          <p:cNvPr id="6" name="Picture 5" descr="The @ (at) sign and an open letter, representing what is an email address">
            <a:extLst>
              <a:ext uri="{FF2B5EF4-FFF2-40B4-BE49-F238E27FC236}">
                <a16:creationId xmlns:a16="http://schemas.microsoft.com/office/drawing/2014/main" id="{E4CC5B14-6850-A11F-3DB4-75705ADB4F3B}"/>
              </a:ext>
            </a:extLst>
          </p:cNvPr>
          <p:cNvPicPr>
            <a:picLocks noChangeAspect="1"/>
          </p:cNvPicPr>
          <p:nvPr/>
        </p:nvPicPr>
        <p:blipFill>
          <a:blip r:embed="rId2"/>
          <a:srcRect l="31420" t="16589" r="28798" b="12045"/>
          <a:stretch>
            <a:fillRect/>
          </a:stretch>
        </p:blipFill>
        <p:spPr>
          <a:xfrm>
            <a:off x="6026046" y="3760673"/>
            <a:ext cx="2228960" cy="1999328"/>
          </a:xfrm>
          <a:prstGeom prst="rect">
            <a:avLst/>
          </a:prstGeom>
        </p:spPr>
      </p:pic>
    </p:spTree>
    <p:extLst>
      <p:ext uri="{BB962C8B-B14F-4D97-AF65-F5344CB8AC3E}">
        <p14:creationId xmlns:p14="http://schemas.microsoft.com/office/powerpoint/2010/main" val="2678843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C835C-05A1-AE0C-1464-9D7220A46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FD2BFF-FB1D-864A-2CB1-A74FAD12111C}"/>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1</a:t>
            </a:r>
            <a:r>
              <a:rPr lang="en-AU" altLang="zh-CN" dirty="0"/>
              <a:t> </a:t>
            </a:r>
            <a:r>
              <a:rPr lang="en-US" altLang="zh-CN" dirty="0"/>
              <a:t>Email</a:t>
            </a:r>
            <a:r>
              <a:rPr lang="zh-CN" altLang="en-US" dirty="0"/>
              <a:t> </a:t>
            </a:r>
            <a:r>
              <a:rPr lang="en-US" altLang="zh-CN" dirty="0"/>
              <a:t>address</a:t>
            </a:r>
            <a:r>
              <a:rPr lang="zh-CN" altLang="en-US" dirty="0"/>
              <a:t> </a:t>
            </a:r>
            <a:r>
              <a:rPr lang="en-US" altLang="zh-CN" dirty="0"/>
              <a:t>validator</a:t>
            </a:r>
          </a:p>
        </p:txBody>
      </p:sp>
      <p:sp>
        <p:nvSpPr>
          <p:cNvPr id="4" name="TextBox 3">
            <a:extLst>
              <a:ext uri="{FF2B5EF4-FFF2-40B4-BE49-F238E27FC236}">
                <a16:creationId xmlns:a16="http://schemas.microsoft.com/office/drawing/2014/main" id="{2FB3DA3E-41FF-9F19-961D-46780243763D}"/>
              </a:ext>
            </a:extLst>
          </p:cNvPr>
          <p:cNvSpPr txBox="1"/>
          <p:nvPr/>
        </p:nvSpPr>
        <p:spPr>
          <a:xfrm>
            <a:off x="359997" y="1620001"/>
            <a:ext cx="7200000" cy="2700739"/>
          </a:xfrm>
          <a:prstGeom prst="rect">
            <a:avLst/>
          </a:prstGeom>
          <a:noFill/>
        </p:spPr>
        <p:txBody>
          <a:bodyPr wrap="square">
            <a:spAutoFit/>
          </a:bodyPr>
          <a:lstStyle/>
          <a:p>
            <a:pPr fontAlgn="base">
              <a:spcBef>
                <a:spcPts val="600"/>
              </a:spcBef>
              <a:spcAft>
                <a:spcPts val="600"/>
              </a:spcAft>
            </a:pPr>
            <a:r>
              <a:rPr lang="en-US" altLang="zh-CN" sz="2000" b="1" dirty="0"/>
              <a:t>Plan:</a:t>
            </a:r>
            <a:endParaRPr lang="en-GB" altLang="zh-CN" dirty="0"/>
          </a:p>
          <a:p>
            <a:pPr marL="342900" indent="-342900" fontAlgn="base">
              <a:spcBef>
                <a:spcPts val="300"/>
              </a:spcBef>
              <a:spcAft>
                <a:spcPts val="300"/>
              </a:spcAft>
              <a:buAutoNum type="arabicPeriod"/>
            </a:pPr>
            <a:r>
              <a:rPr lang="en-US" altLang="zh-CN" sz="1600" dirty="0"/>
              <a:t>Input</a:t>
            </a:r>
            <a:r>
              <a:rPr lang="zh-CN" altLang="en-US" sz="1600" dirty="0"/>
              <a:t> </a:t>
            </a:r>
            <a:r>
              <a:rPr lang="en-US" altLang="zh-CN" sz="1600" dirty="0"/>
              <a:t>a</a:t>
            </a:r>
            <a:r>
              <a:rPr lang="zh-CN" altLang="en-US" sz="1600" dirty="0"/>
              <a:t> </a:t>
            </a:r>
            <a:r>
              <a:rPr lang="en-US" altLang="zh-CN" sz="1600" dirty="0"/>
              <a:t>string</a:t>
            </a:r>
          </a:p>
          <a:p>
            <a:pPr marL="342900" indent="-342900" fontAlgn="base">
              <a:spcBef>
                <a:spcPts val="300"/>
              </a:spcBef>
              <a:spcAft>
                <a:spcPts val="300"/>
              </a:spcAft>
              <a:buAutoNum type="arabicPeriod"/>
            </a:pPr>
            <a:r>
              <a:rPr lang="en-US" altLang="zh-CN" sz="1600" dirty="0"/>
              <a:t>Scan</a:t>
            </a:r>
            <a:r>
              <a:rPr lang="zh-CN" altLang="en-US" sz="1600" dirty="0"/>
              <a:t> </a:t>
            </a:r>
            <a:r>
              <a:rPr lang="en-US" altLang="zh-CN" sz="1600" dirty="0"/>
              <a:t>the</a:t>
            </a:r>
            <a:r>
              <a:rPr lang="zh-CN" altLang="en-US" sz="1600" dirty="0"/>
              <a:t> </a:t>
            </a:r>
            <a:r>
              <a:rPr lang="en-US" altLang="zh-CN" sz="1600" dirty="0"/>
              <a:t>string</a:t>
            </a:r>
            <a:r>
              <a:rPr lang="zh-CN" altLang="en-US" sz="1600" dirty="0"/>
              <a:t> </a:t>
            </a:r>
            <a:r>
              <a:rPr lang="en-US" altLang="zh-CN" sz="1600" dirty="0"/>
              <a:t>for</a:t>
            </a:r>
            <a:r>
              <a:rPr lang="zh-CN" altLang="en-US" sz="1600" dirty="0"/>
              <a:t> </a:t>
            </a:r>
            <a:r>
              <a:rPr lang="en-US" altLang="zh-CN" sz="1600" dirty="0"/>
              <a:t>”@”</a:t>
            </a:r>
            <a:r>
              <a:rPr lang="zh-CN" altLang="en-US" sz="1600" dirty="0"/>
              <a:t> </a:t>
            </a:r>
            <a:r>
              <a:rPr lang="en-US" altLang="zh-CN" sz="1600" dirty="0"/>
              <a:t>signs</a:t>
            </a:r>
            <a:r>
              <a:rPr lang="zh-CN" altLang="en-US" sz="1600" dirty="0"/>
              <a:t> </a:t>
            </a:r>
            <a:r>
              <a:rPr lang="en-US" altLang="zh-CN" sz="1600" dirty="0"/>
              <a:t>and</a:t>
            </a:r>
            <a:r>
              <a:rPr lang="zh-CN" altLang="en-US" sz="1600" dirty="0"/>
              <a:t> </a:t>
            </a:r>
            <a:r>
              <a:rPr lang="en-US" altLang="zh-CN" sz="1600" dirty="0"/>
              <a:t>count</a:t>
            </a:r>
            <a:r>
              <a:rPr lang="zh-CN" altLang="en-US" sz="1600" dirty="0"/>
              <a:t> </a:t>
            </a:r>
            <a:r>
              <a:rPr lang="en-US" altLang="zh-CN" sz="1600" dirty="0"/>
              <a:t>them;</a:t>
            </a:r>
            <a:r>
              <a:rPr lang="zh-CN" altLang="en-US" sz="1600" dirty="0"/>
              <a:t> </a:t>
            </a:r>
            <a:r>
              <a:rPr lang="en-US" altLang="zh-CN" sz="1600" dirty="0"/>
              <a:t>break</a:t>
            </a:r>
            <a:r>
              <a:rPr lang="zh-CN" altLang="en-US" sz="1600" dirty="0"/>
              <a:t> </a:t>
            </a:r>
            <a:r>
              <a:rPr lang="en-US" altLang="zh-CN" sz="1600" dirty="0"/>
              <a:t>if</a:t>
            </a:r>
            <a:r>
              <a:rPr lang="zh-CN" altLang="en-US" sz="1600" dirty="0"/>
              <a:t> </a:t>
            </a:r>
            <a:r>
              <a:rPr lang="en-US" altLang="zh-CN" sz="1600" dirty="0"/>
              <a:t>invalid;</a:t>
            </a:r>
          </a:p>
          <a:p>
            <a:pPr marL="342900" indent="-342900" fontAlgn="base">
              <a:spcBef>
                <a:spcPts val="300"/>
              </a:spcBef>
              <a:spcAft>
                <a:spcPts val="300"/>
              </a:spcAft>
              <a:buAutoNum type="arabicPeriod"/>
            </a:pPr>
            <a:r>
              <a:rPr lang="en-US" altLang="zh-CN" sz="1600" dirty="0"/>
              <a:t>Scan</a:t>
            </a:r>
            <a:r>
              <a:rPr lang="zh-CN" altLang="en-US" sz="1600" dirty="0"/>
              <a:t> </a:t>
            </a:r>
            <a:r>
              <a:rPr lang="en-US" altLang="zh-CN" sz="1600" dirty="0"/>
              <a:t>the</a:t>
            </a:r>
            <a:r>
              <a:rPr lang="zh-CN" altLang="en-US" sz="1600" dirty="0"/>
              <a:t> </a:t>
            </a:r>
            <a:r>
              <a:rPr lang="en-US" altLang="zh-CN" sz="1600" dirty="0"/>
              <a:t>string</a:t>
            </a:r>
            <a:r>
              <a:rPr lang="zh-CN" altLang="en-US" sz="1600" dirty="0"/>
              <a:t> </a:t>
            </a:r>
            <a:r>
              <a:rPr lang="en-US" altLang="zh-CN" sz="1600" dirty="0"/>
              <a:t>for</a:t>
            </a:r>
            <a:r>
              <a:rPr lang="zh-CN" altLang="en-US" sz="1600" dirty="0"/>
              <a:t> </a:t>
            </a:r>
            <a:r>
              <a:rPr lang="en-US" altLang="zh-CN" sz="1600" dirty="0"/>
              <a:t>“.”</a:t>
            </a:r>
            <a:r>
              <a:rPr lang="zh-CN" altLang="en-US" sz="1600" dirty="0"/>
              <a:t> </a:t>
            </a:r>
            <a:r>
              <a:rPr lang="en-US" altLang="zh-CN" sz="1600" dirty="0"/>
              <a:t>sign</a:t>
            </a:r>
            <a:r>
              <a:rPr lang="zh-CN" altLang="en-US" sz="1600" dirty="0"/>
              <a:t> </a:t>
            </a:r>
            <a:r>
              <a:rPr lang="en-US" altLang="zh-CN" sz="1600" dirty="0"/>
              <a:t>before</a:t>
            </a:r>
            <a:r>
              <a:rPr lang="zh-CN" altLang="en-US" sz="1600" dirty="0"/>
              <a:t> </a:t>
            </a:r>
            <a:r>
              <a:rPr lang="en-US" altLang="zh-CN" sz="1600" dirty="0"/>
              <a:t>and</a:t>
            </a:r>
            <a:r>
              <a:rPr lang="zh-CN" altLang="en-US" sz="1600" dirty="0"/>
              <a:t> </a:t>
            </a:r>
            <a:r>
              <a:rPr lang="en-US" altLang="zh-CN" sz="1600" dirty="0"/>
              <a:t>after</a:t>
            </a:r>
            <a:r>
              <a:rPr lang="zh-CN" altLang="en-US" sz="1600" dirty="0"/>
              <a:t> </a:t>
            </a:r>
            <a:r>
              <a:rPr lang="en-US" altLang="zh-CN" sz="1600" dirty="0"/>
              <a:t>the</a:t>
            </a:r>
            <a:r>
              <a:rPr lang="zh-CN" altLang="en-US" sz="1600" dirty="0"/>
              <a:t> </a:t>
            </a:r>
            <a:r>
              <a:rPr lang="en-US" altLang="zh-CN" sz="1600" dirty="0"/>
              <a:t>“@”</a:t>
            </a:r>
            <a:r>
              <a:rPr lang="zh-CN" altLang="en-US" sz="1600" dirty="0"/>
              <a:t> </a:t>
            </a:r>
            <a:r>
              <a:rPr lang="en-US" altLang="zh-CN" sz="1600" dirty="0"/>
              <a:t>sign;</a:t>
            </a:r>
            <a:r>
              <a:rPr lang="zh-CN" altLang="en-US" sz="1600" dirty="0"/>
              <a:t> </a:t>
            </a:r>
            <a:r>
              <a:rPr lang="en-US" altLang="zh-CN" sz="1600" dirty="0"/>
              <a:t>break</a:t>
            </a:r>
            <a:r>
              <a:rPr lang="zh-CN" altLang="en-US" sz="1600" dirty="0"/>
              <a:t> </a:t>
            </a:r>
            <a:r>
              <a:rPr lang="en-US" altLang="zh-CN" sz="1600" dirty="0"/>
              <a:t>if</a:t>
            </a:r>
            <a:r>
              <a:rPr lang="zh-CN" altLang="en-US" sz="1600" dirty="0"/>
              <a:t> </a:t>
            </a:r>
            <a:r>
              <a:rPr lang="en-US" altLang="zh-CN" sz="1600" dirty="0"/>
              <a:t>invalid;</a:t>
            </a:r>
          </a:p>
          <a:p>
            <a:pPr marL="342900" indent="-342900" fontAlgn="base">
              <a:spcBef>
                <a:spcPts val="300"/>
              </a:spcBef>
              <a:spcAft>
                <a:spcPts val="300"/>
              </a:spcAft>
              <a:buAutoNum type="arabicPeriod"/>
            </a:pPr>
            <a:r>
              <a:rPr lang="en-US" altLang="zh-CN" sz="1600" dirty="0"/>
              <a:t>Scan</a:t>
            </a:r>
            <a:r>
              <a:rPr lang="zh-CN" altLang="en-US" sz="1600" dirty="0"/>
              <a:t> </a:t>
            </a:r>
            <a:r>
              <a:rPr lang="en-US" altLang="zh-CN" sz="1600" dirty="0"/>
              <a:t>the</a:t>
            </a:r>
            <a:r>
              <a:rPr lang="zh-CN" altLang="en-US" sz="1600" dirty="0"/>
              <a:t> </a:t>
            </a:r>
            <a:r>
              <a:rPr lang="en-US" altLang="zh-CN" sz="1600" dirty="0"/>
              <a:t>string</a:t>
            </a:r>
            <a:r>
              <a:rPr lang="zh-CN" altLang="en-US" sz="1600" dirty="0"/>
              <a:t> </a:t>
            </a:r>
            <a:r>
              <a:rPr lang="en-US" altLang="zh-CN" sz="1600" dirty="0"/>
              <a:t>for</a:t>
            </a:r>
            <a:r>
              <a:rPr lang="zh-CN" altLang="en-US" sz="1600" dirty="0"/>
              <a:t> </a:t>
            </a:r>
            <a:r>
              <a:rPr lang="en-US" altLang="zh-CN" sz="1600" dirty="0"/>
              <a:t>invalid</a:t>
            </a:r>
            <a:r>
              <a:rPr lang="zh-CN" altLang="en-US" sz="1600" dirty="0"/>
              <a:t> </a:t>
            </a:r>
            <a:r>
              <a:rPr lang="en-US" altLang="zh-CN" sz="1600" dirty="0"/>
              <a:t>characters;</a:t>
            </a:r>
            <a:r>
              <a:rPr lang="zh-CN" altLang="en-US" sz="1600" dirty="0"/>
              <a:t> </a:t>
            </a:r>
            <a:r>
              <a:rPr lang="en-US" altLang="zh-CN" sz="1600" dirty="0"/>
              <a:t>break</a:t>
            </a:r>
            <a:r>
              <a:rPr lang="zh-CN" altLang="en-US" sz="1600" dirty="0"/>
              <a:t> </a:t>
            </a:r>
            <a:r>
              <a:rPr lang="en-US" altLang="zh-CN" sz="1600" dirty="0"/>
              <a:t>if</a:t>
            </a:r>
            <a:r>
              <a:rPr lang="zh-CN" altLang="en-US" sz="1600" dirty="0"/>
              <a:t> </a:t>
            </a:r>
            <a:r>
              <a:rPr lang="en-US" altLang="zh-CN" sz="1600" dirty="0"/>
              <a:t>invalid;</a:t>
            </a:r>
          </a:p>
          <a:p>
            <a:pPr marL="342900" indent="-342900" fontAlgn="base">
              <a:spcBef>
                <a:spcPts val="300"/>
              </a:spcBef>
              <a:spcAft>
                <a:spcPts val="300"/>
              </a:spcAft>
              <a:buAutoNum type="arabicPeriod"/>
            </a:pPr>
            <a:r>
              <a:rPr lang="en-US" altLang="zh-CN" sz="1600" dirty="0"/>
              <a:t>Check</a:t>
            </a:r>
            <a:r>
              <a:rPr lang="zh-CN" altLang="en-US" sz="1600" dirty="0"/>
              <a:t> </a:t>
            </a:r>
            <a:r>
              <a:rPr lang="en-US" altLang="zh-CN" sz="1600" dirty="0"/>
              <a:t>“@”</a:t>
            </a:r>
            <a:r>
              <a:rPr lang="zh-CN" altLang="en-US" sz="1600" dirty="0"/>
              <a:t> </a:t>
            </a:r>
            <a:r>
              <a:rPr lang="en-US" altLang="zh-CN" sz="1600" dirty="0"/>
              <a:t>position</a:t>
            </a:r>
            <a:r>
              <a:rPr lang="zh-CN" altLang="en-US" sz="1600" dirty="0"/>
              <a:t> </a:t>
            </a:r>
            <a:r>
              <a:rPr lang="en-US" altLang="zh-CN" sz="1600" dirty="0"/>
              <a:t>and</a:t>
            </a:r>
            <a:r>
              <a:rPr lang="zh-CN" altLang="en-US" sz="1600" dirty="0"/>
              <a:t> </a:t>
            </a:r>
            <a:r>
              <a:rPr lang="en-US" altLang="zh-CN" sz="1600" dirty="0"/>
              <a:t>relative</a:t>
            </a:r>
            <a:r>
              <a:rPr lang="zh-CN" altLang="en-US" sz="1600" dirty="0"/>
              <a:t> </a:t>
            </a:r>
            <a:r>
              <a:rPr lang="en-US" altLang="zh-CN" sz="1600" dirty="0"/>
              <a:t>position</a:t>
            </a:r>
            <a:r>
              <a:rPr lang="zh-CN" altLang="en-US" sz="1600" dirty="0"/>
              <a:t> </a:t>
            </a:r>
            <a:r>
              <a:rPr lang="en-US" altLang="zh-CN" sz="1600" dirty="0"/>
              <a:t>with</a:t>
            </a:r>
            <a:r>
              <a:rPr lang="zh-CN" altLang="en-US" sz="1600" dirty="0"/>
              <a:t> </a:t>
            </a:r>
            <a:r>
              <a:rPr lang="en-US" altLang="zh-CN" sz="1600" dirty="0"/>
              <a:t>“.”;</a:t>
            </a:r>
            <a:r>
              <a:rPr lang="zh-CN" altLang="en-US" sz="1600" dirty="0"/>
              <a:t> </a:t>
            </a:r>
            <a:r>
              <a:rPr lang="en-US" altLang="zh-CN" sz="1600" dirty="0"/>
              <a:t>break</a:t>
            </a:r>
            <a:r>
              <a:rPr lang="zh-CN" altLang="en-US" sz="1600" dirty="0"/>
              <a:t> </a:t>
            </a:r>
            <a:r>
              <a:rPr lang="en-US" altLang="zh-CN" sz="1600" dirty="0"/>
              <a:t>if</a:t>
            </a:r>
            <a:r>
              <a:rPr lang="zh-CN" altLang="en-US" sz="1600" dirty="0"/>
              <a:t> </a:t>
            </a:r>
            <a:r>
              <a:rPr lang="en-US" altLang="zh-CN" sz="1600" dirty="0"/>
              <a:t>invalid;</a:t>
            </a:r>
          </a:p>
          <a:p>
            <a:pPr marL="342900" indent="-342900" fontAlgn="base">
              <a:spcBef>
                <a:spcPts val="300"/>
              </a:spcBef>
              <a:spcAft>
                <a:spcPts val="300"/>
              </a:spcAft>
              <a:buAutoNum type="arabicPeriod"/>
            </a:pPr>
            <a:r>
              <a:rPr lang="en-US" altLang="zh-CN" sz="1600" dirty="0"/>
              <a:t>Check</a:t>
            </a:r>
            <a:r>
              <a:rPr lang="zh-CN" altLang="en-US" sz="1600" dirty="0"/>
              <a:t> </a:t>
            </a:r>
            <a:r>
              <a:rPr lang="en-US" altLang="zh-CN" sz="1600" dirty="0"/>
              <a:t>”.”</a:t>
            </a:r>
            <a:r>
              <a:rPr lang="zh-CN" altLang="en-US" sz="1600" dirty="0"/>
              <a:t> </a:t>
            </a:r>
            <a:r>
              <a:rPr lang="en-US" altLang="zh-CN" sz="1600" dirty="0"/>
              <a:t>position;</a:t>
            </a:r>
            <a:r>
              <a:rPr lang="zh-CN" altLang="en-US" sz="1600" dirty="0"/>
              <a:t> </a:t>
            </a:r>
            <a:r>
              <a:rPr lang="en-US" altLang="zh-CN" sz="1600" dirty="0"/>
              <a:t>break</a:t>
            </a:r>
            <a:r>
              <a:rPr lang="zh-CN" altLang="en-US" sz="1600" dirty="0"/>
              <a:t> </a:t>
            </a:r>
            <a:r>
              <a:rPr lang="en-US" altLang="zh-CN" sz="1600" dirty="0"/>
              <a:t>if</a:t>
            </a:r>
            <a:r>
              <a:rPr lang="zh-CN" altLang="en-US" sz="1600" dirty="0"/>
              <a:t> </a:t>
            </a:r>
            <a:r>
              <a:rPr lang="en-US" altLang="zh-CN" sz="1600" dirty="0"/>
              <a:t>invalid;</a:t>
            </a:r>
          </a:p>
          <a:p>
            <a:pPr marL="342900" indent="-342900" fontAlgn="base">
              <a:spcBef>
                <a:spcPts val="300"/>
              </a:spcBef>
              <a:spcAft>
                <a:spcPts val="300"/>
              </a:spcAft>
              <a:buAutoNum type="arabicPeriod"/>
            </a:pPr>
            <a:r>
              <a:rPr lang="en-US" altLang="zh-CN" sz="1600" dirty="0"/>
              <a:t>Confirm</a:t>
            </a:r>
            <a:r>
              <a:rPr lang="zh-CN" altLang="en-US" sz="1600" dirty="0"/>
              <a:t> </a:t>
            </a:r>
            <a:r>
              <a:rPr lang="en-US" altLang="zh-CN" sz="1600" dirty="0"/>
              <a:t>valid</a:t>
            </a:r>
          </a:p>
        </p:txBody>
      </p:sp>
    </p:spTree>
    <p:extLst>
      <p:ext uri="{BB962C8B-B14F-4D97-AF65-F5344CB8AC3E}">
        <p14:creationId xmlns:p14="http://schemas.microsoft.com/office/powerpoint/2010/main" val="2045567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13B4C-646E-764B-E195-5211923A1F3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631ABA6-5D7C-46CA-EC91-AFCA99A5FCBF}"/>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1</a:t>
            </a:r>
            <a:r>
              <a:rPr lang="en-AU" altLang="zh-CN" dirty="0"/>
              <a:t> </a:t>
            </a:r>
            <a:r>
              <a:rPr lang="en-US" altLang="zh-CN" dirty="0"/>
              <a:t>Email</a:t>
            </a:r>
            <a:r>
              <a:rPr lang="zh-CN" altLang="en-US" dirty="0"/>
              <a:t> </a:t>
            </a:r>
            <a:r>
              <a:rPr lang="en-US" altLang="zh-CN" dirty="0"/>
              <a:t>address</a:t>
            </a:r>
            <a:r>
              <a:rPr lang="zh-CN" altLang="en-US" dirty="0"/>
              <a:t> </a:t>
            </a:r>
            <a:r>
              <a:rPr lang="en-US" altLang="zh-CN" dirty="0"/>
              <a:t>validator</a:t>
            </a:r>
          </a:p>
        </p:txBody>
      </p:sp>
      <p:pic>
        <p:nvPicPr>
          <p:cNvPr id="2" name="Picture 1" descr="Overwhelmed by email? Here's how to get that inbox under control | The  Seattle Times">
            <a:extLst>
              <a:ext uri="{FF2B5EF4-FFF2-40B4-BE49-F238E27FC236}">
                <a16:creationId xmlns:a16="http://schemas.microsoft.com/office/drawing/2014/main" id="{7C32CEAF-0912-3580-6ED7-B1CE09B3956A}"/>
              </a:ext>
            </a:extLst>
          </p:cNvPr>
          <p:cNvPicPr>
            <a:picLocks noChangeAspect="1"/>
          </p:cNvPicPr>
          <p:nvPr/>
        </p:nvPicPr>
        <p:blipFill>
          <a:blip r:embed="rId2"/>
          <a:stretch>
            <a:fillRect/>
          </a:stretch>
        </p:blipFill>
        <p:spPr>
          <a:xfrm>
            <a:off x="1444989" y="1616856"/>
            <a:ext cx="6254022" cy="4169348"/>
          </a:xfrm>
          <a:prstGeom prst="rect">
            <a:avLst/>
          </a:prstGeom>
        </p:spPr>
      </p:pic>
      <p:sp>
        <p:nvSpPr>
          <p:cNvPr id="3" name="Text Placeholder 3">
            <a:extLst>
              <a:ext uri="{FF2B5EF4-FFF2-40B4-BE49-F238E27FC236}">
                <a16:creationId xmlns:a16="http://schemas.microsoft.com/office/drawing/2014/main" id="{20227A01-A142-AD77-B8FD-445534088398}"/>
              </a:ext>
            </a:extLst>
          </p:cNvPr>
          <p:cNvSpPr txBox="1">
            <a:spLocks/>
          </p:cNvSpPr>
          <p:nvPr/>
        </p:nvSpPr>
        <p:spPr>
          <a:xfrm>
            <a:off x="1796991" y="5066204"/>
            <a:ext cx="5550018" cy="720000"/>
          </a:xfrm>
          <a:prstGeom prst="rect">
            <a:avLst/>
          </a:prstGeom>
        </p:spPr>
        <p:txBody>
          <a:bodyPr vert="horz" lIns="91440" tIns="45720" rIns="91440" bIns="45720" rtlCol="0" anchor="ctr">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fontAlgn="base">
              <a:buNone/>
            </a:pPr>
            <a:r>
              <a:rPr lang="en-US" altLang="zh-CN" sz="4400" b="0" i="0" dirty="0">
                <a:solidFill>
                  <a:schemeClr val="bg1"/>
                </a:solidFill>
                <a:effectLst/>
                <a:latin typeface="Inter"/>
              </a:rPr>
              <a:t>Code</a:t>
            </a:r>
            <a:r>
              <a:rPr lang="zh-CN" altLang="en-US" sz="4400" b="0" i="0" dirty="0">
                <a:solidFill>
                  <a:schemeClr val="bg1"/>
                </a:solidFill>
                <a:effectLst/>
                <a:latin typeface="Inter"/>
              </a:rPr>
              <a:t> </a:t>
            </a:r>
            <a:r>
              <a:rPr lang="en-US" altLang="zh-CN" sz="4400" b="0" i="0" dirty="0">
                <a:solidFill>
                  <a:schemeClr val="bg1"/>
                </a:solidFill>
                <a:effectLst/>
                <a:latin typeface="Inter"/>
              </a:rPr>
              <a:t>explained</a:t>
            </a:r>
          </a:p>
        </p:txBody>
      </p:sp>
    </p:spTree>
    <p:extLst>
      <p:ext uri="{BB962C8B-B14F-4D97-AF65-F5344CB8AC3E}">
        <p14:creationId xmlns:p14="http://schemas.microsoft.com/office/powerpoint/2010/main" val="38906679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FE991-D5FC-A77B-7090-06E8958C31C4}"/>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66DEB9AF-9ADA-F9E5-DB32-5325C4380DBF}"/>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2</a:t>
            </a:r>
            <a:r>
              <a:rPr lang="en-AU" altLang="zh-CN" dirty="0"/>
              <a:t> </a:t>
            </a:r>
            <a:r>
              <a:rPr lang="en-AU" dirty="0"/>
              <a:t>The Sieve of Eratosthenes</a:t>
            </a:r>
          </a:p>
        </p:txBody>
      </p:sp>
      <p:sp>
        <p:nvSpPr>
          <p:cNvPr id="4" name="TextBox 3">
            <a:extLst>
              <a:ext uri="{FF2B5EF4-FFF2-40B4-BE49-F238E27FC236}">
                <a16:creationId xmlns:a16="http://schemas.microsoft.com/office/drawing/2014/main" id="{085DA4E9-87AC-D65D-1C99-A19C70A2134E}"/>
              </a:ext>
            </a:extLst>
          </p:cNvPr>
          <p:cNvSpPr txBox="1"/>
          <p:nvPr/>
        </p:nvSpPr>
        <p:spPr>
          <a:xfrm>
            <a:off x="359998" y="1620000"/>
            <a:ext cx="7920000" cy="1785104"/>
          </a:xfrm>
          <a:prstGeom prst="rect">
            <a:avLst/>
          </a:prstGeom>
          <a:noFill/>
        </p:spPr>
        <p:txBody>
          <a:bodyPr wrap="square">
            <a:spAutoFit/>
          </a:bodyPr>
          <a:lstStyle/>
          <a:p>
            <a:pPr fontAlgn="base">
              <a:spcBef>
                <a:spcPts val="600"/>
              </a:spcBef>
              <a:spcAft>
                <a:spcPts val="600"/>
              </a:spcAft>
            </a:pPr>
            <a:r>
              <a:rPr lang="en-US" altLang="zh-CN" sz="2000" dirty="0"/>
              <a:t>Do you know prime numbers? Do you remember how we find all the prime numbers?</a:t>
            </a:r>
          </a:p>
          <a:p>
            <a:pPr fontAlgn="base">
              <a:spcBef>
                <a:spcPts val="600"/>
              </a:spcBef>
              <a:spcAft>
                <a:spcPts val="600"/>
              </a:spcAft>
            </a:pPr>
            <a:r>
              <a:rPr lang="en-US" altLang="zh-CN" sz="2000" dirty="0"/>
              <a:t>There is an ancient but highly effective algorithm known as the Sieve of Eratosthenes, invented by Greek mathematician Eratosthenes (276 BC – 194BC).</a:t>
            </a:r>
            <a:endParaRPr lang="en-US" altLang="zh-CN" dirty="0"/>
          </a:p>
        </p:txBody>
      </p:sp>
      <p:pic>
        <p:nvPicPr>
          <p:cNvPr id="2" name="Online Media 4" title="Sieve Of Eratosthenes (visualized)">
            <a:hlinkClick r:id="" action="ppaction://media"/>
            <a:extLst>
              <a:ext uri="{FF2B5EF4-FFF2-40B4-BE49-F238E27FC236}">
                <a16:creationId xmlns:a16="http://schemas.microsoft.com/office/drawing/2014/main" id="{21480A51-1EF2-4111-0672-67B2FD3A7FD2}"/>
              </a:ext>
            </a:extLst>
          </p:cNvPr>
          <p:cNvPicPr>
            <a:picLocks noRot="1" noChangeAspect="1"/>
          </p:cNvPicPr>
          <p:nvPr>
            <a:videoFile r:link="rId1"/>
          </p:nvPr>
        </p:nvPicPr>
        <p:blipFill>
          <a:blip r:embed="rId3"/>
          <a:stretch>
            <a:fillRect/>
          </a:stretch>
        </p:blipFill>
        <p:spPr>
          <a:xfrm>
            <a:off x="359998" y="3452897"/>
            <a:ext cx="5617469" cy="3173870"/>
          </a:xfrm>
          <a:prstGeom prst="rect">
            <a:avLst/>
          </a:prstGeom>
        </p:spPr>
      </p:pic>
    </p:spTree>
    <p:extLst>
      <p:ext uri="{BB962C8B-B14F-4D97-AF65-F5344CB8AC3E}">
        <p14:creationId xmlns:p14="http://schemas.microsoft.com/office/powerpoint/2010/main" val="1923916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2"/>
                </p:tgtEl>
              </p:cMediaNode>
            </p:video>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FBFFE-5556-5FB9-C74F-CD0C0CF60A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8B7141-A4A6-E4C3-6515-42E1B6E12870}"/>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32 The Sieve of Eratosthenes	</a:t>
            </a:r>
          </a:p>
        </p:txBody>
      </p:sp>
      <p:sp>
        <p:nvSpPr>
          <p:cNvPr id="4" name="TextBox 3">
            <a:extLst>
              <a:ext uri="{FF2B5EF4-FFF2-40B4-BE49-F238E27FC236}">
                <a16:creationId xmlns:a16="http://schemas.microsoft.com/office/drawing/2014/main" id="{495F4A3D-D8C5-769B-061B-2AB48CA7FBB0}"/>
              </a:ext>
            </a:extLst>
          </p:cNvPr>
          <p:cNvSpPr txBox="1"/>
          <p:nvPr/>
        </p:nvSpPr>
        <p:spPr>
          <a:xfrm>
            <a:off x="359997" y="1620001"/>
            <a:ext cx="7200000" cy="4824398"/>
          </a:xfrm>
          <a:prstGeom prst="rect">
            <a:avLst/>
          </a:prstGeom>
          <a:noFill/>
        </p:spPr>
        <p:txBody>
          <a:bodyPr wrap="square">
            <a:spAutoFit/>
          </a:bodyPr>
          <a:lstStyle/>
          <a:p>
            <a:pPr fontAlgn="base">
              <a:spcBef>
                <a:spcPts val="600"/>
              </a:spcBef>
              <a:spcAft>
                <a:spcPts val="600"/>
              </a:spcAft>
            </a:pPr>
            <a:r>
              <a:rPr lang="en-US" altLang="zh-CN" sz="2000" b="1" dirty="0"/>
              <a:t>Plan:</a:t>
            </a:r>
          </a:p>
          <a:p>
            <a:pPr fontAlgn="base">
              <a:spcBef>
                <a:spcPts val="300"/>
              </a:spcBef>
              <a:spcAft>
                <a:spcPts val="300"/>
              </a:spcAft>
            </a:pPr>
            <a:r>
              <a:rPr lang="en-GB" altLang="zh-CN" sz="1600" b="1" dirty="0"/>
              <a:t>1. Create a List of Numbers</a:t>
            </a:r>
            <a:r>
              <a:rPr lang="en-GB" altLang="zh-CN" sz="1600" dirty="0"/>
              <a:t>: Start by listing all the numbers from 2 to the desired upper limit. For example, if we want to find all prime numbers up to 100, we would list the numbers from 2 to 100. Imagine that all these numbers are in a large sieve. Progressively, the non primary numbers will be removed as they will “pass through” the sieve (see steps 2, 3 and 4)!</a:t>
            </a:r>
          </a:p>
          <a:p>
            <a:pPr fontAlgn="base">
              <a:spcBef>
                <a:spcPts val="300"/>
              </a:spcBef>
              <a:spcAft>
                <a:spcPts val="300"/>
              </a:spcAft>
            </a:pPr>
            <a:r>
              <a:rPr lang="en-GB" altLang="zh-CN" sz="1600" b="1" dirty="0"/>
              <a:t>2. Start with the First Number</a:t>
            </a:r>
            <a:r>
              <a:rPr lang="en-GB" altLang="zh-CN" sz="1600" dirty="0"/>
              <a:t>: The first number in the list is 2, which is a prime number. We will keep it (in our sieve) and eliminate all its multiples (i.e., 4, 6, 8, etc.) from the list because they are not prime.</a:t>
            </a:r>
          </a:p>
          <a:p>
            <a:pPr fontAlgn="base">
              <a:spcBef>
                <a:spcPts val="300"/>
              </a:spcBef>
              <a:spcAft>
                <a:spcPts val="300"/>
              </a:spcAft>
            </a:pPr>
            <a:r>
              <a:rPr lang="en-GB" altLang="zh-CN" sz="1600" b="1" dirty="0"/>
              <a:t>3. Move to the Next Unmarked Number</a:t>
            </a:r>
            <a:r>
              <a:rPr lang="en-GB" altLang="zh-CN" sz="1600" dirty="0"/>
              <a:t>: The next unmarked number is 3, which is also a prime number. We’ll keep it and eliminate all its multiples (i.e., 6, 9, 12, etc.) from the list.</a:t>
            </a:r>
          </a:p>
          <a:p>
            <a:pPr fontAlgn="base">
              <a:spcBef>
                <a:spcPts val="300"/>
              </a:spcBef>
              <a:spcAft>
                <a:spcPts val="300"/>
              </a:spcAft>
            </a:pPr>
            <a:r>
              <a:rPr lang="en-GB" altLang="zh-CN" sz="1600" b="1" dirty="0"/>
              <a:t>4. Repeat the Process:</a:t>
            </a:r>
            <a:r>
              <a:rPr lang="en-GB" altLang="zh-CN" sz="1600" dirty="0"/>
              <a:t> Continue this process with the next unmarked number, which is 5. Keep it and eliminate all its multiples. Repeat this process until you’ve gone through all the numbers in the list.</a:t>
            </a:r>
          </a:p>
          <a:p>
            <a:pPr fontAlgn="base">
              <a:spcBef>
                <a:spcPts val="300"/>
              </a:spcBef>
              <a:spcAft>
                <a:spcPts val="300"/>
              </a:spcAft>
            </a:pPr>
            <a:r>
              <a:rPr lang="en-GB" altLang="zh-CN" sz="1600" b="1" dirty="0"/>
              <a:t>5. Identify the Prime Numbers: </a:t>
            </a:r>
            <a:r>
              <a:rPr lang="en-GB" altLang="zh-CN" sz="1600" dirty="0"/>
              <a:t>The numbers that remain unmarked in the list are prime numbers.</a:t>
            </a:r>
          </a:p>
        </p:txBody>
      </p:sp>
    </p:spTree>
    <p:extLst>
      <p:ext uri="{BB962C8B-B14F-4D97-AF65-F5344CB8AC3E}">
        <p14:creationId xmlns:p14="http://schemas.microsoft.com/office/powerpoint/2010/main" val="2856517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68936-CF28-B42C-B9EC-885FA8FA15CD}"/>
            </a:ext>
          </a:extLst>
        </p:cNvPr>
        <p:cNvGrpSpPr/>
        <p:nvPr/>
      </p:nvGrpSpPr>
      <p:grpSpPr>
        <a:xfrm>
          <a:off x="0" y="0"/>
          <a:ext cx="0" cy="0"/>
          <a:chOff x="0" y="0"/>
          <a:chExt cx="0" cy="0"/>
        </a:xfrm>
      </p:grpSpPr>
      <p:pic>
        <p:nvPicPr>
          <p:cNvPr id="5" name="Picture 4" descr="Finding Prime Numbers Using a Sieve of Eratosthenes">
            <a:extLst>
              <a:ext uri="{FF2B5EF4-FFF2-40B4-BE49-F238E27FC236}">
                <a16:creationId xmlns:a16="http://schemas.microsoft.com/office/drawing/2014/main" id="{671F679B-4846-002B-6C5C-6B66056450D2}"/>
              </a:ext>
            </a:extLst>
          </p:cNvPr>
          <p:cNvPicPr>
            <a:picLocks noChangeAspect="1"/>
          </p:cNvPicPr>
          <p:nvPr/>
        </p:nvPicPr>
        <p:blipFill>
          <a:blip r:embed="rId2"/>
          <a:stretch>
            <a:fillRect/>
          </a:stretch>
        </p:blipFill>
        <p:spPr>
          <a:xfrm>
            <a:off x="446948" y="1620001"/>
            <a:ext cx="4887381" cy="4878000"/>
          </a:xfrm>
          <a:prstGeom prst="rect">
            <a:avLst/>
          </a:prstGeom>
        </p:spPr>
      </p:pic>
      <p:sp>
        <p:nvSpPr>
          <p:cNvPr id="4" name="Title 1">
            <a:extLst>
              <a:ext uri="{FF2B5EF4-FFF2-40B4-BE49-F238E27FC236}">
                <a16:creationId xmlns:a16="http://schemas.microsoft.com/office/drawing/2014/main" id="{7EA88207-7802-ABAE-9E36-8499519B9E53}"/>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32 The Sieve of Eratosthenes</a:t>
            </a:r>
            <a:endParaRPr lang="en-US" altLang="zh-CN" dirty="0"/>
          </a:p>
        </p:txBody>
      </p:sp>
      <p:sp>
        <p:nvSpPr>
          <p:cNvPr id="3" name="Text Placeholder 3">
            <a:extLst>
              <a:ext uri="{FF2B5EF4-FFF2-40B4-BE49-F238E27FC236}">
                <a16:creationId xmlns:a16="http://schemas.microsoft.com/office/drawing/2014/main" id="{F80B80AC-143A-202D-7DD3-7D8F3B02CA69}"/>
              </a:ext>
            </a:extLst>
          </p:cNvPr>
          <p:cNvSpPr txBox="1">
            <a:spLocks/>
          </p:cNvSpPr>
          <p:nvPr/>
        </p:nvSpPr>
        <p:spPr>
          <a:xfrm rot="16200000">
            <a:off x="3255329" y="3699001"/>
            <a:ext cx="4878000" cy="720000"/>
          </a:xfrm>
          <a:prstGeom prst="rect">
            <a:avLst/>
          </a:prstGeom>
        </p:spPr>
        <p:txBody>
          <a:bodyPr vert="horz" lIns="91440" tIns="45720" rIns="91440" bIns="45720" rtlCol="0" anchor="ctr">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fontAlgn="base">
              <a:buNone/>
            </a:pPr>
            <a:r>
              <a:rPr lang="en-US" altLang="zh-CN" sz="4400" b="0" i="0" dirty="0">
                <a:effectLst/>
                <a:latin typeface="Inter"/>
              </a:rPr>
              <a:t>Code</a:t>
            </a:r>
            <a:r>
              <a:rPr lang="zh-CN" altLang="en-US" sz="4400" b="0" i="0" dirty="0">
                <a:effectLst/>
                <a:latin typeface="Inter"/>
              </a:rPr>
              <a:t> </a:t>
            </a:r>
            <a:r>
              <a:rPr lang="en-US" altLang="zh-CN" sz="4400" b="0" i="0" dirty="0">
                <a:effectLst/>
                <a:latin typeface="Inter"/>
              </a:rPr>
              <a:t>explained</a:t>
            </a:r>
          </a:p>
        </p:txBody>
      </p:sp>
    </p:spTree>
    <p:extLst>
      <p:ext uri="{BB962C8B-B14F-4D97-AF65-F5344CB8AC3E}">
        <p14:creationId xmlns:p14="http://schemas.microsoft.com/office/powerpoint/2010/main" val="345883796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1F13D-9FE7-51C0-F575-D0C68C3A2003}"/>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52FF7DD2-5713-5477-E726-9FD7257844BE}"/>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3</a:t>
            </a:r>
            <a:r>
              <a:rPr lang="en-AU" altLang="zh-CN" dirty="0"/>
              <a:t> Level Ground (2022 AIO P2)</a:t>
            </a:r>
            <a:endParaRPr lang="en-AU" dirty="0"/>
          </a:p>
        </p:txBody>
      </p:sp>
      <p:sp>
        <p:nvSpPr>
          <p:cNvPr id="4" name="TextBox 3">
            <a:extLst>
              <a:ext uri="{FF2B5EF4-FFF2-40B4-BE49-F238E27FC236}">
                <a16:creationId xmlns:a16="http://schemas.microsoft.com/office/drawing/2014/main" id="{33CF4DD7-0BFC-4C36-5C25-6D3C6F939234}"/>
              </a:ext>
            </a:extLst>
          </p:cNvPr>
          <p:cNvSpPr txBox="1"/>
          <p:nvPr/>
        </p:nvSpPr>
        <p:spPr>
          <a:xfrm>
            <a:off x="359998" y="1620000"/>
            <a:ext cx="5361858" cy="5170646"/>
          </a:xfrm>
          <a:prstGeom prst="rect">
            <a:avLst/>
          </a:prstGeom>
          <a:noFill/>
        </p:spPr>
        <p:txBody>
          <a:bodyPr wrap="square">
            <a:spAutoFit/>
          </a:bodyPr>
          <a:lstStyle/>
          <a:p>
            <a:pPr fontAlgn="base">
              <a:spcBef>
                <a:spcPts val="600"/>
              </a:spcBef>
              <a:spcAft>
                <a:spcPts val="600"/>
              </a:spcAft>
            </a:pPr>
            <a:r>
              <a:rPr lang="en-US" altLang="zh-CN" sz="2000" dirty="0"/>
              <a:t>The Australian Marathon Team is planning a race in the Great Dividing Range. The range is divided into </a:t>
            </a:r>
            <a:r>
              <a:rPr lang="en-US" altLang="zh-CN" sz="2000" b="1" i="1" dirty="0"/>
              <a:t>N</a:t>
            </a:r>
            <a:r>
              <a:rPr lang="en-US" altLang="zh-CN" sz="2000" dirty="0"/>
              <a:t> segments. The </a:t>
            </a:r>
            <a:r>
              <a:rPr lang="en-US" altLang="zh-CN" sz="2000" b="1" i="1" dirty="0" err="1"/>
              <a:t>i</a:t>
            </a:r>
            <a:r>
              <a:rPr lang="en-US" altLang="zh-CN" sz="2000" dirty="0" err="1"/>
              <a:t>-th</a:t>
            </a:r>
            <a:r>
              <a:rPr lang="en-US" altLang="zh-CN" sz="2000" dirty="0"/>
              <a:t> segment has an altitude of </a:t>
            </a:r>
            <a:r>
              <a:rPr lang="en-US" altLang="zh-CN" sz="2000" b="1" i="1" dirty="0"/>
              <a:t>A</a:t>
            </a:r>
            <a:r>
              <a:rPr lang="en-US" altLang="zh-CN" sz="2000" b="1" i="1" baseline="-25000" dirty="0"/>
              <a:t>i</a:t>
            </a:r>
            <a:r>
              <a:rPr lang="en-US" altLang="zh-CN" sz="2000" dirty="0"/>
              <a:t> </a:t>
            </a:r>
            <a:r>
              <a:rPr lang="en-US" altLang="zh-CN" sz="2000" dirty="0" err="1"/>
              <a:t>kilometres</a:t>
            </a:r>
            <a:r>
              <a:rPr lang="en-US" altLang="zh-CN" sz="2000" dirty="0"/>
              <a:t>.</a:t>
            </a:r>
          </a:p>
          <a:p>
            <a:pPr fontAlgn="base">
              <a:spcBef>
                <a:spcPts val="600"/>
              </a:spcBef>
              <a:spcAft>
                <a:spcPts val="600"/>
              </a:spcAft>
            </a:pPr>
            <a:r>
              <a:rPr lang="en-US" altLang="zh-CN" sz="2000" dirty="0"/>
              <a:t>The race must take place over a single connected block of segments. Each segment of the race must have the same altitude.</a:t>
            </a:r>
          </a:p>
          <a:p>
            <a:pPr fontAlgn="base">
              <a:spcBef>
                <a:spcPts val="600"/>
              </a:spcBef>
              <a:spcAft>
                <a:spcPts val="600"/>
              </a:spcAft>
            </a:pPr>
            <a:r>
              <a:rPr lang="en-US" altLang="zh-CN" sz="2000" dirty="0"/>
              <a:t>Longer races and races at high altitude are more intense. The </a:t>
            </a:r>
            <a:r>
              <a:rPr lang="en-US" altLang="zh-CN" sz="2000" b="1" dirty="0"/>
              <a:t>intensity</a:t>
            </a:r>
            <a:r>
              <a:rPr lang="en-US" altLang="zh-CN" sz="2000" dirty="0"/>
              <a:t> of a race is the product of its length and altitude. For example, a race with 3 segments each with an altitude of 2 </a:t>
            </a:r>
            <a:r>
              <a:rPr lang="en-US" altLang="zh-CN" sz="2000" dirty="0" err="1"/>
              <a:t>kilometres</a:t>
            </a:r>
            <a:r>
              <a:rPr lang="en-US" altLang="zh-CN" sz="2000" dirty="0"/>
              <a:t> has an </a:t>
            </a:r>
            <a:r>
              <a:rPr lang="en-US" altLang="zh-CN" sz="2000" b="1" dirty="0"/>
              <a:t>intensity</a:t>
            </a:r>
            <a:r>
              <a:rPr lang="en-US" altLang="zh-CN" sz="2000" dirty="0"/>
              <a:t> of 3 × 2 = 6. What is the highest intensity that can be achieved?</a:t>
            </a:r>
          </a:p>
          <a:p>
            <a:pPr fontAlgn="base">
              <a:spcBef>
                <a:spcPts val="600"/>
              </a:spcBef>
              <a:spcAft>
                <a:spcPts val="600"/>
              </a:spcAft>
            </a:pPr>
            <a:endParaRPr lang="en-US" altLang="zh-CN" sz="2000" dirty="0"/>
          </a:p>
        </p:txBody>
      </p:sp>
      <p:pic>
        <p:nvPicPr>
          <p:cNvPr id="3" name="Picture 2" descr="7,100+ Cartoon Marathon Stock Photos, Pictures &amp; Royalty-Free Images -  iStock">
            <a:extLst>
              <a:ext uri="{FF2B5EF4-FFF2-40B4-BE49-F238E27FC236}">
                <a16:creationId xmlns:a16="http://schemas.microsoft.com/office/drawing/2014/main" id="{A64242D6-7788-99BD-0F74-CB06948BA983}"/>
              </a:ext>
            </a:extLst>
          </p:cNvPr>
          <p:cNvPicPr>
            <a:picLocks noChangeAspect="1"/>
          </p:cNvPicPr>
          <p:nvPr/>
        </p:nvPicPr>
        <p:blipFill>
          <a:blip r:embed="rId2"/>
          <a:srcRect l="10062" r="12978"/>
          <a:stretch>
            <a:fillRect/>
          </a:stretch>
        </p:blipFill>
        <p:spPr>
          <a:xfrm>
            <a:off x="5721856" y="1620000"/>
            <a:ext cx="2558144" cy="3323986"/>
          </a:xfrm>
          <a:prstGeom prst="rect">
            <a:avLst/>
          </a:prstGeom>
        </p:spPr>
      </p:pic>
    </p:spTree>
    <p:extLst>
      <p:ext uri="{BB962C8B-B14F-4D97-AF65-F5344CB8AC3E}">
        <p14:creationId xmlns:p14="http://schemas.microsoft.com/office/powerpoint/2010/main" val="390217678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B3FC67-0145-E311-39EA-10ECC66F02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10CEDE-79E2-D6F3-3715-AE41CA2732A1}"/>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3</a:t>
            </a:r>
            <a:r>
              <a:rPr lang="en-AU" altLang="zh-CN" dirty="0"/>
              <a:t> Level Ground (2022 AIO P2)	</a:t>
            </a:r>
          </a:p>
        </p:txBody>
      </p:sp>
      <p:sp>
        <p:nvSpPr>
          <p:cNvPr id="4" name="TextBox 3">
            <a:extLst>
              <a:ext uri="{FF2B5EF4-FFF2-40B4-BE49-F238E27FC236}">
                <a16:creationId xmlns:a16="http://schemas.microsoft.com/office/drawing/2014/main" id="{69015E4C-8F0E-D0B3-0AA4-F302037210BB}"/>
              </a:ext>
            </a:extLst>
          </p:cNvPr>
          <p:cNvSpPr txBox="1"/>
          <p:nvPr/>
        </p:nvSpPr>
        <p:spPr>
          <a:xfrm>
            <a:off x="359997" y="1620001"/>
            <a:ext cx="7920000" cy="4809009"/>
          </a:xfrm>
          <a:prstGeom prst="rect">
            <a:avLst/>
          </a:prstGeom>
          <a:noFill/>
        </p:spPr>
        <p:txBody>
          <a:bodyPr wrap="square">
            <a:spAutoFit/>
          </a:bodyPr>
          <a:lstStyle/>
          <a:p>
            <a:pPr fontAlgn="base">
              <a:spcBef>
                <a:spcPts val="600"/>
              </a:spcBef>
              <a:spcAft>
                <a:spcPts val="600"/>
              </a:spcAft>
            </a:pPr>
            <a:r>
              <a:rPr lang="en-GB" altLang="zh-CN" sz="2000" b="1" dirty="0"/>
              <a:t>Input</a:t>
            </a:r>
          </a:p>
          <a:p>
            <a:pPr fontAlgn="base">
              <a:spcBef>
                <a:spcPts val="300"/>
              </a:spcBef>
              <a:spcAft>
                <a:spcPts val="300"/>
              </a:spcAft>
            </a:pPr>
            <a:r>
              <a:rPr lang="en-GB" altLang="zh-CN" dirty="0"/>
              <a:t>• The first line of input contains the integer N.</a:t>
            </a:r>
          </a:p>
          <a:p>
            <a:pPr fontAlgn="base">
              <a:spcBef>
                <a:spcPts val="300"/>
              </a:spcBef>
              <a:spcAft>
                <a:spcPts val="300"/>
              </a:spcAft>
            </a:pPr>
            <a:r>
              <a:rPr lang="en-GB" altLang="zh-CN" dirty="0"/>
              <a:t>• The second line of input contains N integers describing the altitudes. The </a:t>
            </a:r>
            <a:r>
              <a:rPr lang="en-GB" altLang="zh-CN" dirty="0" err="1"/>
              <a:t>ith</a:t>
            </a:r>
            <a:r>
              <a:rPr lang="en-GB" altLang="zh-CN" dirty="0"/>
              <a:t> of these is Ai.</a:t>
            </a:r>
          </a:p>
          <a:p>
            <a:pPr fontAlgn="base">
              <a:spcBef>
                <a:spcPts val="600"/>
              </a:spcBef>
              <a:spcAft>
                <a:spcPts val="600"/>
              </a:spcAft>
            </a:pPr>
            <a:r>
              <a:rPr lang="en-GB" altLang="zh-CN" sz="2000" b="1" dirty="0"/>
              <a:t>Output</a:t>
            </a:r>
          </a:p>
          <a:p>
            <a:pPr fontAlgn="base">
              <a:spcBef>
                <a:spcPts val="300"/>
              </a:spcBef>
              <a:spcAft>
                <a:spcPts val="300"/>
              </a:spcAft>
            </a:pPr>
            <a:r>
              <a:rPr lang="en-GB" altLang="zh-CN" dirty="0"/>
              <a:t>Your program must output one integer: the highest intensity that can be achieved.</a:t>
            </a:r>
          </a:p>
          <a:p>
            <a:pPr fontAlgn="base">
              <a:spcBef>
                <a:spcPts val="300"/>
              </a:spcBef>
              <a:spcAft>
                <a:spcPts val="300"/>
              </a:spcAft>
            </a:pPr>
            <a:endParaRPr lang="en-GB" altLang="zh-CN" dirty="0"/>
          </a:p>
          <a:p>
            <a:pPr fontAlgn="base">
              <a:spcBef>
                <a:spcPts val="300"/>
              </a:spcBef>
              <a:spcAft>
                <a:spcPts val="300"/>
              </a:spcAft>
            </a:pPr>
            <a:r>
              <a:rPr lang="en-GB" altLang="zh-CN" sz="1600" b="1" dirty="0">
                <a:latin typeface="Consolas" panose="020B0609020204030204" pitchFamily="49" charset="0"/>
                <a:cs typeface="Consolas" panose="020B0609020204030204" pitchFamily="49" charset="0"/>
              </a:rPr>
              <a:t>Sample Input 1		Sample Input 2		Sample Input 3</a:t>
            </a:r>
          </a:p>
          <a:p>
            <a:pPr fontAlgn="base">
              <a:spcBef>
                <a:spcPts val="300"/>
              </a:spcBef>
              <a:spcAft>
                <a:spcPts val="300"/>
              </a:spcAft>
            </a:pPr>
            <a:r>
              <a:rPr lang="en-GB" altLang="zh-CN" sz="1600" dirty="0">
                <a:latin typeface="Consolas" panose="020B0609020204030204" pitchFamily="49" charset="0"/>
                <a:cs typeface="Consolas" panose="020B0609020204030204" pitchFamily="49" charset="0"/>
              </a:rPr>
              <a:t>7			3			4</a:t>
            </a:r>
          </a:p>
          <a:p>
            <a:pPr fontAlgn="base">
              <a:spcBef>
                <a:spcPts val="300"/>
              </a:spcBef>
              <a:spcAft>
                <a:spcPts val="300"/>
              </a:spcAft>
            </a:pPr>
            <a:r>
              <a:rPr lang="en-GB" altLang="zh-CN" sz="1600" dirty="0">
                <a:latin typeface="Consolas" panose="020B0609020204030204" pitchFamily="49" charset="0"/>
                <a:cs typeface="Consolas" panose="020B0609020204030204" pitchFamily="49" charset="0"/>
              </a:rPr>
              <a:t>3 2 1 2 2 2 1		10 10 10			1 1 1 4</a:t>
            </a:r>
          </a:p>
          <a:p>
            <a:pPr fontAlgn="base">
              <a:spcBef>
                <a:spcPts val="300"/>
              </a:spcBef>
              <a:spcAft>
                <a:spcPts val="300"/>
              </a:spcAft>
            </a:pPr>
            <a:endParaRPr lang="en-GB" altLang="zh-CN" sz="1600" dirty="0">
              <a:latin typeface="Consolas" panose="020B0609020204030204" pitchFamily="49" charset="0"/>
              <a:cs typeface="Consolas" panose="020B0609020204030204" pitchFamily="49" charset="0"/>
            </a:endParaRPr>
          </a:p>
          <a:p>
            <a:pPr fontAlgn="base">
              <a:spcBef>
                <a:spcPts val="300"/>
              </a:spcBef>
              <a:spcAft>
                <a:spcPts val="300"/>
              </a:spcAft>
            </a:pPr>
            <a:r>
              <a:rPr lang="en-GB" altLang="zh-CN" sz="1600" b="1" dirty="0">
                <a:latin typeface="Consolas" panose="020B0609020204030204" pitchFamily="49" charset="0"/>
                <a:cs typeface="Consolas" panose="020B0609020204030204" pitchFamily="49" charset="0"/>
              </a:rPr>
              <a:t>Sample Output 1		Sample Output 2		Sample Output 3</a:t>
            </a:r>
          </a:p>
          <a:p>
            <a:pPr fontAlgn="base">
              <a:spcBef>
                <a:spcPts val="300"/>
              </a:spcBef>
              <a:spcAft>
                <a:spcPts val="300"/>
              </a:spcAft>
            </a:pPr>
            <a:r>
              <a:rPr lang="en-GB" altLang="zh-CN" sz="1600" dirty="0">
                <a:latin typeface="Consolas" panose="020B0609020204030204" pitchFamily="49" charset="0"/>
                <a:cs typeface="Consolas" panose="020B0609020204030204" pitchFamily="49" charset="0"/>
              </a:rPr>
              <a:t>6			30			4</a:t>
            </a:r>
          </a:p>
        </p:txBody>
      </p:sp>
    </p:spTree>
    <p:extLst>
      <p:ext uri="{BB962C8B-B14F-4D97-AF65-F5344CB8AC3E}">
        <p14:creationId xmlns:p14="http://schemas.microsoft.com/office/powerpoint/2010/main" val="1006512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AA789-D3C9-EB39-412A-FD22ABDCC6E2}"/>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1204F7FA-0DD9-89A2-CF90-F4A97EB2EE42}"/>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3</a:t>
            </a:r>
            <a:r>
              <a:rPr lang="en-AU" altLang="zh-CN" dirty="0"/>
              <a:t> Level Ground (2022 AIO P2)</a:t>
            </a:r>
            <a:endParaRPr lang="en-US" altLang="zh-CN" dirty="0"/>
          </a:p>
        </p:txBody>
      </p:sp>
      <p:pic>
        <p:nvPicPr>
          <p:cNvPr id="2" name="Picture 1">
            <a:extLst>
              <a:ext uri="{FF2B5EF4-FFF2-40B4-BE49-F238E27FC236}">
                <a16:creationId xmlns:a16="http://schemas.microsoft.com/office/drawing/2014/main" id="{FFBF638A-A72F-612F-3DC1-7BF930AC27A8}"/>
              </a:ext>
            </a:extLst>
          </p:cNvPr>
          <p:cNvPicPr>
            <a:picLocks noChangeAspect="1"/>
          </p:cNvPicPr>
          <p:nvPr/>
        </p:nvPicPr>
        <p:blipFill>
          <a:blip r:embed="rId2"/>
          <a:srcRect l="4360" r="3877"/>
          <a:stretch>
            <a:fillRect/>
          </a:stretch>
        </p:blipFill>
        <p:spPr>
          <a:xfrm>
            <a:off x="359997" y="2337716"/>
            <a:ext cx="3387789" cy="2617470"/>
          </a:xfrm>
          <a:prstGeom prst="rect">
            <a:avLst/>
          </a:prstGeom>
        </p:spPr>
      </p:pic>
      <p:sp>
        <p:nvSpPr>
          <p:cNvPr id="6" name="TextBox 5">
            <a:extLst>
              <a:ext uri="{FF2B5EF4-FFF2-40B4-BE49-F238E27FC236}">
                <a16:creationId xmlns:a16="http://schemas.microsoft.com/office/drawing/2014/main" id="{EB7BC03B-F929-68C7-5BF9-914999682A35}"/>
              </a:ext>
            </a:extLst>
          </p:cNvPr>
          <p:cNvSpPr txBox="1"/>
          <p:nvPr/>
        </p:nvSpPr>
        <p:spPr>
          <a:xfrm>
            <a:off x="359997" y="1620001"/>
            <a:ext cx="7920000" cy="400110"/>
          </a:xfrm>
          <a:prstGeom prst="rect">
            <a:avLst/>
          </a:prstGeom>
          <a:noFill/>
        </p:spPr>
        <p:txBody>
          <a:bodyPr wrap="square">
            <a:spAutoFit/>
          </a:bodyPr>
          <a:lstStyle/>
          <a:p>
            <a:pPr fontAlgn="base">
              <a:spcBef>
                <a:spcPts val="600"/>
              </a:spcBef>
              <a:spcAft>
                <a:spcPts val="600"/>
              </a:spcAft>
            </a:pPr>
            <a:r>
              <a:rPr lang="en-GB" altLang="zh-CN" sz="2000" b="1" dirty="0"/>
              <a:t>Explanations</a:t>
            </a:r>
            <a:endParaRPr lang="en-GB" altLang="zh-CN" sz="1600" dirty="0">
              <a:latin typeface="Consolas" panose="020B0609020204030204" pitchFamily="49" charset="0"/>
              <a:cs typeface="Consolas" panose="020B0609020204030204" pitchFamily="49" charset="0"/>
            </a:endParaRPr>
          </a:p>
        </p:txBody>
      </p:sp>
      <p:pic>
        <p:nvPicPr>
          <p:cNvPr id="7" name="Picture 6">
            <a:extLst>
              <a:ext uri="{FF2B5EF4-FFF2-40B4-BE49-F238E27FC236}">
                <a16:creationId xmlns:a16="http://schemas.microsoft.com/office/drawing/2014/main" id="{1F390EF5-4C8E-E3FB-1FA8-4432D10E99ED}"/>
              </a:ext>
            </a:extLst>
          </p:cNvPr>
          <p:cNvPicPr>
            <a:picLocks noChangeAspect="1"/>
          </p:cNvPicPr>
          <p:nvPr/>
        </p:nvPicPr>
        <p:blipFill>
          <a:blip r:embed="rId3"/>
          <a:srcRect l="11941" r="10965"/>
          <a:stretch>
            <a:fillRect/>
          </a:stretch>
        </p:blipFill>
        <p:spPr>
          <a:xfrm>
            <a:off x="4010715" y="2337716"/>
            <a:ext cx="1912171" cy="2594610"/>
          </a:xfrm>
          <a:prstGeom prst="rect">
            <a:avLst/>
          </a:prstGeom>
        </p:spPr>
      </p:pic>
      <p:pic>
        <p:nvPicPr>
          <p:cNvPr id="8" name="Picture 7">
            <a:extLst>
              <a:ext uri="{FF2B5EF4-FFF2-40B4-BE49-F238E27FC236}">
                <a16:creationId xmlns:a16="http://schemas.microsoft.com/office/drawing/2014/main" id="{8DBCDBFC-6431-192A-DF45-060C504558A2}"/>
              </a:ext>
            </a:extLst>
          </p:cNvPr>
          <p:cNvPicPr>
            <a:picLocks noChangeAspect="1"/>
          </p:cNvPicPr>
          <p:nvPr/>
        </p:nvPicPr>
        <p:blipFill>
          <a:blip r:embed="rId4"/>
          <a:srcRect l="4167" r="8074"/>
          <a:stretch>
            <a:fillRect/>
          </a:stretch>
        </p:blipFill>
        <p:spPr>
          <a:xfrm>
            <a:off x="6185815" y="1983386"/>
            <a:ext cx="2226849" cy="2971800"/>
          </a:xfrm>
          <a:prstGeom prst="rect">
            <a:avLst/>
          </a:prstGeom>
        </p:spPr>
      </p:pic>
    </p:spTree>
    <p:extLst>
      <p:ext uri="{BB962C8B-B14F-4D97-AF65-F5344CB8AC3E}">
        <p14:creationId xmlns:p14="http://schemas.microsoft.com/office/powerpoint/2010/main" val="1075103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CC16-1FF2-50C2-E350-4CAB0A6DDAF4}"/>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6410EA3F-6FF8-E8E3-6073-53293BE225CC}"/>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3</a:t>
            </a:r>
            <a:r>
              <a:rPr lang="en-AU" altLang="zh-CN" dirty="0"/>
              <a:t> Level Ground (2022 AIO P2)</a:t>
            </a:r>
            <a:endParaRPr lang="en-AU" dirty="0"/>
          </a:p>
        </p:txBody>
      </p:sp>
      <p:sp>
        <p:nvSpPr>
          <p:cNvPr id="4" name="TextBox 3">
            <a:extLst>
              <a:ext uri="{FF2B5EF4-FFF2-40B4-BE49-F238E27FC236}">
                <a16:creationId xmlns:a16="http://schemas.microsoft.com/office/drawing/2014/main" id="{9BA4975C-CD34-46C6-FB2D-B2E00AD59EA2}"/>
              </a:ext>
            </a:extLst>
          </p:cNvPr>
          <p:cNvSpPr txBox="1"/>
          <p:nvPr/>
        </p:nvSpPr>
        <p:spPr>
          <a:xfrm>
            <a:off x="359997" y="1620000"/>
            <a:ext cx="7200000" cy="4485843"/>
          </a:xfrm>
          <a:prstGeom prst="rect">
            <a:avLst/>
          </a:prstGeom>
          <a:noFill/>
        </p:spPr>
        <p:txBody>
          <a:bodyPr wrap="square">
            <a:spAutoFit/>
          </a:bodyPr>
          <a:lstStyle/>
          <a:p>
            <a:pPr fontAlgn="base">
              <a:spcBef>
                <a:spcPts val="600"/>
              </a:spcBef>
              <a:spcAft>
                <a:spcPts val="600"/>
              </a:spcAft>
            </a:pPr>
            <a:r>
              <a:rPr lang="en-US" altLang="zh-CN" sz="2000" b="1" dirty="0" err="1"/>
              <a:t>Analyse</a:t>
            </a:r>
            <a:endParaRPr lang="en-US" altLang="zh-CN" sz="2000" b="1" dirty="0"/>
          </a:p>
          <a:p>
            <a:pPr fontAlgn="base">
              <a:spcBef>
                <a:spcPts val="600"/>
              </a:spcBef>
              <a:spcAft>
                <a:spcPts val="600"/>
              </a:spcAft>
            </a:pPr>
            <a:r>
              <a:rPr lang="en-US" altLang="zh-CN" sz="2000" dirty="0"/>
              <a:t>The problem is essentially asking, in a list of numbers, there are </a:t>
            </a:r>
            <a:r>
              <a:rPr lang="en-US" altLang="zh-CN" sz="2000" dirty="0" err="1"/>
              <a:t>sublists</a:t>
            </a:r>
            <a:r>
              <a:rPr lang="en-US" altLang="zh-CN" sz="2000" dirty="0"/>
              <a:t> (segments) of the same numbers.  Note a single number can also be a segment.  Among all those segments, find the one with the largest total.</a:t>
            </a:r>
          </a:p>
          <a:p>
            <a:pPr fontAlgn="base">
              <a:spcBef>
                <a:spcPts val="600"/>
              </a:spcBef>
              <a:spcAft>
                <a:spcPts val="600"/>
              </a:spcAft>
            </a:pPr>
            <a:r>
              <a:rPr lang="en-US" altLang="zh-CN" sz="2000" b="1" dirty="0"/>
              <a:t>Plan</a:t>
            </a:r>
          </a:p>
          <a:p>
            <a:pPr marL="457200" indent="-457200" fontAlgn="base">
              <a:spcBef>
                <a:spcPts val="300"/>
              </a:spcBef>
              <a:spcAft>
                <a:spcPts val="600"/>
              </a:spcAft>
              <a:buAutoNum type="arabicPeriod"/>
            </a:pPr>
            <a:r>
              <a:rPr lang="en-US" altLang="zh-CN" dirty="0"/>
              <a:t>Input the list</a:t>
            </a:r>
          </a:p>
          <a:p>
            <a:pPr marL="457200" indent="-457200" fontAlgn="base">
              <a:spcBef>
                <a:spcPts val="300"/>
              </a:spcBef>
              <a:spcAft>
                <a:spcPts val="600"/>
              </a:spcAft>
              <a:buAutoNum type="arabicPeriod"/>
            </a:pPr>
            <a:r>
              <a:rPr lang="en-US" altLang="zh-CN" dirty="0"/>
              <a:t>Loop through the list</a:t>
            </a:r>
          </a:p>
          <a:p>
            <a:pPr marL="914400" lvl="1" indent="-457200" fontAlgn="base">
              <a:spcBef>
                <a:spcPts val="300"/>
              </a:spcBef>
              <a:spcAft>
                <a:spcPts val="600"/>
              </a:spcAft>
              <a:buFont typeface="Arial" panose="020B0604020202020204" pitchFamily="34" charset="0"/>
              <a:buChar char="•"/>
            </a:pPr>
            <a:r>
              <a:rPr lang="en-US" altLang="zh-CN" dirty="0"/>
              <a:t>When there’s height change, reset segment</a:t>
            </a:r>
            <a:r>
              <a:rPr lang="zh-CN" altLang="en-US" dirty="0"/>
              <a:t> </a:t>
            </a:r>
            <a:r>
              <a:rPr lang="en-US" altLang="zh-CN" dirty="0"/>
              <a:t>/</a:t>
            </a:r>
            <a:r>
              <a:rPr lang="zh-CN" altLang="en-US" dirty="0"/>
              <a:t> </a:t>
            </a:r>
            <a:r>
              <a:rPr lang="en-US" altLang="zh-CN" dirty="0"/>
              <a:t>intensity,</a:t>
            </a:r>
            <a:r>
              <a:rPr lang="zh-CN" altLang="en-US" dirty="0"/>
              <a:t> </a:t>
            </a:r>
            <a:r>
              <a:rPr lang="en-US" altLang="zh-CN" dirty="0"/>
              <a:t>otherwise</a:t>
            </a:r>
            <a:r>
              <a:rPr lang="zh-CN" altLang="en-US" dirty="0"/>
              <a:t> </a:t>
            </a:r>
            <a:r>
              <a:rPr lang="en-US" altLang="zh-CN" dirty="0"/>
              <a:t>increase</a:t>
            </a:r>
            <a:r>
              <a:rPr lang="zh-CN" altLang="en-US" dirty="0"/>
              <a:t> </a:t>
            </a:r>
            <a:r>
              <a:rPr lang="en-US" altLang="zh-CN" dirty="0"/>
              <a:t>intensity</a:t>
            </a:r>
          </a:p>
          <a:p>
            <a:pPr marL="914400" lvl="1" indent="-457200" fontAlgn="base">
              <a:spcBef>
                <a:spcPts val="300"/>
              </a:spcBef>
              <a:spcAft>
                <a:spcPts val="600"/>
              </a:spcAft>
              <a:buFont typeface="Arial" panose="020B0604020202020204" pitchFamily="34" charset="0"/>
              <a:buChar char="•"/>
            </a:pPr>
            <a:r>
              <a:rPr lang="en-US" altLang="zh-CN" dirty="0"/>
              <a:t>Record</a:t>
            </a:r>
            <a:r>
              <a:rPr lang="zh-CN" altLang="en-US" dirty="0"/>
              <a:t> </a:t>
            </a:r>
            <a:r>
              <a:rPr lang="en-US" altLang="zh-CN" dirty="0"/>
              <a:t>max</a:t>
            </a:r>
            <a:r>
              <a:rPr lang="zh-CN" altLang="en-US" dirty="0"/>
              <a:t> </a:t>
            </a:r>
            <a:r>
              <a:rPr lang="en-US" altLang="zh-CN" dirty="0"/>
              <a:t>intensity</a:t>
            </a:r>
            <a:r>
              <a:rPr lang="zh-CN" altLang="en-US" dirty="0"/>
              <a:t> </a:t>
            </a:r>
            <a:r>
              <a:rPr lang="en-US" altLang="zh-CN" dirty="0"/>
              <a:t>so</a:t>
            </a:r>
            <a:r>
              <a:rPr lang="zh-CN" altLang="en-US" dirty="0"/>
              <a:t> </a:t>
            </a:r>
            <a:r>
              <a:rPr lang="en-US" altLang="zh-CN" dirty="0"/>
              <a:t>far</a:t>
            </a:r>
          </a:p>
          <a:p>
            <a:pPr marL="457200" indent="-457200" fontAlgn="base">
              <a:spcBef>
                <a:spcPts val="300"/>
              </a:spcBef>
              <a:spcAft>
                <a:spcPts val="600"/>
              </a:spcAft>
              <a:buFont typeface="+mj-lt"/>
              <a:buAutoNum type="arabicPeriod"/>
            </a:pPr>
            <a:r>
              <a:rPr lang="en-US" altLang="zh-CN" dirty="0"/>
              <a:t>Output</a:t>
            </a:r>
            <a:r>
              <a:rPr lang="zh-CN" altLang="en-US" dirty="0"/>
              <a:t> </a:t>
            </a:r>
            <a:r>
              <a:rPr lang="en-US" altLang="zh-CN" dirty="0"/>
              <a:t>the</a:t>
            </a:r>
            <a:r>
              <a:rPr lang="zh-CN" altLang="en-US" dirty="0"/>
              <a:t> </a:t>
            </a:r>
            <a:r>
              <a:rPr lang="en-US" altLang="zh-CN" dirty="0"/>
              <a:t>final</a:t>
            </a:r>
            <a:r>
              <a:rPr lang="zh-CN" altLang="en-US" dirty="0"/>
              <a:t> </a:t>
            </a:r>
            <a:r>
              <a:rPr lang="en-US" altLang="zh-CN" dirty="0"/>
              <a:t>max</a:t>
            </a:r>
            <a:r>
              <a:rPr lang="zh-CN" altLang="en-US" dirty="0"/>
              <a:t> </a:t>
            </a:r>
            <a:r>
              <a:rPr lang="en-US" altLang="zh-CN" dirty="0"/>
              <a:t>intensity</a:t>
            </a:r>
          </a:p>
        </p:txBody>
      </p:sp>
    </p:spTree>
    <p:extLst>
      <p:ext uri="{BB962C8B-B14F-4D97-AF65-F5344CB8AC3E}">
        <p14:creationId xmlns:p14="http://schemas.microsoft.com/office/powerpoint/2010/main" val="1433625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CA96E-5836-CA29-F206-80C5FAA9DD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DB78F4-9B43-7501-1757-8F0327F5915D}"/>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3</a:t>
            </a:r>
            <a:r>
              <a:rPr lang="en-AU" altLang="zh-CN" dirty="0"/>
              <a:t> Level Ground (2022 AIO P2)	</a:t>
            </a:r>
          </a:p>
        </p:txBody>
      </p:sp>
      <p:pic>
        <p:nvPicPr>
          <p:cNvPr id="3" name="Picture 2">
            <a:extLst>
              <a:ext uri="{FF2B5EF4-FFF2-40B4-BE49-F238E27FC236}">
                <a16:creationId xmlns:a16="http://schemas.microsoft.com/office/drawing/2014/main" id="{ED017B7B-555E-0F9B-A0E2-5423FF66D802}"/>
              </a:ext>
            </a:extLst>
          </p:cNvPr>
          <p:cNvPicPr>
            <a:picLocks noChangeAspect="1"/>
          </p:cNvPicPr>
          <p:nvPr/>
        </p:nvPicPr>
        <p:blipFill>
          <a:blip r:embed="rId3"/>
          <a:stretch>
            <a:fillRect/>
          </a:stretch>
        </p:blipFill>
        <p:spPr>
          <a:xfrm>
            <a:off x="359998" y="1619998"/>
            <a:ext cx="7200000" cy="4800000"/>
          </a:xfrm>
          <a:prstGeom prst="rect">
            <a:avLst/>
          </a:prstGeom>
        </p:spPr>
      </p:pic>
      <p:sp>
        <p:nvSpPr>
          <p:cNvPr id="5" name="Text Placeholder 3">
            <a:extLst>
              <a:ext uri="{FF2B5EF4-FFF2-40B4-BE49-F238E27FC236}">
                <a16:creationId xmlns:a16="http://schemas.microsoft.com/office/drawing/2014/main" id="{E1A1B386-13B8-FE8E-0373-D6B4AF5EA3C9}"/>
              </a:ext>
            </a:extLst>
          </p:cNvPr>
          <p:cNvSpPr txBox="1">
            <a:spLocks/>
          </p:cNvSpPr>
          <p:nvPr/>
        </p:nvSpPr>
        <p:spPr>
          <a:xfrm>
            <a:off x="3161200" y="5541248"/>
            <a:ext cx="4878000" cy="720000"/>
          </a:xfrm>
          <a:prstGeom prst="rect">
            <a:avLst/>
          </a:prstGeom>
        </p:spPr>
        <p:txBody>
          <a:bodyPr vert="horz" lIns="91440" tIns="45720" rIns="91440" bIns="45720" rtlCol="0" anchor="ctr">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fontAlgn="base">
              <a:buNone/>
            </a:pPr>
            <a:r>
              <a:rPr lang="en-US" altLang="zh-CN" sz="4400" b="0" i="0" dirty="0">
                <a:solidFill>
                  <a:schemeClr val="bg1"/>
                </a:solidFill>
                <a:effectLst/>
                <a:latin typeface="Inter"/>
              </a:rPr>
              <a:t>Code</a:t>
            </a:r>
            <a:r>
              <a:rPr lang="zh-CN" altLang="en-US" sz="4400" b="0" i="0" dirty="0">
                <a:solidFill>
                  <a:schemeClr val="bg1"/>
                </a:solidFill>
                <a:effectLst/>
                <a:latin typeface="Inter"/>
              </a:rPr>
              <a:t> </a:t>
            </a:r>
            <a:r>
              <a:rPr lang="en-US" altLang="zh-CN" sz="4400" b="0" i="0" dirty="0">
                <a:solidFill>
                  <a:schemeClr val="bg1"/>
                </a:solidFill>
                <a:effectLst/>
                <a:latin typeface="Inter"/>
              </a:rPr>
              <a:t>explained</a:t>
            </a:r>
          </a:p>
        </p:txBody>
      </p:sp>
    </p:spTree>
    <p:extLst>
      <p:ext uri="{BB962C8B-B14F-4D97-AF65-F5344CB8AC3E}">
        <p14:creationId xmlns:p14="http://schemas.microsoft.com/office/powerpoint/2010/main" val="225083935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C4284E1-A79F-4466-4368-49050E5D5DFB}"/>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058D4EA5-615A-0AAB-409C-CE97AB6CFCE8}"/>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3</a:t>
            </a:r>
            <a:r>
              <a:rPr lang="en-AU" altLang="zh-CN" dirty="0"/>
              <a:t> Level Ground (2022 AIO P2)</a:t>
            </a:r>
            <a:endParaRPr lang="en-US" altLang="zh-CN" dirty="0"/>
          </a:p>
        </p:txBody>
      </p:sp>
      <p:pic>
        <p:nvPicPr>
          <p:cNvPr id="2" name="Picture 1">
            <a:extLst>
              <a:ext uri="{FF2B5EF4-FFF2-40B4-BE49-F238E27FC236}">
                <a16:creationId xmlns:a16="http://schemas.microsoft.com/office/drawing/2014/main" id="{7EB73239-929E-9218-1D70-B8E895D7174D}"/>
              </a:ext>
            </a:extLst>
          </p:cNvPr>
          <p:cNvPicPr>
            <a:picLocks noChangeAspect="1"/>
          </p:cNvPicPr>
          <p:nvPr/>
        </p:nvPicPr>
        <p:blipFill>
          <a:blip r:embed="rId2"/>
          <a:srcRect l="4360" r="3877"/>
          <a:stretch>
            <a:fillRect/>
          </a:stretch>
        </p:blipFill>
        <p:spPr>
          <a:xfrm>
            <a:off x="359997" y="2337716"/>
            <a:ext cx="3387789" cy="2617470"/>
          </a:xfrm>
          <a:prstGeom prst="rect">
            <a:avLst/>
          </a:prstGeom>
        </p:spPr>
      </p:pic>
      <p:sp>
        <p:nvSpPr>
          <p:cNvPr id="6" name="TextBox 5">
            <a:extLst>
              <a:ext uri="{FF2B5EF4-FFF2-40B4-BE49-F238E27FC236}">
                <a16:creationId xmlns:a16="http://schemas.microsoft.com/office/drawing/2014/main" id="{A10EC8F3-8846-DCF4-D5FB-F40052A77982}"/>
              </a:ext>
            </a:extLst>
          </p:cNvPr>
          <p:cNvSpPr txBox="1"/>
          <p:nvPr/>
        </p:nvSpPr>
        <p:spPr>
          <a:xfrm>
            <a:off x="359997" y="1620001"/>
            <a:ext cx="7920000" cy="400110"/>
          </a:xfrm>
          <a:prstGeom prst="rect">
            <a:avLst/>
          </a:prstGeom>
          <a:noFill/>
        </p:spPr>
        <p:txBody>
          <a:bodyPr wrap="square">
            <a:spAutoFit/>
          </a:bodyPr>
          <a:lstStyle/>
          <a:p>
            <a:pPr fontAlgn="base">
              <a:spcBef>
                <a:spcPts val="600"/>
              </a:spcBef>
              <a:spcAft>
                <a:spcPts val="600"/>
              </a:spcAft>
            </a:pPr>
            <a:r>
              <a:rPr lang="en-GB" altLang="zh-CN" sz="2000" b="1" dirty="0"/>
              <a:t>Explanations</a:t>
            </a:r>
            <a:endParaRPr lang="en-GB" altLang="zh-CN" sz="1600" dirty="0">
              <a:latin typeface="Consolas" panose="020B0609020204030204" pitchFamily="49" charset="0"/>
              <a:cs typeface="Consolas" panose="020B0609020204030204" pitchFamily="49" charset="0"/>
            </a:endParaRPr>
          </a:p>
        </p:txBody>
      </p:sp>
      <p:pic>
        <p:nvPicPr>
          <p:cNvPr id="7" name="Picture 6">
            <a:extLst>
              <a:ext uri="{FF2B5EF4-FFF2-40B4-BE49-F238E27FC236}">
                <a16:creationId xmlns:a16="http://schemas.microsoft.com/office/drawing/2014/main" id="{CC48F4D5-624B-7F8C-9EB6-A357F70CAB1D}"/>
              </a:ext>
            </a:extLst>
          </p:cNvPr>
          <p:cNvPicPr>
            <a:picLocks noChangeAspect="1"/>
          </p:cNvPicPr>
          <p:nvPr/>
        </p:nvPicPr>
        <p:blipFill>
          <a:blip r:embed="rId3"/>
          <a:srcRect l="11941" r="10965"/>
          <a:stretch>
            <a:fillRect/>
          </a:stretch>
        </p:blipFill>
        <p:spPr>
          <a:xfrm>
            <a:off x="4010715" y="2337716"/>
            <a:ext cx="1912171" cy="2594610"/>
          </a:xfrm>
          <a:prstGeom prst="rect">
            <a:avLst/>
          </a:prstGeom>
        </p:spPr>
      </p:pic>
      <p:pic>
        <p:nvPicPr>
          <p:cNvPr id="8" name="Picture 7">
            <a:extLst>
              <a:ext uri="{FF2B5EF4-FFF2-40B4-BE49-F238E27FC236}">
                <a16:creationId xmlns:a16="http://schemas.microsoft.com/office/drawing/2014/main" id="{6BE17AB1-7C34-7C4F-7141-51133F0FDE58}"/>
              </a:ext>
            </a:extLst>
          </p:cNvPr>
          <p:cNvPicPr>
            <a:picLocks noChangeAspect="1"/>
          </p:cNvPicPr>
          <p:nvPr/>
        </p:nvPicPr>
        <p:blipFill>
          <a:blip r:embed="rId4"/>
          <a:srcRect l="4167" r="8074"/>
          <a:stretch>
            <a:fillRect/>
          </a:stretch>
        </p:blipFill>
        <p:spPr>
          <a:xfrm>
            <a:off x="6185815" y="1983386"/>
            <a:ext cx="2226849" cy="2971800"/>
          </a:xfrm>
          <a:prstGeom prst="rect">
            <a:avLst/>
          </a:prstGeom>
        </p:spPr>
      </p:pic>
    </p:spTree>
    <p:extLst>
      <p:ext uri="{BB962C8B-B14F-4D97-AF65-F5344CB8AC3E}">
        <p14:creationId xmlns:p14="http://schemas.microsoft.com/office/powerpoint/2010/main" val="32636851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8616F-DC58-55DA-BE37-0735D1070A5F}"/>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E479FEAC-BD66-97C6-1EFE-804E9CA54D4C}"/>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4</a:t>
            </a:r>
            <a:r>
              <a:rPr lang="en-AU" altLang="zh-CN" dirty="0"/>
              <a:t> </a:t>
            </a:r>
            <a:r>
              <a:rPr lang="en-US" altLang="zh-CN" dirty="0"/>
              <a:t>Reverse</a:t>
            </a:r>
            <a:r>
              <a:rPr lang="zh-CN" altLang="en-US" dirty="0"/>
              <a:t> </a:t>
            </a:r>
            <a:r>
              <a:rPr lang="en-US" altLang="zh-CN" dirty="0"/>
              <a:t>the</a:t>
            </a:r>
            <a:r>
              <a:rPr lang="zh-CN" altLang="en-US" dirty="0"/>
              <a:t> </a:t>
            </a:r>
            <a:r>
              <a:rPr lang="en-US" altLang="zh-CN" dirty="0"/>
              <a:t>digits</a:t>
            </a:r>
            <a:endParaRPr lang="en-AU" dirty="0"/>
          </a:p>
        </p:txBody>
      </p:sp>
      <p:sp>
        <p:nvSpPr>
          <p:cNvPr id="4" name="TextBox 3">
            <a:extLst>
              <a:ext uri="{FF2B5EF4-FFF2-40B4-BE49-F238E27FC236}">
                <a16:creationId xmlns:a16="http://schemas.microsoft.com/office/drawing/2014/main" id="{4E94147E-59BF-4252-9156-AB6622E184BD}"/>
              </a:ext>
            </a:extLst>
          </p:cNvPr>
          <p:cNvSpPr txBox="1"/>
          <p:nvPr/>
        </p:nvSpPr>
        <p:spPr>
          <a:xfrm>
            <a:off x="359997" y="1620000"/>
            <a:ext cx="5265137" cy="4401205"/>
          </a:xfrm>
          <a:prstGeom prst="rect">
            <a:avLst/>
          </a:prstGeom>
          <a:noFill/>
        </p:spPr>
        <p:txBody>
          <a:bodyPr wrap="square">
            <a:spAutoFit/>
          </a:bodyPr>
          <a:lstStyle/>
          <a:p>
            <a:pPr fontAlgn="base">
              <a:spcBef>
                <a:spcPts val="600"/>
              </a:spcBef>
              <a:spcAft>
                <a:spcPts val="600"/>
              </a:spcAft>
            </a:pPr>
            <a:r>
              <a:rPr lang="en-US" altLang="zh-CN" sz="2000" dirty="0"/>
              <a:t>You</a:t>
            </a:r>
            <a:r>
              <a:rPr lang="zh-CN" altLang="en-US" sz="2000" dirty="0"/>
              <a:t> </a:t>
            </a:r>
            <a:r>
              <a:rPr lang="en-US" altLang="zh-CN" sz="2000" dirty="0"/>
              <a:t>are</a:t>
            </a:r>
            <a:r>
              <a:rPr lang="zh-CN" altLang="en-US" sz="2000" dirty="0"/>
              <a:t> </a:t>
            </a:r>
            <a:r>
              <a:rPr lang="en-US" altLang="zh-CN" sz="2000" dirty="0"/>
              <a:t>processing</a:t>
            </a:r>
            <a:r>
              <a:rPr lang="zh-CN" altLang="en-US" sz="2000" dirty="0"/>
              <a:t> </a:t>
            </a:r>
            <a:r>
              <a:rPr lang="en-US" altLang="zh-CN" sz="2000" dirty="0"/>
              <a:t>the</a:t>
            </a:r>
            <a:r>
              <a:rPr lang="zh-CN" altLang="en-US" sz="2000" dirty="0"/>
              <a:t> </a:t>
            </a:r>
            <a:r>
              <a:rPr lang="en-US" altLang="zh-CN" sz="2000" dirty="0"/>
              <a:t>data</a:t>
            </a:r>
            <a:r>
              <a:rPr lang="zh-CN" altLang="en-US" sz="2000" dirty="0"/>
              <a:t> </a:t>
            </a:r>
            <a:r>
              <a:rPr lang="en-US" altLang="zh-CN" sz="2000" dirty="0"/>
              <a:t>to</a:t>
            </a:r>
            <a:r>
              <a:rPr lang="zh-CN" altLang="en-US" sz="2000" dirty="0"/>
              <a:t> </a:t>
            </a:r>
            <a:r>
              <a:rPr lang="en-US" altLang="zh-CN" sz="2000" dirty="0"/>
              <a:t>train</a:t>
            </a:r>
            <a:r>
              <a:rPr lang="zh-CN" altLang="en-US" sz="2000" dirty="0"/>
              <a:t> </a:t>
            </a:r>
            <a:r>
              <a:rPr lang="en-US" altLang="zh-CN" sz="2000" dirty="0"/>
              <a:t>your</a:t>
            </a:r>
            <a:r>
              <a:rPr lang="zh-CN" altLang="en-US" sz="2000" dirty="0"/>
              <a:t> </a:t>
            </a:r>
            <a:r>
              <a:rPr lang="en-US" altLang="zh-CN" sz="2000" dirty="0"/>
              <a:t>Large</a:t>
            </a:r>
            <a:r>
              <a:rPr lang="zh-CN" altLang="en-US" sz="2000" dirty="0"/>
              <a:t> </a:t>
            </a:r>
            <a:r>
              <a:rPr lang="en-US" altLang="zh-CN" sz="2000" dirty="0"/>
              <a:t>Language</a:t>
            </a:r>
            <a:r>
              <a:rPr lang="zh-CN" altLang="en-US" sz="2000" dirty="0"/>
              <a:t> </a:t>
            </a:r>
            <a:r>
              <a:rPr lang="en-US" altLang="zh-CN" sz="2000" dirty="0"/>
              <a:t>Model.</a:t>
            </a:r>
            <a:r>
              <a:rPr lang="zh-CN" altLang="en-US" sz="2000" dirty="0"/>
              <a:t>  </a:t>
            </a:r>
            <a:r>
              <a:rPr lang="en-US" altLang="zh-CN" sz="2000" dirty="0"/>
              <a:t>You</a:t>
            </a:r>
            <a:r>
              <a:rPr lang="zh-CN" altLang="en-US" sz="2000" dirty="0"/>
              <a:t> </a:t>
            </a:r>
            <a:r>
              <a:rPr lang="en-US" altLang="zh-CN" sz="2000" dirty="0"/>
              <a:t>invented</a:t>
            </a:r>
            <a:r>
              <a:rPr lang="zh-CN" altLang="en-US" sz="2000" dirty="0"/>
              <a:t> </a:t>
            </a:r>
            <a:r>
              <a:rPr lang="en-US" altLang="zh-CN" sz="2000" dirty="0"/>
              <a:t>a</a:t>
            </a:r>
            <a:r>
              <a:rPr lang="zh-CN" altLang="en-US" sz="2000" dirty="0"/>
              <a:t> </a:t>
            </a:r>
            <a:r>
              <a:rPr lang="en-US" altLang="zh-CN" sz="2000" dirty="0"/>
              <a:t>new</a:t>
            </a:r>
            <a:r>
              <a:rPr lang="zh-CN" altLang="en-US" sz="2000" dirty="0"/>
              <a:t> </a:t>
            </a:r>
            <a:r>
              <a:rPr lang="en-US" altLang="zh-CN" sz="2000" dirty="0"/>
              <a:t>algorithm</a:t>
            </a:r>
            <a:r>
              <a:rPr lang="zh-CN" altLang="en-US" sz="2000" dirty="0"/>
              <a:t> </a:t>
            </a:r>
            <a:r>
              <a:rPr lang="en-US" altLang="zh-CN" sz="2000" dirty="0"/>
              <a:t>which</a:t>
            </a:r>
            <a:r>
              <a:rPr lang="zh-CN" altLang="en-US" sz="2000" dirty="0"/>
              <a:t> </a:t>
            </a:r>
            <a:r>
              <a:rPr lang="en-US" altLang="zh-CN" sz="2000" dirty="0"/>
              <a:t>can</a:t>
            </a:r>
            <a:r>
              <a:rPr lang="zh-CN" altLang="en-US" sz="2000" dirty="0"/>
              <a:t> </a:t>
            </a:r>
            <a:r>
              <a:rPr lang="en-US" altLang="zh-CN" sz="2000" dirty="0"/>
              <a:t>reduce</a:t>
            </a:r>
            <a:r>
              <a:rPr lang="zh-CN" altLang="en-US" sz="2000" dirty="0"/>
              <a:t> </a:t>
            </a:r>
            <a:r>
              <a:rPr lang="en-US" altLang="zh-CN" sz="2000" dirty="0"/>
              <a:t>the</a:t>
            </a:r>
            <a:r>
              <a:rPr lang="zh-CN" altLang="en-US" sz="2000" dirty="0"/>
              <a:t> </a:t>
            </a:r>
            <a:r>
              <a:rPr lang="en-US" altLang="zh-CN" sz="2000" dirty="0"/>
              <a:t>training</a:t>
            </a:r>
            <a:r>
              <a:rPr lang="zh-CN" altLang="en-US" sz="2000" dirty="0"/>
              <a:t> </a:t>
            </a:r>
            <a:r>
              <a:rPr lang="en-US" altLang="zh-CN" sz="2000" dirty="0"/>
              <a:t>time</a:t>
            </a:r>
            <a:r>
              <a:rPr lang="zh-CN" altLang="en-US" sz="2000" dirty="0"/>
              <a:t> </a:t>
            </a:r>
            <a:r>
              <a:rPr lang="en-US" altLang="zh-CN" sz="2000" dirty="0"/>
              <a:t>and</a:t>
            </a:r>
            <a:r>
              <a:rPr lang="zh-CN" altLang="en-US" sz="2000" dirty="0"/>
              <a:t> </a:t>
            </a:r>
            <a:r>
              <a:rPr lang="en-US" altLang="zh-CN" sz="2000" dirty="0"/>
              <a:t>electricity</a:t>
            </a:r>
            <a:r>
              <a:rPr lang="zh-CN" altLang="en-US" sz="2000" dirty="0"/>
              <a:t> </a:t>
            </a:r>
            <a:r>
              <a:rPr lang="en-US" altLang="zh-CN" sz="2000" dirty="0"/>
              <a:t>consumption</a:t>
            </a:r>
            <a:r>
              <a:rPr lang="zh-CN" altLang="en-US" sz="2000" dirty="0"/>
              <a:t> </a:t>
            </a:r>
            <a:r>
              <a:rPr lang="en-US" altLang="zh-CN" sz="2000" dirty="0"/>
              <a:t>by</a:t>
            </a:r>
            <a:r>
              <a:rPr lang="zh-CN" altLang="en-US" sz="2000" dirty="0"/>
              <a:t> </a:t>
            </a:r>
            <a:r>
              <a:rPr lang="en-US" altLang="zh-CN" sz="2000" dirty="0"/>
              <a:t>80%.</a:t>
            </a:r>
            <a:r>
              <a:rPr lang="zh-CN" altLang="en-US" sz="2000" dirty="0"/>
              <a:t>  </a:t>
            </a:r>
            <a:r>
              <a:rPr lang="en-US" altLang="zh-CN" sz="2000" dirty="0"/>
              <a:t>One</a:t>
            </a:r>
            <a:r>
              <a:rPr lang="zh-CN" altLang="en-US" sz="2000" dirty="0"/>
              <a:t> </a:t>
            </a:r>
            <a:r>
              <a:rPr lang="en-US" altLang="zh-CN" sz="2000" dirty="0"/>
              <a:t>of</a:t>
            </a:r>
            <a:r>
              <a:rPr lang="zh-CN" altLang="en-US" sz="2000" dirty="0"/>
              <a:t> </a:t>
            </a:r>
            <a:r>
              <a:rPr lang="en-US" altLang="zh-CN" sz="2000" dirty="0"/>
              <a:t>the</a:t>
            </a:r>
            <a:r>
              <a:rPr lang="zh-CN" altLang="en-US" sz="2000" dirty="0"/>
              <a:t> </a:t>
            </a:r>
            <a:r>
              <a:rPr lang="en-US" altLang="zh-CN" sz="2000" dirty="0"/>
              <a:t>key</a:t>
            </a:r>
            <a:r>
              <a:rPr lang="zh-CN" altLang="en-US" sz="2000" dirty="0"/>
              <a:t> </a:t>
            </a:r>
            <a:r>
              <a:rPr lang="en-US" altLang="zh-CN" sz="2000" dirty="0"/>
              <a:t>steps</a:t>
            </a:r>
            <a:r>
              <a:rPr lang="zh-CN" altLang="en-US" sz="2000" dirty="0"/>
              <a:t> </a:t>
            </a:r>
            <a:r>
              <a:rPr lang="en-US" altLang="zh-CN" sz="2000" dirty="0"/>
              <a:t>is</a:t>
            </a:r>
            <a:r>
              <a:rPr lang="zh-CN" altLang="en-US" sz="2000" dirty="0"/>
              <a:t> </a:t>
            </a:r>
            <a:r>
              <a:rPr lang="en-US" altLang="zh-CN" sz="2000" dirty="0"/>
              <a:t>that</a:t>
            </a:r>
            <a:r>
              <a:rPr lang="zh-CN" altLang="en-US" sz="2000" dirty="0"/>
              <a:t> </a:t>
            </a:r>
            <a:r>
              <a:rPr lang="en-US" altLang="zh-CN" sz="2000" dirty="0"/>
              <a:t>you</a:t>
            </a:r>
            <a:r>
              <a:rPr lang="zh-CN" altLang="en-US" sz="2000" dirty="0"/>
              <a:t> </a:t>
            </a:r>
            <a:r>
              <a:rPr lang="en-US" altLang="zh-CN" sz="2000" dirty="0"/>
              <a:t>need</a:t>
            </a:r>
            <a:r>
              <a:rPr lang="zh-CN" altLang="en-US" sz="2000" dirty="0"/>
              <a:t> </a:t>
            </a:r>
            <a:r>
              <a:rPr lang="en-US" altLang="zh-CN" sz="2000" dirty="0"/>
              <a:t>to</a:t>
            </a:r>
            <a:r>
              <a:rPr lang="zh-CN" altLang="en-US" sz="2000" dirty="0"/>
              <a:t> </a:t>
            </a:r>
            <a:r>
              <a:rPr lang="en-US" altLang="zh-CN" sz="2000" dirty="0"/>
              <a:t>reverse</a:t>
            </a:r>
            <a:r>
              <a:rPr lang="zh-CN" altLang="en-US" sz="2000" dirty="0"/>
              <a:t> </a:t>
            </a:r>
            <a:r>
              <a:rPr lang="en-US" altLang="zh-CN" sz="2000" dirty="0"/>
              <a:t>the</a:t>
            </a:r>
            <a:r>
              <a:rPr lang="zh-CN" altLang="en-US" sz="2000" dirty="0"/>
              <a:t> </a:t>
            </a:r>
            <a:r>
              <a:rPr lang="en-US" altLang="zh-CN" sz="2000" dirty="0"/>
              <a:t>digits</a:t>
            </a:r>
            <a:r>
              <a:rPr lang="zh-CN" altLang="en-US" sz="2000" dirty="0"/>
              <a:t> </a:t>
            </a:r>
            <a:r>
              <a:rPr lang="en-US" altLang="zh-CN" sz="2000" dirty="0"/>
              <a:t>of</a:t>
            </a:r>
            <a:r>
              <a:rPr lang="zh-CN" altLang="en-US" sz="2000" dirty="0"/>
              <a:t> </a:t>
            </a:r>
            <a:r>
              <a:rPr lang="en-US" altLang="zh-CN" sz="2000" dirty="0"/>
              <a:t>each</a:t>
            </a:r>
            <a:r>
              <a:rPr lang="zh-CN" altLang="en-US" sz="2000" dirty="0"/>
              <a:t> </a:t>
            </a:r>
            <a:r>
              <a:rPr lang="en-US" altLang="zh-CN" sz="2000" dirty="0"/>
              <a:t>integer</a:t>
            </a:r>
            <a:r>
              <a:rPr lang="zh-CN" altLang="en-US" sz="2000" dirty="0"/>
              <a:t> </a:t>
            </a:r>
            <a:r>
              <a:rPr lang="en-US" altLang="zh-CN" sz="2000" dirty="0"/>
              <a:t>in</a:t>
            </a:r>
            <a:r>
              <a:rPr lang="zh-CN" altLang="en-US" sz="2000" dirty="0"/>
              <a:t> </a:t>
            </a:r>
            <a:r>
              <a:rPr lang="en-US" altLang="zh-CN" sz="2000" dirty="0"/>
              <a:t>the</a:t>
            </a:r>
            <a:r>
              <a:rPr lang="zh-CN" altLang="en-US" sz="2000" dirty="0"/>
              <a:t> </a:t>
            </a:r>
            <a:r>
              <a:rPr lang="en-US" altLang="zh-CN" sz="2000" dirty="0"/>
              <a:t>input</a:t>
            </a:r>
            <a:r>
              <a:rPr lang="zh-CN" altLang="en-US" sz="2000" dirty="0"/>
              <a:t> </a:t>
            </a:r>
            <a:r>
              <a:rPr lang="en-US" altLang="zh-CN" sz="2000" dirty="0"/>
              <a:t>data.</a:t>
            </a:r>
          </a:p>
          <a:p>
            <a:pPr fontAlgn="base">
              <a:spcBef>
                <a:spcPts val="600"/>
              </a:spcBef>
              <a:spcAft>
                <a:spcPts val="600"/>
              </a:spcAft>
            </a:pPr>
            <a:r>
              <a:rPr lang="en-US" altLang="zh-CN" sz="2000" dirty="0"/>
              <a:t>All</a:t>
            </a:r>
            <a:r>
              <a:rPr lang="zh-CN" altLang="en-US" sz="2000" dirty="0"/>
              <a:t> </a:t>
            </a:r>
            <a:r>
              <a:rPr lang="en-US" altLang="zh-CN" sz="2000" dirty="0"/>
              <a:t>integers</a:t>
            </a:r>
            <a:r>
              <a:rPr lang="zh-CN" altLang="en-US" sz="2000" dirty="0"/>
              <a:t> </a:t>
            </a:r>
            <a:r>
              <a:rPr lang="en-US" altLang="zh-CN" sz="2000" dirty="0"/>
              <a:t>are</a:t>
            </a:r>
            <a:r>
              <a:rPr lang="zh-CN" altLang="en-US" sz="2000" dirty="0"/>
              <a:t> </a:t>
            </a:r>
            <a:r>
              <a:rPr lang="en-US" altLang="zh-CN" sz="2000" dirty="0"/>
              <a:t>stored</a:t>
            </a:r>
            <a:r>
              <a:rPr lang="zh-CN" altLang="en-US" sz="2000" dirty="0"/>
              <a:t> </a:t>
            </a:r>
            <a:r>
              <a:rPr lang="en-US" altLang="zh-CN" sz="2000" dirty="0"/>
              <a:t>in</a:t>
            </a:r>
            <a:r>
              <a:rPr lang="zh-CN" altLang="en-US" sz="2000" dirty="0"/>
              <a:t> </a:t>
            </a:r>
            <a:r>
              <a:rPr lang="en-US" altLang="zh-CN" sz="2000" dirty="0"/>
              <a:t>a</a:t>
            </a:r>
            <a:r>
              <a:rPr lang="zh-CN" altLang="en-US" sz="2000" dirty="0"/>
              <a:t> </a:t>
            </a:r>
            <a:r>
              <a:rPr lang="en-US" altLang="zh-CN" sz="2000" dirty="0"/>
              <a:t>text</a:t>
            </a:r>
            <a:r>
              <a:rPr lang="zh-CN" altLang="en-US" sz="2000" dirty="0"/>
              <a:t> </a:t>
            </a:r>
            <a:r>
              <a:rPr lang="en-US" altLang="zh-CN" sz="2000" dirty="0"/>
              <a:t>file,</a:t>
            </a:r>
            <a:r>
              <a:rPr lang="zh-CN" altLang="en-US" sz="2000" dirty="0"/>
              <a:t> </a:t>
            </a:r>
            <a:r>
              <a:rPr lang="en-US" altLang="zh-CN" sz="2000" dirty="0"/>
              <a:t>which</a:t>
            </a:r>
            <a:r>
              <a:rPr lang="zh-CN" altLang="en-US" sz="2000" dirty="0"/>
              <a:t> </a:t>
            </a:r>
            <a:r>
              <a:rPr lang="en-US" altLang="zh-CN" sz="2000" dirty="0"/>
              <a:t>you</a:t>
            </a:r>
            <a:r>
              <a:rPr lang="zh-CN" altLang="en-US" sz="2000" dirty="0"/>
              <a:t> </a:t>
            </a:r>
            <a:r>
              <a:rPr lang="en-US" altLang="zh-CN" sz="2000" dirty="0"/>
              <a:t>will</a:t>
            </a:r>
            <a:r>
              <a:rPr lang="zh-CN" altLang="en-US" sz="2000" dirty="0"/>
              <a:t> </a:t>
            </a:r>
            <a:r>
              <a:rPr lang="en-US" altLang="zh-CN" sz="2000" dirty="0"/>
              <a:t>load</a:t>
            </a:r>
            <a:r>
              <a:rPr lang="zh-CN" altLang="en-US" sz="2000" dirty="0"/>
              <a:t> </a:t>
            </a:r>
            <a:r>
              <a:rPr lang="en-US" altLang="zh-CN" sz="2000" dirty="0"/>
              <a:t>into</a:t>
            </a:r>
            <a:r>
              <a:rPr lang="zh-CN" altLang="en-US" sz="2000" dirty="0"/>
              <a:t> </a:t>
            </a:r>
            <a:r>
              <a:rPr lang="en-US" altLang="zh-CN" sz="2000" dirty="0"/>
              <a:t>a</a:t>
            </a:r>
            <a:r>
              <a:rPr lang="zh-CN" altLang="en-US" sz="2000" dirty="0"/>
              <a:t> </a:t>
            </a:r>
            <a:r>
              <a:rPr lang="en-US" altLang="zh-CN" sz="2000" dirty="0"/>
              <a:t>list</a:t>
            </a:r>
            <a:r>
              <a:rPr lang="zh-CN" altLang="en-US" sz="2000" dirty="0"/>
              <a:t> </a:t>
            </a:r>
            <a:r>
              <a:rPr lang="en-US" altLang="zh-CN" sz="2000" dirty="0"/>
              <a:t>before</a:t>
            </a:r>
            <a:r>
              <a:rPr lang="zh-CN" altLang="en-US" sz="2000" dirty="0"/>
              <a:t> </a:t>
            </a:r>
            <a:r>
              <a:rPr lang="en-US" altLang="zh-CN" sz="2000" dirty="0"/>
              <a:t>processing.</a:t>
            </a:r>
          </a:p>
          <a:p>
            <a:pPr fontAlgn="base">
              <a:spcBef>
                <a:spcPts val="600"/>
              </a:spcBef>
              <a:spcAft>
                <a:spcPts val="600"/>
              </a:spcAft>
            </a:pPr>
            <a:r>
              <a:rPr lang="en-US" altLang="zh-CN" sz="2000" dirty="0"/>
              <a:t>Write</a:t>
            </a:r>
            <a:r>
              <a:rPr lang="zh-CN" altLang="en-US" sz="2000" dirty="0"/>
              <a:t> </a:t>
            </a:r>
            <a:r>
              <a:rPr lang="en-US" altLang="zh-CN" sz="2000" dirty="0"/>
              <a:t>a</a:t>
            </a:r>
            <a:r>
              <a:rPr lang="zh-CN" altLang="en-US" sz="2000" dirty="0"/>
              <a:t> </a:t>
            </a:r>
            <a:r>
              <a:rPr lang="en-US" altLang="zh-CN" sz="2000" dirty="0"/>
              <a:t>program</a:t>
            </a:r>
            <a:r>
              <a:rPr lang="zh-CN" altLang="en-US" sz="2000" dirty="0"/>
              <a:t> </a:t>
            </a:r>
            <a:r>
              <a:rPr lang="en-US" altLang="zh-CN" sz="2000" dirty="0"/>
              <a:t>to</a:t>
            </a:r>
            <a:r>
              <a:rPr lang="zh-CN" altLang="en-US" sz="2000" dirty="0"/>
              <a:t> </a:t>
            </a:r>
            <a:r>
              <a:rPr lang="en-US" altLang="zh-CN" sz="2000" dirty="0"/>
              <a:t>perform</a:t>
            </a:r>
            <a:r>
              <a:rPr lang="zh-CN" altLang="en-US" sz="2000" dirty="0"/>
              <a:t> </a:t>
            </a:r>
            <a:r>
              <a:rPr lang="en-US" altLang="zh-CN" sz="2000" dirty="0"/>
              <a:t>the</a:t>
            </a:r>
            <a:r>
              <a:rPr lang="zh-CN" altLang="en-US" sz="2000" dirty="0"/>
              <a:t> </a:t>
            </a:r>
            <a:r>
              <a:rPr lang="en-US" altLang="zh-CN" sz="2000" dirty="0"/>
              <a:t>reversing.</a:t>
            </a:r>
            <a:r>
              <a:rPr lang="zh-CN" altLang="en-US" sz="2000" dirty="0"/>
              <a:t>  </a:t>
            </a:r>
            <a:r>
              <a:rPr lang="en-US" altLang="zh-CN" sz="2000" dirty="0"/>
              <a:t>Output</a:t>
            </a:r>
            <a:r>
              <a:rPr lang="zh-CN" altLang="en-US" sz="2000" dirty="0"/>
              <a:t> </a:t>
            </a:r>
            <a:r>
              <a:rPr lang="en-US" altLang="zh-CN" sz="2000" dirty="0"/>
              <a:t>the</a:t>
            </a:r>
            <a:r>
              <a:rPr lang="zh-CN" altLang="en-US" sz="2000" dirty="0"/>
              <a:t> </a:t>
            </a:r>
            <a:r>
              <a:rPr lang="en-US" altLang="zh-CN" sz="2000" dirty="0"/>
              <a:t>result</a:t>
            </a:r>
            <a:r>
              <a:rPr lang="zh-CN" altLang="en-US" sz="2000" dirty="0"/>
              <a:t> </a:t>
            </a:r>
            <a:r>
              <a:rPr lang="en-US" altLang="zh-CN" sz="2000" dirty="0"/>
              <a:t>for</a:t>
            </a:r>
            <a:r>
              <a:rPr lang="zh-CN" altLang="en-US" sz="2000" dirty="0"/>
              <a:t> </a:t>
            </a:r>
            <a:r>
              <a:rPr lang="en-US" altLang="zh-CN" sz="2000" dirty="0"/>
              <a:t>each</a:t>
            </a:r>
            <a:r>
              <a:rPr lang="zh-CN" altLang="en-US" sz="2000" dirty="0"/>
              <a:t> </a:t>
            </a:r>
            <a:r>
              <a:rPr lang="en-US" altLang="zh-CN" sz="2000" dirty="0"/>
              <a:t>of</a:t>
            </a:r>
            <a:r>
              <a:rPr lang="zh-CN" altLang="en-US" sz="2000" dirty="0"/>
              <a:t> </a:t>
            </a:r>
            <a:r>
              <a:rPr lang="en-US" altLang="zh-CN" sz="2000" dirty="0"/>
              <a:t>the</a:t>
            </a:r>
            <a:r>
              <a:rPr lang="zh-CN" altLang="en-US" sz="2000" dirty="0"/>
              <a:t> </a:t>
            </a:r>
            <a:r>
              <a:rPr lang="en-US" altLang="zh-CN" sz="2000" dirty="0"/>
              <a:t>integers</a:t>
            </a:r>
            <a:r>
              <a:rPr lang="zh-CN" altLang="en-US" sz="2000" dirty="0"/>
              <a:t> </a:t>
            </a:r>
            <a:r>
              <a:rPr lang="en-US" altLang="zh-CN" sz="2000" dirty="0"/>
              <a:t>in</a:t>
            </a:r>
            <a:r>
              <a:rPr lang="zh-CN" altLang="en-US" sz="2000" dirty="0"/>
              <a:t> </a:t>
            </a:r>
            <a:r>
              <a:rPr lang="en-US" altLang="zh-CN" sz="2000" dirty="0"/>
              <a:t>the</a:t>
            </a:r>
            <a:r>
              <a:rPr lang="zh-CN" altLang="en-US" sz="2000" dirty="0"/>
              <a:t> </a:t>
            </a:r>
            <a:r>
              <a:rPr lang="en-US" altLang="zh-CN" sz="2000" dirty="0"/>
              <a:t>list.</a:t>
            </a:r>
            <a:br>
              <a:rPr lang="en-US" altLang="zh-CN" sz="2000" dirty="0"/>
            </a:br>
            <a:endParaRPr lang="en-US" altLang="zh-CN" sz="2000" dirty="0"/>
          </a:p>
        </p:txBody>
      </p:sp>
      <p:pic>
        <p:nvPicPr>
          <p:cNvPr id="2" name="Picture 1" descr="Remarkable reversible numbers | plus.maths.org">
            <a:extLst>
              <a:ext uri="{FF2B5EF4-FFF2-40B4-BE49-F238E27FC236}">
                <a16:creationId xmlns:a16="http://schemas.microsoft.com/office/drawing/2014/main" id="{37321A3D-4D8C-E894-D8D1-27DE35F3691A}"/>
              </a:ext>
            </a:extLst>
          </p:cNvPr>
          <p:cNvPicPr>
            <a:picLocks noChangeAspect="1"/>
          </p:cNvPicPr>
          <p:nvPr/>
        </p:nvPicPr>
        <p:blipFill>
          <a:blip r:embed="rId2"/>
          <a:stretch>
            <a:fillRect/>
          </a:stretch>
        </p:blipFill>
        <p:spPr>
          <a:xfrm>
            <a:off x="5625134" y="1620000"/>
            <a:ext cx="2654866" cy="3477874"/>
          </a:xfrm>
          <a:prstGeom prst="rect">
            <a:avLst/>
          </a:prstGeom>
        </p:spPr>
      </p:pic>
    </p:spTree>
    <p:extLst>
      <p:ext uri="{BB962C8B-B14F-4D97-AF65-F5344CB8AC3E}">
        <p14:creationId xmlns:p14="http://schemas.microsoft.com/office/powerpoint/2010/main" val="283412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325C8-A29F-0EEF-2BD0-6A824A00C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1C0B68-90EB-A761-7F6B-B655CC6C3371}"/>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4</a:t>
            </a:r>
            <a:r>
              <a:rPr lang="en-AU" altLang="zh-CN" dirty="0"/>
              <a:t> </a:t>
            </a:r>
            <a:r>
              <a:rPr lang="en-US" altLang="zh-CN" dirty="0"/>
              <a:t>Reverse</a:t>
            </a:r>
            <a:r>
              <a:rPr lang="zh-CN" altLang="en-US" dirty="0"/>
              <a:t> </a:t>
            </a:r>
            <a:r>
              <a:rPr lang="en-US" altLang="zh-CN" dirty="0"/>
              <a:t>the</a:t>
            </a:r>
            <a:r>
              <a:rPr lang="zh-CN" altLang="en-US" dirty="0"/>
              <a:t> </a:t>
            </a:r>
            <a:r>
              <a:rPr lang="en-US" altLang="zh-CN" dirty="0"/>
              <a:t>digits</a:t>
            </a:r>
            <a:endParaRPr lang="en-AU" altLang="zh-CN" dirty="0"/>
          </a:p>
        </p:txBody>
      </p:sp>
      <p:sp>
        <p:nvSpPr>
          <p:cNvPr id="5" name="Text Placeholder 3">
            <a:extLst>
              <a:ext uri="{FF2B5EF4-FFF2-40B4-BE49-F238E27FC236}">
                <a16:creationId xmlns:a16="http://schemas.microsoft.com/office/drawing/2014/main" id="{448DEAE3-2A56-D6E9-D07E-28839449E837}"/>
              </a:ext>
            </a:extLst>
          </p:cNvPr>
          <p:cNvSpPr txBox="1">
            <a:spLocks/>
          </p:cNvSpPr>
          <p:nvPr/>
        </p:nvSpPr>
        <p:spPr>
          <a:xfrm>
            <a:off x="3161200" y="5541248"/>
            <a:ext cx="4878000" cy="720000"/>
          </a:xfrm>
          <a:prstGeom prst="rect">
            <a:avLst/>
          </a:prstGeom>
        </p:spPr>
        <p:txBody>
          <a:bodyPr vert="horz" lIns="91440" tIns="45720" rIns="91440" bIns="45720" rtlCol="0" anchor="ctr">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ctr" fontAlgn="base">
              <a:buNone/>
            </a:pPr>
            <a:r>
              <a:rPr lang="en-US" altLang="zh-CN" sz="4400" b="0" i="0" dirty="0">
                <a:solidFill>
                  <a:schemeClr val="bg1"/>
                </a:solidFill>
                <a:effectLst/>
                <a:latin typeface="Inter"/>
              </a:rPr>
              <a:t>Code</a:t>
            </a:r>
            <a:r>
              <a:rPr lang="zh-CN" altLang="en-US" sz="4400" b="0" i="0" dirty="0">
                <a:solidFill>
                  <a:schemeClr val="bg1"/>
                </a:solidFill>
                <a:effectLst/>
                <a:latin typeface="Inter"/>
              </a:rPr>
              <a:t> </a:t>
            </a:r>
            <a:r>
              <a:rPr lang="en-US" altLang="zh-CN" sz="4400" b="0" i="0" dirty="0">
                <a:solidFill>
                  <a:schemeClr val="bg1"/>
                </a:solidFill>
                <a:effectLst/>
                <a:latin typeface="Inter"/>
              </a:rPr>
              <a:t>explained</a:t>
            </a:r>
          </a:p>
        </p:txBody>
      </p:sp>
      <p:sp>
        <p:nvSpPr>
          <p:cNvPr id="4" name="TextBox 3">
            <a:extLst>
              <a:ext uri="{FF2B5EF4-FFF2-40B4-BE49-F238E27FC236}">
                <a16:creationId xmlns:a16="http://schemas.microsoft.com/office/drawing/2014/main" id="{3D5E9D52-8892-BA5C-8205-A9B685ECCD8E}"/>
              </a:ext>
            </a:extLst>
          </p:cNvPr>
          <p:cNvSpPr txBox="1"/>
          <p:nvPr/>
        </p:nvSpPr>
        <p:spPr>
          <a:xfrm>
            <a:off x="359996" y="1620001"/>
            <a:ext cx="7200000" cy="1785104"/>
          </a:xfrm>
          <a:prstGeom prst="rect">
            <a:avLst/>
          </a:prstGeom>
          <a:noFill/>
        </p:spPr>
        <p:txBody>
          <a:bodyPr wrap="square">
            <a:spAutoFit/>
          </a:bodyPr>
          <a:lstStyle/>
          <a:p>
            <a:pPr fontAlgn="base">
              <a:spcBef>
                <a:spcPts val="600"/>
              </a:spcBef>
              <a:spcAft>
                <a:spcPts val="600"/>
              </a:spcAft>
            </a:pPr>
            <a:r>
              <a:rPr lang="en-US" altLang="zh-CN" sz="2000" b="1" dirty="0"/>
              <a:t>Analysis</a:t>
            </a:r>
          </a:p>
          <a:p>
            <a:pPr marL="342900" indent="-342900" fontAlgn="base">
              <a:spcBef>
                <a:spcPts val="600"/>
              </a:spcBef>
              <a:spcAft>
                <a:spcPts val="600"/>
              </a:spcAft>
              <a:buFont typeface="Arial" panose="020B0604020202020204" pitchFamily="34" charset="0"/>
              <a:buChar char="•"/>
            </a:pPr>
            <a:r>
              <a:rPr lang="en-US" altLang="zh-CN" sz="2000" dirty="0"/>
              <a:t>How</a:t>
            </a:r>
            <a:r>
              <a:rPr lang="zh-CN" altLang="en-US" sz="2000" dirty="0"/>
              <a:t> </a:t>
            </a:r>
            <a:r>
              <a:rPr lang="en-US" altLang="zh-CN" sz="2000" dirty="0"/>
              <a:t>to</a:t>
            </a:r>
            <a:r>
              <a:rPr lang="zh-CN" altLang="en-US" sz="2000" dirty="0"/>
              <a:t> </a:t>
            </a:r>
            <a:r>
              <a:rPr lang="en-US" altLang="zh-CN" sz="2000" dirty="0"/>
              <a:t>get</a:t>
            </a:r>
            <a:r>
              <a:rPr lang="zh-CN" altLang="en-US" sz="2000" dirty="0"/>
              <a:t> </a:t>
            </a:r>
            <a:r>
              <a:rPr lang="en-US" altLang="zh-CN" sz="2000" dirty="0"/>
              <a:t>the</a:t>
            </a:r>
            <a:r>
              <a:rPr lang="zh-CN" altLang="en-US" sz="2000" dirty="0"/>
              <a:t> </a:t>
            </a:r>
            <a:r>
              <a:rPr lang="en-US" altLang="zh-CN" sz="2000" dirty="0"/>
              <a:t>lowest</a:t>
            </a:r>
            <a:r>
              <a:rPr lang="zh-CN" altLang="en-US" sz="2000" dirty="0"/>
              <a:t> </a:t>
            </a:r>
            <a:r>
              <a:rPr lang="en-US" altLang="zh-CN" sz="2000" dirty="0"/>
              <a:t>digit</a:t>
            </a:r>
            <a:r>
              <a:rPr lang="zh-CN" altLang="en-US" sz="2000" dirty="0"/>
              <a:t> </a:t>
            </a:r>
            <a:r>
              <a:rPr lang="en-US" altLang="zh-CN" sz="2000" dirty="0"/>
              <a:t>of</a:t>
            </a:r>
            <a:r>
              <a:rPr lang="zh-CN" altLang="en-US" sz="2000" dirty="0"/>
              <a:t> </a:t>
            </a:r>
            <a:r>
              <a:rPr lang="en-US" altLang="zh-CN" sz="2000" dirty="0"/>
              <a:t>an</a:t>
            </a:r>
            <a:r>
              <a:rPr lang="zh-CN" altLang="en-US" sz="2000" dirty="0"/>
              <a:t> </a:t>
            </a:r>
            <a:r>
              <a:rPr lang="en-US" altLang="zh-CN" sz="2000" dirty="0"/>
              <a:t>integer?</a:t>
            </a:r>
          </a:p>
          <a:p>
            <a:pPr fontAlgn="base">
              <a:spcBef>
                <a:spcPts val="600"/>
              </a:spcBef>
              <a:spcAft>
                <a:spcPts val="600"/>
              </a:spcAft>
            </a:pPr>
            <a:r>
              <a:rPr lang="en-US" altLang="zh-CN" sz="2000" dirty="0"/>
              <a:t>	n</a:t>
            </a:r>
            <a:r>
              <a:rPr lang="zh-CN" altLang="en-US" sz="2000" dirty="0"/>
              <a:t> </a:t>
            </a:r>
            <a:r>
              <a:rPr lang="en-US" altLang="zh-CN" sz="2000" dirty="0"/>
              <a:t>%</a:t>
            </a:r>
            <a:r>
              <a:rPr lang="zh-CN" altLang="en-US" sz="2000" dirty="0"/>
              <a:t> </a:t>
            </a:r>
            <a:r>
              <a:rPr lang="en-US" altLang="zh-CN" sz="2000" dirty="0"/>
              <a:t>10</a:t>
            </a:r>
          </a:p>
          <a:p>
            <a:pPr marL="342900" indent="-342900" fontAlgn="base">
              <a:spcBef>
                <a:spcPts val="600"/>
              </a:spcBef>
              <a:spcAft>
                <a:spcPts val="600"/>
              </a:spcAft>
              <a:buFont typeface="Arial" panose="020B0604020202020204" pitchFamily="34" charset="0"/>
              <a:buChar char="•"/>
            </a:pPr>
            <a:r>
              <a:rPr lang="en-US" altLang="zh-CN" sz="2000" dirty="0"/>
              <a:t>How</a:t>
            </a:r>
            <a:r>
              <a:rPr lang="zh-CN" altLang="en-US" sz="2000" dirty="0"/>
              <a:t> </a:t>
            </a:r>
            <a:r>
              <a:rPr lang="en-US" altLang="zh-CN" sz="2000" dirty="0"/>
              <a:t>to</a:t>
            </a:r>
            <a:r>
              <a:rPr lang="zh-CN" altLang="en-US" sz="2000" dirty="0"/>
              <a:t> </a:t>
            </a:r>
            <a:r>
              <a:rPr lang="en-US" altLang="zh-CN" sz="2000" dirty="0"/>
              <a:t>iteratively</a:t>
            </a:r>
            <a:r>
              <a:rPr lang="zh-CN" altLang="en-US" sz="2000" dirty="0"/>
              <a:t> </a:t>
            </a:r>
            <a:r>
              <a:rPr lang="en-US" altLang="zh-CN" sz="2000" dirty="0"/>
              <a:t>get</a:t>
            </a:r>
            <a:r>
              <a:rPr lang="zh-CN" altLang="en-US" sz="2000" dirty="0"/>
              <a:t> </a:t>
            </a:r>
            <a:r>
              <a:rPr lang="en-US" altLang="zh-CN" sz="2000" dirty="0"/>
              <a:t>all</a:t>
            </a:r>
            <a:r>
              <a:rPr lang="zh-CN" altLang="en-US" sz="2000" dirty="0"/>
              <a:t> </a:t>
            </a:r>
            <a:r>
              <a:rPr lang="en-US" altLang="zh-CN" sz="2000" dirty="0"/>
              <a:t>the</a:t>
            </a:r>
            <a:r>
              <a:rPr lang="zh-CN" altLang="en-US" sz="2000" dirty="0"/>
              <a:t> </a:t>
            </a:r>
            <a:r>
              <a:rPr lang="en-US" altLang="zh-CN" sz="2000" dirty="0"/>
              <a:t>digits?</a:t>
            </a:r>
          </a:p>
        </p:txBody>
      </p:sp>
    </p:spTree>
    <p:extLst>
      <p:ext uri="{BB962C8B-B14F-4D97-AF65-F5344CB8AC3E}">
        <p14:creationId xmlns:p14="http://schemas.microsoft.com/office/powerpoint/2010/main" val="2463173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F6464-2716-00E6-0ABA-E653B672AAD7}"/>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9CF6D78-1390-7A33-0F54-46B9D093FC01}"/>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4</a:t>
            </a:r>
            <a:r>
              <a:rPr lang="en-AU" altLang="zh-CN" dirty="0"/>
              <a:t> </a:t>
            </a:r>
            <a:r>
              <a:rPr lang="en-US" altLang="zh-CN" dirty="0"/>
              <a:t>Reverse</a:t>
            </a:r>
            <a:r>
              <a:rPr lang="zh-CN" altLang="en-US" dirty="0"/>
              <a:t> </a:t>
            </a:r>
            <a:r>
              <a:rPr lang="en-US" altLang="zh-CN" dirty="0"/>
              <a:t>the</a:t>
            </a:r>
            <a:r>
              <a:rPr lang="zh-CN" altLang="en-US" dirty="0"/>
              <a:t> </a:t>
            </a:r>
            <a:r>
              <a:rPr lang="en-US" altLang="zh-CN" dirty="0"/>
              <a:t>digits</a:t>
            </a:r>
          </a:p>
        </p:txBody>
      </p:sp>
      <p:sp>
        <p:nvSpPr>
          <p:cNvPr id="6" name="TextBox 5">
            <a:extLst>
              <a:ext uri="{FF2B5EF4-FFF2-40B4-BE49-F238E27FC236}">
                <a16:creationId xmlns:a16="http://schemas.microsoft.com/office/drawing/2014/main" id="{3BA094EB-EDF7-C3E7-5413-8B33162B50A1}"/>
              </a:ext>
            </a:extLst>
          </p:cNvPr>
          <p:cNvSpPr txBox="1"/>
          <p:nvPr/>
        </p:nvSpPr>
        <p:spPr>
          <a:xfrm>
            <a:off x="359997" y="1620001"/>
            <a:ext cx="7920000" cy="3108543"/>
          </a:xfrm>
          <a:prstGeom prst="rect">
            <a:avLst/>
          </a:prstGeom>
          <a:noFill/>
        </p:spPr>
        <p:txBody>
          <a:bodyPr wrap="square">
            <a:spAutoFit/>
          </a:bodyPr>
          <a:lstStyle/>
          <a:p>
            <a:pPr fontAlgn="base">
              <a:spcBef>
                <a:spcPts val="600"/>
              </a:spcBef>
              <a:spcAft>
                <a:spcPts val="600"/>
              </a:spcAft>
            </a:pPr>
            <a:r>
              <a:rPr lang="en-US" altLang="zh-CN" sz="2000" b="1" dirty="0"/>
              <a:t>Extension:</a:t>
            </a:r>
          </a:p>
          <a:p>
            <a:pPr fontAlgn="base">
              <a:spcBef>
                <a:spcPts val="600"/>
              </a:spcBef>
              <a:spcAft>
                <a:spcPts val="600"/>
              </a:spcAft>
            </a:pPr>
            <a:r>
              <a:rPr lang="en-US" altLang="zh-CN" sz="2000" dirty="0"/>
              <a:t>You</a:t>
            </a:r>
            <a:r>
              <a:rPr lang="zh-CN" altLang="en-US" sz="2000" dirty="0"/>
              <a:t> </a:t>
            </a:r>
            <a:r>
              <a:rPr lang="en-US" altLang="zh-CN" sz="2000" dirty="0"/>
              <a:t>got</a:t>
            </a:r>
            <a:r>
              <a:rPr lang="zh-CN" altLang="en-US" sz="2000" dirty="0"/>
              <a:t> </a:t>
            </a:r>
            <a:r>
              <a:rPr lang="en-US" altLang="zh-CN" sz="2000" dirty="0"/>
              <a:t>a</a:t>
            </a:r>
            <a:r>
              <a:rPr lang="zh-CN" altLang="en-US" sz="2000" dirty="0"/>
              <a:t> </a:t>
            </a:r>
            <a:r>
              <a:rPr lang="en-US" altLang="zh-CN" sz="2000" dirty="0"/>
              <a:t>new</a:t>
            </a:r>
            <a:r>
              <a:rPr lang="zh-CN" altLang="en-US" sz="2000" dirty="0"/>
              <a:t> </a:t>
            </a:r>
            <a:r>
              <a:rPr lang="en-US" altLang="zh-CN" sz="2000" dirty="0"/>
              <a:t>batch</a:t>
            </a:r>
            <a:r>
              <a:rPr lang="zh-CN" altLang="en-US" sz="2000" dirty="0"/>
              <a:t> </a:t>
            </a:r>
            <a:r>
              <a:rPr lang="en-US" altLang="zh-CN" sz="2000" dirty="0"/>
              <a:t>of</a:t>
            </a:r>
            <a:r>
              <a:rPr lang="zh-CN" altLang="en-US" sz="2000" dirty="0"/>
              <a:t> </a:t>
            </a:r>
            <a:r>
              <a:rPr lang="en-US" altLang="zh-CN" sz="2000" dirty="0"/>
              <a:t>data</a:t>
            </a:r>
            <a:r>
              <a:rPr lang="zh-CN" altLang="en-US" sz="2000" dirty="0"/>
              <a:t> </a:t>
            </a:r>
            <a:r>
              <a:rPr lang="en-US" altLang="zh-CN" sz="2000" dirty="0"/>
              <a:t>process</a:t>
            </a:r>
            <a:r>
              <a:rPr lang="zh-CN" altLang="en-US" sz="2000" dirty="0"/>
              <a:t> </a:t>
            </a:r>
            <a:r>
              <a:rPr lang="en-US" altLang="zh-CN" sz="2000" dirty="0"/>
              <a:t>by</a:t>
            </a:r>
            <a:r>
              <a:rPr lang="zh-CN" altLang="en-US" sz="2000" dirty="0"/>
              <a:t> </a:t>
            </a:r>
            <a:r>
              <a:rPr lang="en-US" altLang="zh-CN" sz="2000" dirty="0"/>
              <a:t>AI</a:t>
            </a:r>
            <a:r>
              <a:rPr lang="zh-CN" altLang="en-US" sz="2000" dirty="0"/>
              <a:t> </a:t>
            </a:r>
            <a:r>
              <a:rPr lang="en-US" altLang="zh-CN" sz="2000" dirty="0"/>
              <a:t>models</a:t>
            </a:r>
            <a:r>
              <a:rPr lang="zh-CN" altLang="en-US" sz="2000" dirty="0"/>
              <a:t> </a:t>
            </a:r>
            <a:r>
              <a:rPr lang="en-US" altLang="zh-CN" sz="2000" dirty="0"/>
              <a:t>from</a:t>
            </a:r>
            <a:r>
              <a:rPr lang="zh-CN" altLang="en-US" sz="2000" dirty="0"/>
              <a:t> </a:t>
            </a:r>
            <a:r>
              <a:rPr lang="en-US" altLang="zh-CN" sz="2000" dirty="0"/>
              <a:t>an</a:t>
            </a:r>
            <a:r>
              <a:rPr lang="zh-CN" altLang="en-US" sz="2000" dirty="0"/>
              <a:t> </a:t>
            </a:r>
            <a:r>
              <a:rPr lang="en-US" altLang="zh-CN" sz="2000" dirty="0"/>
              <a:t>alien</a:t>
            </a:r>
            <a:r>
              <a:rPr lang="zh-CN" altLang="en-US" sz="2000" dirty="0"/>
              <a:t> </a:t>
            </a:r>
            <a:r>
              <a:rPr lang="en-US" altLang="zh-CN" sz="2000" dirty="0"/>
              <a:t>planet</a:t>
            </a:r>
            <a:r>
              <a:rPr lang="zh-CN" altLang="en-US" sz="2000" dirty="0"/>
              <a:t> </a:t>
            </a:r>
            <a:r>
              <a:rPr lang="en-US" altLang="zh-CN" sz="2000" dirty="0"/>
              <a:t>which</a:t>
            </a:r>
            <a:r>
              <a:rPr lang="zh-CN" altLang="en-US" sz="2000" dirty="0"/>
              <a:t> </a:t>
            </a:r>
            <a:r>
              <a:rPr lang="en-US" altLang="zh-CN" sz="2000" dirty="0"/>
              <a:t>is</a:t>
            </a:r>
            <a:r>
              <a:rPr lang="zh-CN" altLang="en-US" sz="2000" dirty="0"/>
              <a:t> </a:t>
            </a:r>
            <a:r>
              <a:rPr lang="en-US" altLang="zh-CN" sz="2000" dirty="0"/>
              <a:t>in</a:t>
            </a:r>
            <a:r>
              <a:rPr lang="zh-CN" altLang="en-US" sz="2000" dirty="0"/>
              <a:t> </a:t>
            </a:r>
            <a:r>
              <a:rPr lang="en-US" altLang="zh-CN" sz="2000" dirty="0"/>
              <a:t>base-8.</a:t>
            </a:r>
            <a:r>
              <a:rPr lang="zh-CN" altLang="en-US" sz="2000" dirty="0"/>
              <a:t>  </a:t>
            </a:r>
            <a:endParaRPr lang="en-AU" altLang="zh-CN" sz="2000" dirty="0"/>
          </a:p>
          <a:p>
            <a:pPr fontAlgn="base">
              <a:spcBef>
                <a:spcPts val="600"/>
              </a:spcBef>
              <a:spcAft>
                <a:spcPts val="600"/>
              </a:spcAft>
            </a:pPr>
            <a:r>
              <a:rPr lang="en-US" altLang="zh-CN" sz="2000" dirty="0"/>
              <a:t>Base-8</a:t>
            </a:r>
            <a:r>
              <a:rPr lang="zh-CN" altLang="en-US" sz="2000" dirty="0"/>
              <a:t> </a:t>
            </a:r>
            <a:r>
              <a:rPr lang="en-US" altLang="zh-CN" sz="2000" dirty="0"/>
              <a:t>integers</a:t>
            </a:r>
            <a:r>
              <a:rPr lang="zh-CN" altLang="en-US" sz="2000" dirty="0"/>
              <a:t> </a:t>
            </a:r>
            <a:r>
              <a:rPr lang="en-US" altLang="zh-CN" sz="2000" dirty="0"/>
              <a:t>can</a:t>
            </a:r>
            <a:r>
              <a:rPr lang="zh-CN" altLang="en-US" sz="2000" dirty="0"/>
              <a:t> </a:t>
            </a:r>
            <a:r>
              <a:rPr lang="en-US" altLang="zh-CN" sz="2000" dirty="0"/>
              <a:t>have</a:t>
            </a:r>
            <a:r>
              <a:rPr lang="zh-CN" altLang="en-US" sz="2000" dirty="0"/>
              <a:t> </a:t>
            </a:r>
            <a:r>
              <a:rPr lang="en-US" altLang="zh-CN" sz="2000" dirty="0"/>
              <a:t>only</a:t>
            </a:r>
            <a:r>
              <a:rPr lang="zh-CN" altLang="en-US" sz="2000" dirty="0"/>
              <a:t> </a:t>
            </a:r>
            <a:r>
              <a:rPr lang="en-US" altLang="zh-CN" sz="2000" dirty="0"/>
              <a:t>0</a:t>
            </a:r>
            <a:r>
              <a:rPr lang="zh-CN" altLang="en-US" sz="2000" dirty="0"/>
              <a:t> </a:t>
            </a:r>
            <a:r>
              <a:rPr lang="en-US" altLang="zh-CN" sz="2000" dirty="0"/>
              <a:t>–</a:t>
            </a:r>
            <a:r>
              <a:rPr lang="zh-CN" altLang="en-US" sz="2000" dirty="0"/>
              <a:t> </a:t>
            </a:r>
            <a:r>
              <a:rPr lang="en-US" altLang="zh-CN" sz="2000" dirty="0"/>
              <a:t>7</a:t>
            </a:r>
            <a:r>
              <a:rPr lang="zh-CN" altLang="en-US" sz="2000" dirty="0"/>
              <a:t> </a:t>
            </a:r>
            <a:r>
              <a:rPr lang="en-US" altLang="zh-CN" sz="2000" dirty="0"/>
              <a:t>on</a:t>
            </a:r>
            <a:r>
              <a:rPr lang="zh-CN" altLang="en-US" sz="2000" dirty="0"/>
              <a:t> </a:t>
            </a:r>
            <a:r>
              <a:rPr lang="en-US" altLang="zh-CN" sz="2000" dirty="0"/>
              <a:t>each</a:t>
            </a:r>
            <a:r>
              <a:rPr lang="zh-CN" altLang="en-US" sz="2000" dirty="0"/>
              <a:t> </a:t>
            </a:r>
            <a:r>
              <a:rPr lang="en-US" altLang="zh-CN" sz="2000" dirty="0"/>
              <a:t>digit.</a:t>
            </a:r>
            <a:r>
              <a:rPr lang="zh-CN" altLang="en-US" sz="2000" dirty="0"/>
              <a:t>  </a:t>
            </a:r>
            <a:r>
              <a:rPr lang="en-US" altLang="zh-CN" sz="2000" dirty="0"/>
              <a:t>A</a:t>
            </a:r>
            <a:r>
              <a:rPr lang="zh-CN" altLang="en-US" sz="2000" dirty="0"/>
              <a:t> </a:t>
            </a:r>
            <a:r>
              <a:rPr lang="en-US" altLang="zh-CN" sz="2000" dirty="0"/>
              <a:t>base-8</a:t>
            </a:r>
            <a:r>
              <a:rPr lang="zh-CN" altLang="en-US" sz="2000" dirty="0"/>
              <a:t> </a:t>
            </a:r>
            <a:r>
              <a:rPr lang="en-US" altLang="zh-CN" sz="2000" dirty="0"/>
              <a:t>(or</a:t>
            </a:r>
            <a:r>
              <a:rPr lang="zh-CN" altLang="en-US" sz="2000" dirty="0"/>
              <a:t> </a:t>
            </a:r>
            <a:r>
              <a:rPr lang="en-US" altLang="zh-CN" sz="2000" dirty="0"/>
              <a:t>Octal)</a:t>
            </a:r>
            <a:r>
              <a:rPr lang="zh-CN" altLang="en-US" sz="2000" dirty="0"/>
              <a:t> </a:t>
            </a:r>
            <a:r>
              <a:rPr lang="en-US" altLang="zh-CN" sz="2000" dirty="0"/>
              <a:t>number</a:t>
            </a:r>
            <a:r>
              <a:rPr lang="zh-CN" altLang="en-US" sz="2000" dirty="0"/>
              <a:t> </a:t>
            </a:r>
            <a:r>
              <a:rPr lang="en-US" altLang="zh-CN" sz="2000" dirty="0"/>
              <a:t>0221</a:t>
            </a:r>
            <a:r>
              <a:rPr lang="zh-CN" altLang="en-US" sz="2000" dirty="0"/>
              <a:t> </a:t>
            </a:r>
            <a:r>
              <a:rPr lang="en-US" altLang="zh-CN" sz="2000" dirty="0"/>
              <a:t>is</a:t>
            </a:r>
            <a:r>
              <a:rPr lang="zh-CN" altLang="en-US" sz="2000" dirty="0"/>
              <a:t> </a:t>
            </a:r>
            <a:r>
              <a:rPr lang="en-US" altLang="zh-CN" sz="2000" dirty="0"/>
              <a:t>equal</a:t>
            </a:r>
            <a:r>
              <a:rPr lang="zh-CN" altLang="en-US" sz="2000" dirty="0"/>
              <a:t> </a:t>
            </a:r>
            <a:r>
              <a:rPr lang="en-US" altLang="zh-CN" sz="2000" dirty="0"/>
              <a:t>to</a:t>
            </a:r>
            <a:r>
              <a:rPr lang="zh-CN" altLang="en-US" sz="2000" dirty="0"/>
              <a:t> </a:t>
            </a:r>
            <a:r>
              <a:rPr lang="en-US" altLang="zh-CN" sz="2000" dirty="0"/>
              <a:t>145</a:t>
            </a:r>
            <a:r>
              <a:rPr lang="zh-CN" altLang="en-US" sz="2000" dirty="0"/>
              <a:t> </a:t>
            </a:r>
            <a:r>
              <a:rPr lang="en-US" altLang="zh-CN" sz="2000" dirty="0"/>
              <a:t>in</a:t>
            </a:r>
            <a:r>
              <a:rPr lang="zh-CN" altLang="en-US" sz="2000" dirty="0"/>
              <a:t> </a:t>
            </a:r>
            <a:r>
              <a:rPr lang="en-US" altLang="zh-CN" sz="2000" dirty="0"/>
              <a:t>base-10</a:t>
            </a:r>
            <a:r>
              <a:rPr lang="zh-CN" altLang="en-US" sz="2000" dirty="0"/>
              <a:t> </a:t>
            </a:r>
            <a:r>
              <a:rPr lang="en-US" altLang="zh-CN" sz="2000" dirty="0"/>
              <a:t>(or</a:t>
            </a:r>
            <a:r>
              <a:rPr lang="zh-CN" altLang="en-US" sz="2000" dirty="0"/>
              <a:t> </a:t>
            </a:r>
            <a:r>
              <a:rPr lang="en-US" altLang="zh-CN" sz="2000" dirty="0"/>
              <a:t>decimal).</a:t>
            </a:r>
          </a:p>
          <a:p>
            <a:pPr fontAlgn="base">
              <a:spcBef>
                <a:spcPts val="600"/>
              </a:spcBef>
              <a:spcAft>
                <a:spcPts val="600"/>
              </a:spcAft>
            </a:pPr>
            <a:r>
              <a:rPr lang="en-US" altLang="zh-CN" sz="2000" dirty="0"/>
              <a:t>Write</a:t>
            </a:r>
            <a:r>
              <a:rPr lang="zh-CN" altLang="en-US" sz="2000" dirty="0"/>
              <a:t> </a:t>
            </a:r>
            <a:r>
              <a:rPr lang="en-US" altLang="zh-CN" sz="2000" dirty="0"/>
              <a:t>a</a:t>
            </a:r>
            <a:r>
              <a:rPr lang="zh-CN" altLang="en-US" sz="2000" dirty="0"/>
              <a:t> </a:t>
            </a:r>
            <a:r>
              <a:rPr lang="en-US" altLang="zh-CN" sz="2000" dirty="0"/>
              <a:t>program</a:t>
            </a:r>
            <a:r>
              <a:rPr lang="zh-CN" altLang="en-US" sz="2000" dirty="0"/>
              <a:t> </a:t>
            </a:r>
            <a:r>
              <a:rPr lang="en-US" altLang="zh-CN" sz="2000" dirty="0"/>
              <a:t>to</a:t>
            </a:r>
            <a:r>
              <a:rPr lang="zh-CN" altLang="en-US" sz="2000" dirty="0"/>
              <a:t> </a:t>
            </a:r>
            <a:r>
              <a:rPr lang="en-US" altLang="zh-CN" sz="2000" dirty="0"/>
              <a:t>take</a:t>
            </a:r>
            <a:r>
              <a:rPr lang="zh-CN" altLang="en-US" sz="2000" dirty="0"/>
              <a:t> </a:t>
            </a:r>
            <a:r>
              <a:rPr lang="en-US" altLang="zh-CN" sz="2000" dirty="0"/>
              <a:t>input</a:t>
            </a:r>
            <a:r>
              <a:rPr lang="zh-CN" altLang="en-US" sz="2000" dirty="0"/>
              <a:t> </a:t>
            </a:r>
            <a:r>
              <a:rPr lang="en-US" altLang="zh-CN" sz="2000" dirty="0"/>
              <a:t>which</a:t>
            </a:r>
            <a:r>
              <a:rPr lang="zh-CN" altLang="en-US" sz="2000" dirty="0"/>
              <a:t> </a:t>
            </a:r>
            <a:r>
              <a:rPr lang="en-US" altLang="zh-CN" sz="2000" dirty="0"/>
              <a:t>are</a:t>
            </a:r>
            <a:r>
              <a:rPr lang="zh-CN" altLang="en-US" sz="2000" dirty="0"/>
              <a:t> </a:t>
            </a:r>
            <a:r>
              <a:rPr lang="en-US" altLang="zh-CN" sz="2000" dirty="0"/>
              <a:t>base-8</a:t>
            </a:r>
            <a:r>
              <a:rPr lang="zh-CN" altLang="en-US" sz="2000" dirty="0"/>
              <a:t> </a:t>
            </a:r>
            <a:r>
              <a:rPr lang="en-US" altLang="zh-CN" sz="2000" dirty="0"/>
              <a:t>representation</a:t>
            </a:r>
            <a:r>
              <a:rPr lang="zh-CN" altLang="en-US" sz="2000" dirty="0"/>
              <a:t> </a:t>
            </a:r>
            <a:r>
              <a:rPr lang="en-US" altLang="zh-CN" sz="2000" dirty="0"/>
              <a:t>of</a:t>
            </a:r>
            <a:r>
              <a:rPr lang="zh-CN" altLang="en-US" sz="2000" dirty="0"/>
              <a:t> </a:t>
            </a:r>
            <a:r>
              <a:rPr lang="en-US" altLang="zh-CN" sz="2000" dirty="0"/>
              <a:t>integers,</a:t>
            </a:r>
            <a:r>
              <a:rPr lang="zh-CN" altLang="en-US" sz="2000" dirty="0"/>
              <a:t> </a:t>
            </a:r>
            <a:r>
              <a:rPr lang="en-US" altLang="zh-CN" sz="2000" dirty="0"/>
              <a:t>and</a:t>
            </a:r>
            <a:r>
              <a:rPr lang="zh-CN" altLang="en-US" sz="2000" dirty="0"/>
              <a:t> </a:t>
            </a:r>
            <a:r>
              <a:rPr lang="en-US" altLang="zh-CN" sz="2000" dirty="0"/>
              <a:t>output</a:t>
            </a:r>
            <a:r>
              <a:rPr lang="zh-CN" altLang="en-US" sz="2000" dirty="0"/>
              <a:t> </a:t>
            </a:r>
            <a:r>
              <a:rPr lang="en-US" altLang="zh-CN" sz="2000" dirty="0"/>
              <a:t>the</a:t>
            </a:r>
            <a:r>
              <a:rPr lang="zh-CN" altLang="en-US" sz="2000" dirty="0"/>
              <a:t> </a:t>
            </a:r>
            <a:r>
              <a:rPr lang="en-US" altLang="zh-CN" sz="2000" dirty="0"/>
              <a:t>decimal</a:t>
            </a:r>
            <a:r>
              <a:rPr lang="zh-CN" altLang="en-US" sz="2000" dirty="0"/>
              <a:t> </a:t>
            </a:r>
            <a:r>
              <a:rPr lang="en-US" altLang="zh-CN" sz="2000" dirty="0"/>
              <a:t>representation.</a:t>
            </a:r>
          </a:p>
          <a:p>
            <a:pPr fontAlgn="base">
              <a:spcBef>
                <a:spcPts val="600"/>
              </a:spcBef>
              <a:spcAft>
                <a:spcPts val="600"/>
              </a:spcAft>
            </a:pPr>
            <a:endParaRPr lang="en-GB" altLang="zh-CN" sz="16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03056242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94C5A-1730-C3B1-CB6E-501CC175E462}"/>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7278DEA0-9B6A-FD32-EDDC-C2B3DB0C068A}"/>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5</a:t>
            </a:r>
            <a:r>
              <a:rPr lang="en-AU" altLang="zh-CN" dirty="0"/>
              <a:t> spider</a:t>
            </a:r>
            <a:r>
              <a:rPr lang="zh-CN" altLang="en-US" dirty="0"/>
              <a:t> </a:t>
            </a:r>
            <a:r>
              <a:rPr lang="en-US" altLang="zh-CN" dirty="0"/>
              <a:t>web	</a:t>
            </a:r>
            <a:endParaRPr lang="en-AU" dirty="0"/>
          </a:p>
        </p:txBody>
      </p:sp>
      <p:sp>
        <p:nvSpPr>
          <p:cNvPr id="4" name="TextBox 3">
            <a:extLst>
              <a:ext uri="{FF2B5EF4-FFF2-40B4-BE49-F238E27FC236}">
                <a16:creationId xmlns:a16="http://schemas.microsoft.com/office/drawing/2014/main" id="{F18C30C7-147A-52F1-CDC2-DA4DAEC27C8D}"/>
              </a:ext>
            </a:extLst>
          </p:cNvPr>
          <p:cNvSpPr txBox="1"/>
          <p:nvPr/>
        </p:nvSpPr>
        <p:spPr>
          <a:xfrm>
            <a:off x="359997" y="1620000"/>
            <a:ext cx="4905686" cy="3477875"/>
          </a:xfrm>
          <a:prstGeom prst="rect">
            <a:avLst/>
          </a:prstGeom>
          <a:noFill/>
        </p:spPr>
        <p:txBody>
          <a:bodyPr wrap="square">
            <a:spAutoFit/>
          </a:bodyPr>
          <a:lstStyle/>
          <a:p>
            <a:pPr fontAlgn="base">
              <a:spcBef>
                <a:spcPts val="600"/>
              </a:spcBef>
              <a:spcAft>
                <a:spcPts val="600"/>
              </a:spcAft>
            </a:pPr>
            <a:r>
              <a:rPr lang="en-US" altLang="zh-CN" sz="2000" dirty="0"/>
              <a:t>Plan</a:t>
            </a:r>
          </a:p>
          <a:p>
            <a:pPr marL="342900" indent="-342900" fontAlgn="base">
              <a:spcBef>
                <a:spcPts val="600"/>
              </a:spcBef>
              <a:spcAft>
                <a:spcPts val="600"/>
              </a:spcAft>
              <a:buFont typeface="Arial" panose="020B0604020202020204" pitchFamily="34" charset="0"/>
              <a:buChar char="•"/>
            </a:pPr>
            <a:r>
              <a:rPr lang="en-US" altLang="zh-CN" sz="2000" dirty="0"/>
              <a:t>First</a:t>
            </a:r>
            <a:r>
              <a:rPr lang="zh-CN" altLang="en-US" sz="2000" dirty="0"/>
              <a:t> </a:t>
            </a:r>
            <a:r>
              <a:rPr lang="en-US" altLang="zh-CN" sz="2000" dirty="0"/>
              <a:t>draw</a:t>
            </a:r>
            <a:r>
              <a:rPr lang="zh-CN" altLang="en-US" sz="2000" dirty="0"/>
              <a:t> </a:t>
            </a:r>
            <a:r>
              <a:rPr lang="en-US" altLang="zh-CN" sz="2000" dirty="0"/>
              <a:t>the</a:t>
            </a:r>
            <a:r>
              <a:rPr lang="zh-CN" altLang="en-US" sz="2000" dirty="0"/>
              <a:t> </a:t>
            </a:r>
            <a:r>
              <a:rPr lang="en-US" altLang="zh-CN" sz="2000" dirty="0"/>
              <a:t>main</a:t>
            </a:r>
            <a:r>
              <a:rPr lang="zh-CN" altLang="en-US" sz="2000" dirty="0"/>
              <a:t> </a:t>
            </a:r>
            <a:r>
              <a:rPr lang="en-US" altLang="zh-CN" sz="2000" dirty="0"/>
              <a:t>threads,</a:t>
            </a:r>
            <a:r>
              <a:rPr lang="zh-CN" altLang="en-US" sz="2000" dirty="0"/>
              <a:t> </a:t>
            </a:r>
            <a:r>
              <a:rPr lang="en-US" altLang="zh-CN" sz="2000" dirty="0"/>
              <a:t>turn</a:t>
            </a:r>
            <a:r>
              <a:rPr lang="zh-CN" altLang="en-US" sz="2000" dirty="0"/>
              <a:t> </a:t>
            </a:r>
            <a:r>
              <a:rPr lang="en-US" altLang="zh-CN" sz="2000" dirty="0"/>
              <a:t>45</a:t>
            </a:r>
            <a:r>
              <a:rPr lang="zh-CN" altLang="en-US" sz="2000" dirty="0"/>
              <a:t> </a:t>
            </a:r>
            <a:r>
              <a:rPr lang="en-US" altLang="zh-CN" sz="2000" dirty="0"/>
              <a:t>degrees</a:t>
            </a:r>
            <a:r>
              <a:rPr lang="zh-CN" altLang="en-US" sz="2000" dirty="0"/>
              <a:t> </a:t>
            </a:r>
            <a:r>
              <a:rPr lang="en-US" altLang="zh-CN" sz="2000" dirty="0"/>
              <a:t>each</a:t>
            </a:r>
            <a:r>
              <a:rPr lang="zh-CN" altLang="en-US" sz="2000" dirty="0"/>
              <a:t> </a:t>
            </a:r>
            <a:r>
              <a:rPr lang="en-US" altLang="zh-CN" sz="2000" dirty="0"/>
              <a:t>time;</a:t>
            </a:r>
          </a:p>
          <a:p>
            <a:pPr marL="342900" indent="-342900" fontAlgn="base">
              <a:spcBef>
                <a:spcPts val="600"/>
              </a:spcBef>
              <a:spcAft>
                <a:spcPts val="600"/>
              </a:spcAft>
              <a:buFont typeface="Arial" panose="020B0604020202020204" pitchFamily="34" charset="0"/>
              <a:buChar char="•"/>
            </a:pPr>
            <a:r>
              <a:rPr lang="en-US" altLang="zh-CN" sz="2000" dirty="0"/>
              <a:t>Then</a:t>
            </a:r>
            <a:r>
              <a:rPr lang="zh-CN" altLang="en-US" sz="2000" dirty="0"/>
              <a:t> </a:t>
            </a:r>
            <a:r>
              <a:rPr lang="en-US" altLang="zh-CN" sz="2000" dirty="0"/>
              <a:t>draw</a:t>
            </a:r>
            <a:r>
              <a:rPr lang="zh-CN" altLang="en-US" sz="2000" dirty="0"/>
              <a:t> </a:t>
            </a:r>
            <a:r>
              <a:rPr lang="en-US" altLang="zh-CN" sz="2000" dirty="0"/>
              <a:t>several</a:t>
            </a:r>
            <a:r>
              <a:rPr lang="zh-CN" altLang="en-US" sz="2000" dirty="0"/>
              <a:t> </a:t>
            </a:r>
            <a:r>
              <a:rPr lang="en-US" altLang="zh-CN" sz="2000" dirty="0"/>
              <a:t>layers</a:t>
            </a:r>
            <a:r>
              <a:rPr lang="zh-CN" altLang="en-US" sz="2000" dirty="0"/>
              <a:t> </a:t>
            </a:r>
            <a:r>
              <a:rPr lang="en-US" altLang="zh-CN" sz="2000" dirty="0"/>
              <a:t>of</a:t>
            </a:r>
            <a:r>
              <a:rPr lang="zh-CN" altLang="en-US" sz="2000" dirty="0"/>
              <a:t> </a:t>
            </a:r>
            <a:r>
              <a:rPr lang="en-US" altLang="zh-CN" sz="2000" dirty="0"/>
              <a:t>arc</a:t>
            </a:r>
            <a:r>
              <a:rPr lang="zh-CN" altLang="en-US" sz="2000" dirty="0"/>
              <a:t> </a:t>
            </a:r>
            <a:r>
              <a:rPr lang="en-US" altLang="zh-CN" sz="2000" dirty="0"/>
              <a:t>shapes</a:t>
            </a:r>
          </a:p>
          <a:p>
            <a:pPr marL="342900" indent="-342900" fontAlgn="base">
              <a:spcBef>
                <a:spcPts val="600"/>
              </a:spcBef>
              <a:spcAft>
                <a:spcPts val="600"/>
              </a:spcAft>
              <a:buFont typeface="Arial" panose="020B0604020202020204" pitchFamily="34" charset="0"/>
              <a:buChar char="•"/>
            </a:pPr>
            <a:endParaRPr lang="en-US" altLang="zh-CN" sz="2000" dirty="0"/>
          </a:p>
          <a:p>
            <a:pPr fontAlgn="base">
              <a:spcBef>
                <a:spcPts val="600"/>
              </a:spcBef>
              <a:spcAft>
                <a:spcPts val="600"/>
              </a:spcAft>
            </a:pPr>
            <a:endParaRPr lang="en-US" altLang="zh-CN" sz="2000" dirty="0"/>
          </a:p>
          <a:p>
            <a:pPr fontAlgn="base">
              <a:spcBef>
                <a:spcPts val="600"/>
              </a:spcBef>
              <a:spcAft>
                <a:spcPts val="600"/>
              </a:spcAft>
            </a:pPr>
            <a:endParaRPr lang="en-US" altLang="zh-CN" sz="2000" dirty="0"/>
          </a:p>
          <a:p>
            <a:pPr fontAlgn="base">
              <a:spcBef>
                <a:spcPts val="600"/>
              </a:spcBef>
              <a:spcAft>
                <a:spcPts val="600"/>
              </a:spcAft>
            </a:pPr>
            <a:r>
              <a:rPr lang="en-US" altLang="zh-CN" sz="2000" dirty="0"/>
              <a:t>Remember</a:t>
            </a:r>
            <a:r>
              <a:rPr lang="zh-CN" altLang="en-US" sz="2000" dirty="0"/>
              <a:t> </a:t>
            </a:r>
            <a:r>
              <a:rPr lang="en-US" altLang="zh-CN" sz="2000" dirty="0"/>
              <a:t>we</a:t>
            </a:r>
            <a:r>
              <a:rPr lang="zh-CN" altLang="en-US" sz="2000" dirty="0"/>
              <a:t> </a:t>
            </a:r>
            <a:r>
              <a:rPr lang="en-US" altLang="zh-CN" sz="2000" dirty="0"/>
              <a:t>learned</a:t>
            </a:r>
            <a:r>
              <a:rPr lang="zh-CN" altLang="en-US" sz="2000" dirty="0"/>
              <a:t> </a:t>
            </a:r>
            <a:r>
              <a:rPr lang="en-US" altLang="zh-CN" sz="2000" dirty="0"/>
              <a:t>to</a:t>
            </a:r>
            <a:r>
              <a:rPr lang="zh-CN" altLang="en-US" sz="2000" dirty="0"/>
              <a:t> </a:t>
            </a:r>
            <a:r>
              <a:rPr lang="en-US" altLang="zh-CN" sz="2000" dirty="0"/>
              <a:t>draw</a:t>
            </a:r>
            <a:r>
              <a:rPr lang="zh-CN" altLang="en-US" sz="2000" dirty="0"/>
              <a:t> </a:t>
            </a:r>
            <a:r>
              <a:rPr lang="en-US" altLang="zh-CN" sz="2000" dirty="0"/>
              <a:t>arc?</a:t>
            </a:r>
          </a:p>
        </p:txBody>
      </p:sp>
      <p:pic>
        <p:nvPicPr>
          <p:cNvPr id="3" name="Picture 2">
            <a:extLst>
              <a:ext uri="{FF2B5EF4-FFF2-40B4-BE49-F238E27FC236}">
                <a16:creationId xmlns:a16="http://schemas.microsoft.com/office/drawing/2014/main" id="{9DA65132-4AE2-7E37-BB16-90EA443ADB90}"/>
              </a:ext>
            </a:extLst>
          </p:cNvPr>
          <p:cNvPicPr>
            <a:picLocks noChangeAspect="1"/>
          </p:cNvPicPr>
          <p:nvPr/>
        </p:nvPicPr>
        <p:blipFill>
          <a:blip r:embed="rId2"/>
          <a:stretch>
            <a:fillRect/>
          </a:stretch>
        </p:blipFill>
        <p:spPr>
          <a:xfrm>
            <a:off x="5420878" y="1620001"/>
            <a:ext cx="2859122" cy="2873172"/>
          </a:xfrm>
          <a:prstGeom prst="rect">
            <a:avLst/>
          </a:prstGeom>
        </p:spPr>
      </p:pic>
      <p:sp>
        <p:nvSpPr>
          <p:cNvPr id="5" name="TextBox 4">
            <a:extLst>
              <a:ext uri="{FF2B5EF4-FFF2-40B4-BE49-F238E27FC236}">
                <a16:creationId xmlns:a16="http://schemas.microsoft.com/office/drawing/2014/main" id="{4B38BD0E-1B60-D60A-F6F2-9BCF9E5CD228}"/>
              </a:ext>
            </a:extLst>
          </p:cNvPr>
          <p:cNvSpPr txBox="1"/>
          <p:nvPr/>
        </p:nvSpPr>
        <p:spPr>
          <a:xfrm>
            <a:off x="900000" y="5104712"/>
            <a:ext cx="7200000" cy="728405"/>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latin typeface="JetBrains Mono" panose="020B0509020102050004" pitchFamily="49" charset="77"/>
              </a:rPr>
              <a:t>def </a:t>
            </a:r>
            <a:r>
              <a:rPr lang="en-AU" altLang="zh-CN" sz="1100" dirty="0" err="1">
                <a:latin typeface="JetBrains Mono" panose="020B0509020102050004" pitchFamily="49" charset="77"/>
              </a:rPr>
              <a:t>drawArc</a:t>
            </a:r>
            <a:r>
              <a:rPr lang="en-AU" altLang="zh-CN" sz="1100" dirty="0">
                <a:latin typeface="JetBrains Mono" panose="020B0509020102050004" pitchFamily="49" charset="77"/>
              </a:rPr>
              <a:t>(</a:t>
            </a:r>
            <a:r>
              <a:rPr lang="en-AU" altLang="zh-CN" sz="1100" dirty="0" err="1">
                <a:latin typeface="JetBrains Mono" panose="020B0509020102050004" pitchFamily="49" charset="77"/>
              </a:rPr>
              <a:t>radius,startingAngle,angle</a:t>
            </a:r>
            <a:r>
              <a:rPr lang="en-AU" altLang="zh-CN" sz="1100" dirty="0">
                <a:latin typeface="JetBrains Mono" panose="020B0509020102050004" pitchFamily="49" charset="77"/>
              </a:rPr>
              <a:t>):</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myPen.setheading</a:t>
            </a:r>
            <a:r>
              <a:rPr lang="en-AU" altLang="zh-CN" sz="1100" dirty="0">
                <a:latin typeface="JetBrains Mono" panose="020B0509020102050004" pitchFamily="49" charset="77"/>
              </a:rPr>
              <a:t>(startingAngle+90)</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myPen.circle</a:t>
            </a:r>
            <a:r>
              <a:rPr lang="en-AU" altLang="zh-CN" sz="1100" dirty="0">
                <a:latin typeface="JetBrains Mono" panose="020B0509020102050004" pitchFamily="49" charset="77"/>
              </a:rPr>
              <a:t>(</a:t>
            </a:r>
            <a:r>
              <a:rPr lang="en-AU" altLang="zh-CN" sz="1100" dirty="0" err="1">
                <a:latin typeface="JetBrains Mono" panose="020B0509020102050004" pitchFamily="49" charset="77"/>
              </a:rPr>
              <a:t>radius,angle</a:t>
            </a:r>
            <a:r>
              <a:rPr lang="en-AU" altLang="zh-CN" sz="1100" dirty="0">
                <a:latin typeface="JetBrains Mono" panose="020B0509020102050004" pitchFamily="49" charset="77"/>
              </a:rPr>
              <a:t>) </a:t>
            </a:r>
          </a:p>
        </p:txBody>
      </p:sp>
    </p:spTree>
    <p:extLst>
      <p:ext uri="{BB962C8B-B14F-4D97-AF65-F5344CB8AC3E}">
        <p14:creationId xmlns:p14="http://schemas.microsoft.com/office/powerpoint/2010/main" val="1666914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6" end="6"/>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34FB2-A845-FD6F-426A-312D8DD888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E6622D-3B0D-2C18-1A76-DC9586B0FE79}"/>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5</a:t>
            </a:r>
            <a:r>
              <a:rPr lang="en-AU" altLang="zh-CN" dirty="0"/>
              <a:t> </a:t>
            </a:r>
            <a:r>
              <a:rPr lang="en-US" altLang="zh-CN" dirty="0"/>
              <a:t>Spider</a:t>
            </a:r>
            <a:r>
              <a:rPr lang="zh-CN" altLang="en-US" dirty="0"/>
              <a:t> </a:t>
            </a:r>
            <a:r>
              <a:rPr lang="en-US" altLang="zh-CN" dirty="0"/>
              <a:t>web</a:t>
            </a:r>
            <a:endParaRPr lang="en-AU" altLang="zh-CN" dirty="0"/>
          </a:p>
        </p:txBody>
      </p:sp>
      <p:cxnSp>
        <p:nvCxnSpPr>
          <p:cNvPr id="6" name="Straight Connector 5">
            <a:extLst>
              <a:ext uri="{FF2B5EF4-FFF2-40B4-BE49-F238E27FC236}">
                <a16:creationId xmlns:a16="http://schemas.microsoft.com/office/drawing/2014/main" id="{2417F2C1-F399-B83C-7B8D-E040CFA2D5A9}"/>
              </a:ext>
            </a:extLst>
          </p:cNvPr>
          <p:cNvCxnSpPr>
            <a:cxnSpLocks/>
          </p:cNvCxnSpPr>
          <p:nvPr/>
        </p:nvCxnSpPr>
        <p:spPr>
          <a:xfrm>
            <a:off x="4434187" y="1921268"/>
            <a:ext cx="0" cy="360000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9228D8B8-F2BB-D1E7-FE9A-A12AA763DEC9}"/>
              </a:ext>
            </a:extLst>
          </p:cNvPr>
          <p:cNvCxnSpPr>
            <a:cxnSpLocks/>
          </p:cNvCxnSpPr>
          <p:nvPr/>
        </p:nvCxnSpPr>
        <p:spPr>
          <a:xfrm flipH="1">
            <a:off x="1283857" y="2324328"/>
            <a:ext cx="3600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5CED8402-50DA-6713-EF47-54EC80306609}"/>
              </a:ext>
            </a:extLst>
          </p:cNvPr>
          <p:cNvCxnSpPr>
            <a:cxnSpLocks/>
          </p:cNvCxnSpPr>
          <p:nvPr/>
        </p:nvCxnSpPr>
        <p:spPr>
          <a:xfrm flipH="1">
            <a:off x="2163375" y="2040880"/>
            <a:ext cx="2545200" cy="254520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Arc 11">
            <a:extLst>
              <a:ext uri="{FF2B5EF4-FFF2-40B4-BE49-F238E27FC236}">
                <a16:creationId xmlns:a16="http://schemas.microsoft.com/office/drawing/2014/main" id="{70B80EAE-FB68-A22E-F8C8-D8E683A6FCBE}"/>
              </a:ext>
            </a:extLst>
          </p:cNvPr>
          <p:cNvSpPr/>
          <p:nvPr/>
        </p:nvSpPr>
        <p:spPr>
          <a:xfrm rot="1320000">
            <a:off x="1393977" y="2331160"/>
            <a:ext cx="1753372" cy="1786048"/>
          </a:xfrm>
          <a:prstGeom prst="arc">
            <a:avLst>
              <a:gd name="adj1" fmla="val 14717154"/>
              <a:gd name="adj2" fmla="val 1699420"/>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AU"/>
          </a:p>
        </p:txBody>
      </p:sp>
      <p:cxnSp>
        <p:nvCxnSpPr>
          <p:cNvPr id="13" name="Straight Connector 12">
            <a:extLst>
              <a:ext uri="{FF2B5EF4-FFF2-40B4-BE49-F238E27FC236}">
                <a16:creationId xmlns:a16="http://schemas.microsoft.com/office/drawing/2014/main" id="{ACF92CF7-E27C-D88F-EB78-AFC9D360E836}"/>
              </a:ext>
            </a:extLst>
          </p:cNvPr>
          <p:cNvCxnSpPr>
            <a:cxnSpLocks/>
          </p:cNvCxnSpPr>
          <p:nvPr/>
        </p:nvCxnSpPr>
        <p:spPr>
          <a:xfrm flipV="1">
            <a:off x="2243080" y="2315363"/>
            <a:ext cx="0" cy="938824"/>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8B710F9E-A8A7-FDD4-CC4C-4922EA9FB763}"/>
              </a:ext>
            </a:extLst>
          </p:cNvPr>
          <p:cNvCxnSpPr>
            <a:cxnSpLocks/>
          </p:cNvCxnSpPr>
          <p:nvPr/>
        </p:nvCxnSpPr>
        <p:spPr>
          <a:xfrm flipH="1" flipV="1">
            <a:off x="2243080" y="3254187"/>
            <a:ext cx="609600" cy="636494"/>
          </a:xfrm>
          <a:prstGeom prst="line">
            <a:avLst/>
          </a:prstGeom>
          <a:ln w="25400">
            <a:solidFill>
              <a:srgbClr val="FF0000"/>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4972A47-D067-FF09-C603-47D5C6884656}"/>
              </a:ext>
            </a:extLst>
          </p:cNvPr>
          <p:cNvSpPr txBox="1"/>
          <p:nvPr/>
        </p:nvSpPr>
        <p:spPr>
          <a:xfrm>
            <a:off x="3978422" y="2346463"/>
            <a:ext cx="493727" cy="215444"/>
          </a:xfrm>
          <a:prstGeom prst="rect">
            <a:avLst/>
          </a:prstGeom>
          <a:noFill/>
        </p:spPr>
        <p:txBody>
          <a:bodyPr wrap="square" rtlCol="0">
            <a:spAutoFit/>
          </a:bodyPr>
          <a:lstStyle/>
          <a:p>
            <a:r>
              <a:rPr lang="en-US" altLang="zh-CN" sz="800" dirty="0"/>
              <a:t>45º</a:t>
            </a:r>
            <a:endParaRPr lang="en-AU" sz="800" dirty="0"/>
          </a:p>
        </p:txBody>
      </p:sp>
      <p:sp>
        <p:nvSpPr>
          <p:cNvPr id="20" name="TextBox 19">
            <a:extLst>
              <a:ext uri="{FF2B5EF4-FFF2-40B4-BE49-F238E27FC236}">
                <a16:creationId xmlns:a16="http://schemas.microsoft.com/office/drawing/2014/main" id="{BC7286AD-C9F5-18D3-6A85-E2D89BA52106}"/>
              </a:ext>
            </a:extLst>
          </p:cNvPr>
          <p:cNvSpPr txBox="1"/>
          <p:nvPr/>
        </p:nvSpPr>
        <p:spPr>
          <a:xfrm>
            <a:off x="2249283" y="3086659"/>
            <a:ext cx="493727" cy="215444"/>
          </a:xfrm>
          <a:prstGeom prst="rect">
            <a:avLst/>
          </a:prstGeom>
          <a:noFill/>
        </p:spPr>
        <p:txBody>
          <a:bodyPr wrap="square" rtlCol="0">
            <a:spAutoFit/>
          </a:bodyPr>
          <a:lstStyle/>
          <a:p>
            <a:r>
              <a:rPr lang="en-US" altLang="zh-CN" sz="800" dirty="0"/>
              <a:t>135º</a:t>
            </a:r>
            <a:endParaRPr lang="en-AU" sz="800" dirty="0"/>
          </a:p>
        </p:txBody>
      </p:sp>
      <p:sp>
        <p:nvSpPr>
          <p:cNvPr id="21" name="Half-frame 20">
            <a:extLst>
              <a:ext uri="{FF2B5EF4-FFF2-40B4-BE49-F238E27FC236}">
                <a16:creationId xmlns:a16="http://schemas.microsoft.com/office/drawing/2014/main" id="{669D1F17-E7E9-ADD9-D93A-3DA1294A596A}"/>
              </a:ext>
            </a:extLst>
          </p:cNvPr>
          <p:cNvSpPr/>
          <p:nvPr/>
        </p:nvSpPr>
        <p:spPr>
          <a:xfrm rot="10800000">
            <a:off x="2243469" y="2321853"/>
            <a:ext cx="128668" cy="146238"/>
          </a:xfrm>
          <a:prstGeom prst="halfFrame">
            <a:avLst>
              <a:gd name="adj1" fmla="val 0"/>
              <a:gd name="adj2" fmla="val 0"/>
            </a:avLst>
          </a:prstGeom>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tx1"/>
              </a:solidFill>
            </a:endParaRPr>
          </a:p>
        </p:txBody>
      </p:sp>
      <p:sp>
        <p:nvSpPr>
          <p:cNvPr id="22" name="Half-frame 21">
            <a:extLst>
              <a:ext uri="{FF2B5EF4-FFF2-40B4-BE49-F238E27FC236}">
                <a16:creationId xmlns:a16="http://schemas.microsoft.com/office/drawing/2014/main" id="{327D01F6-8013-9479-68A4-0DB5A31E3E20}"/>
              </a:ext>
            </a:extLst>
          </p:cNvPr>
          <p:cNvSpPr/>
          <p:nvPr/>
        </p:nvSpPr>
        <p:spPr>
          <a:xfrm rot="2842553">
            <a:off x="2799283" y="3720348"/>
            <a:ext cx="128668" cy="146238"/>
          </a:xfrm>
          <a:prstGeom prst="halfFrame">
            <a:avLst>
              <a:gd name="adj1" fmla="val 0"/>
              <a:gd name="adj2" fmla="val 0"/>
            </a:avLst>
          </a:prstGeom>
          <a:ln w="254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solidFill>
                <a:schemeClr val="tx1"/>
              </a:solidFill>
            </a:endParaRPr>
          </a:p>
        </p:txBody>
      </p:sp>
      <p:cxnSp>
        <p:nvCxnSpPr>
          <p:cNvPr id="24" name="Straight Connector 23">
            <a:extLst>
              <a:ext uri="{FF2B5EF4-FFF2-40B4-BE49-F238E27FC236}">
                <a16:creationId xmlns:a16="http://schemas.microsoft.com/office/drawing/2014/main" id="{4CE60164-9659-C202-E1E0-25C788FF17A0}"/>
              </a:ext>
            </a:extLst>
          </p:cNvPr>
          <p:cNvCxnSpPr>
            <a:cxnSpLocks/>
          </p:cNvCxnSpPr>
          <p:nvPr/>
        </p:nvCxnSpPr>
        <p:spPr>
          <a:xfrm>
            <a:off x="1954304" y="3254187"/>
            <a:ext cx="1353671" cy="0"/>
          </a:xfrm>
          <a:prstGeom prst="line">
            <a:avLst/>
          </a:prstGeom>
          <a:ln w="19050">
            <a:prstDash val="sysDash"/>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20344D5-8D56-C42C-DBDB-52E05748F6D4}"/>
              </a:ext>
            </a:extLst>
          </p:cNvPr>
          <p:cNvCxnSpPr>
            <a:cxnSpLocks/>
          </p:cNvCxnSpPr>
          <p:nvPr/>
        </p:nvCxnSpPr>
        <p:spPr>
          <a:xfrm flipV="1">
            <a:off x="2243080" y="2178422"/>
            <a:ext cx="0" cy="1380565"/>
          </a:xfrm>
          <a:prstGeom prst="line">
            <a:avLst/>
          </a:prstGeom>
          <a:ln w="19050">
            <a:prstDash val="sysDas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94A70FB3-3FD3-7369-4A4A-D49F328CAE65}"/>
              </a:ext>
            </a:extLst>
          </p:cNvPr>
          <p:cNvSpPr txBox="1"/>
          <p:nvPr/>
        </p:nvSpPr>
        <p:spPr>
          <a:xfrm>
            <a:off x="2137412" y="2040879"/>
            <a:ext cx="1018163" cy="215444"/>
          </a:xfrm>
          <a:prstGeom prst="rect">
            <a:avLst/>
          </a:prstGeom>
          <a:noFill/>
        </p:spPr>
        <p:txBody>
          <a:bodyPr wrap="square" rtlCol="0">
            <a:spAutoFit/>
          </a:bodyPr>
          <a:lstStyle/>
          <a:p>
            <a:r>
              <a:rPr lang="en-US" altLang="zh-CN" sz="800" dirty="0"/>
              <a:t>Starting</a:t>
            </a:r>
            <a:r>
              <a:rPr lang="zh-CN" altLang="en-US" sz="800" dirty="0"/>
              <a:t> </a:t>
            </a:r>
            <a:r>
              <a:rPr lang="en-US" altLang="zh-CN" sz="800" dirty="0"/>
              <a:t>angle:</a:t>
            </a:r>
            <a:r>
              <a:rPr lang="zh-CN" altLang="en-US" sz="800" dirty="0"/>
              <a:t> </a:t>
            </a:r>
            <a:r>
              <a:rPr lang="en-US" altLang="zh-CN" sz="800" dirty="0"/>
              <a:t>90</a:t>
            </a:r>
            <a:r>
              <a:rPr lang="zh-CN" altLang="en-US" sz="800" dirty="0"/>
              <a:t> </a:t>
            </a:r>
            <a:endParaRPr lang="en-AU" sz="800" dirty="0"/>
          </a:p>
        </p:txBody>
      </p:sp>
      <p:sp>
        <p:nvSpPr>
          <p:cNvPr id="32" name="TextBox 31">
            <a:extLst>
              <a:ext uri="{FF2B5EF4-FFF2-40B4-BE49-F238E27FC236}">
                <a16:creationId xmlns:a16="http://schemas.microsoft.com/office/drawing/2014/main" id="{404115D5-B2F8-5147-511F-006C33542F3B}"/>
              </a:ext>
            </a:extLst>
          </p:cNvPr>
          <p:cNvSpPr txBox="1"/>
          <p:nvPr/>
        </p:nvSpPr>
        <p:spPr>
          <a:xfrm rot="18900000">
            <a:off x="2485128" y="3902230"/>
            <a:ext cx="1018163" cy="215444"/>
          </a:xfrm>
          <a:prstGeom prst="rect">
            <a:avLst/>
          </a:prstGeom>
          <a:noFill/>
        </p:spPr>
        <p:txBody>
          <a:bodyPr wrap="square" rtlCol="0">
            <a:spAutoFit/>
          </a:bodyPr>
          <a:lstStyle/>
          <a:p>
            <a:r>
              <a:rPr lang="en-US" altLang="zh-CN" sz="800" dirty="0"/>
              <a:t>angle:</a:t>
            </a:r>
            <a:r>
              <a:rPr lang="zh-CN" altLang="en-US" sz="800" dirty="0"/>
              <a:t> </a:t>
            </a:r>
            <a:r>
              <a:rPr lang="en-US" altLang="zh-CN" sz="800" dirty="0"/>
              <a:t>-135</a:t>
            </a:r>
            <a:r>
              <a:rPr lang="zh-CN" altLang="en-US" sz="800" dirty="0"/>
              <a:t> </a:t>
            </a:r>
            <a:endParaRPr lang="en-AU" sz="800" dirty="0"/>
          </a:p>
        </p:txBody>
      </p:sp>
      <p:sp>
        <p:nvSpPr>
          <p:cNvPr id="33" name="Arc 32">
            <a:extLst>
              <a:ext uri="{FF2B5EF4-FFF2-40B4-BE49-F238E27FC236}">
                <a16:creationId xmlns:a16="http://schemas.microsoft.com/office/drawing/2014/main" id="{BCC645AB-05D4-A4AC-FFAE-99782E6E26E7}"/>
              </a:ext>
            </a:extLst>
          </p:cNvPr>
          <p:cNvSpPr/>
          <p:nvPr/>
        </p:nvSpPr>
        <p:spPr>
          <a:xfrm rot="20220000">
            <a:off x="2655895" y="3603694"/>
            <a:ext cx="1753372" cy="1786048"/>
          </a:xfrm>
          <a:prstGeom prst="arc">
            <a:avLst>
              <a:gd name="adj1" fmla="val 14717154"/>
              <a:gd name="adj2" fmla="val 1699420"/>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AU"/>
          </a:p>
        </p:txBody>
      </p:sp>
      <p:cxnSp>
        <p:nvCxnSpPr>
          <p:cNvPr id="34" name="Straight Connector 33">
            <a:extLst>
              <a:ext uri="{FF2B5EF4-FFF2-40B4-BE49-F238E27FC236}">
                <a16:creationId xmlns:a16="http://schemas.microsoft.com/office/drawing/2014/main" id="{DEF2189B-44D4-3B7F-6259-E18F224B1B5E}"/>
              </a:ext>
            </a:extLst>
          </p:cNvPr>
          <p:cNvCxnSpPr>
            <a:cxnSpLocks/>
          </p:cNvCxnSpPr>
          <p:nvPr/>
        </p:nvCxnSpPr>
        <p:spPr>
          <a:xfrm flipV="1">
            <a:off x="1844234" y="2256323"/>
            <a:ext cx="2727766" cy="1172677"/>
          </a:xfrm>
          <a:prstGeom prst="line">
            <a:avLst/>
          </a:prstGeom>
          <a:ln w="19050">
            <a:solidFill>
              <a:srgbClr val="0070C0"/>
            </a:solidFill>
            <a:prstDash val="sysDash"/>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3DC971BA-79E9-52F1-10B0-E7F17FED8A26}"/>
              </a:ext>
            </a:extLst>
          </p:cNvPr>
          <p:cNvSpPr txBox="1"/>
          <p:nvPr/>
        </p:nvSpPr>
        <p:spPr>
          <a:xfrm>
            <a:off x="3649822" y="2321853"/>
            <a:ext cx="493727" cy="215444"/>
          </a:xfrm>
          <a:prstGeom prst="rect">
            <a:avLst/>
          </a:prstGeom>
          <a:noFill/>
        </p:spPr>
        <p:txBody>
          <a:bodyPr wrap="square" rtlCol="0">
            <a:spAutoFit/>
          </a:bodyPr>
          <a:lstStyle/>
          <a:p>
            <a:r>
              <a:rPr lang="en-US" altLang="zh-CN" sz="800" dirty="0">
                <a:solidFill>
                  <a:srgbClr val="FF0000"/>
                </a:solidFill>
              </a:rPr>
              <a:t>22.5º</a:t>
            </a:r>
            <a:endParaRPr lang="en-AU" sz="800" dirty="0">
              <a:solidFill>
                <a:srgbClr val="FF0000"/>
              </a:solidFill>
            </a:endParaRPr>
          </a:p>
        </p:txBody>
      </p:sp>
      <p:sp>
        <p:nvSpPr>
          <p:cNvPr id="40" name="TextBox 39">
            <a:extLst>
              <a:ext uri="{FF2B5EF4-FFF2-40B4-BE49-F238E27FC236}">
                <a16:creationId xmlns:a16="http://schemas.microsoft.com/office/drawing/2014/main" id="{2D794758-F86E-346A-F9F0-AA13FE840B75}"/>
              </a:ext>
            </a:extLst>
          </p:cNvPr>
          <p:cNvSpPr txBox="1"/>
          <p:nvPr/>
        </p:nvSpPr>
        <p:spPr>
          <a:xfrm>
            <a:off x="2224902" y="2661220"/>
            <a:ext cx="930667" cy="215444"/>
          </a:xfrm>
          <a:prstGeom prst="rect">
            <a:avLst/>
          </a:prstGeom>
          <a:noFill/>
        </p:spPr>
        <p:txBody>
          <a:bodyPr wrap="square" rtlCol="0">
            <a:spAutoFit/>
          </a:bodyPr>
          <a:lstStyle/>
          <a:p>
            <a:r>
              <a:rPr lang="en-US" altLang="zh-CN" sz="800" dirty="0">
                <a:solidFill>
                  <a:srgbClr val="FF0000"/>
                </a:solidFill>
              </a:rPr>
              <a:t>L</a:t>
            </a:r>
            <a:r>
              <a:rPr lang="zh-CN" altLang="en-US" sz="800" dirty="0">
                <a:solidFill>
                  <a:srgbClr val="FF0000"/>
                </a:solidFill>
              </a:rPr>
              <a:t> * </a:t>
            </a:r>
            <a:r>
              <a:rPr lang="en-US" altLang="zh-CN" sz="800" dirty="0">
                <a:solidFill>
                  <a:srgbClr val="FF0000"/>
                </a:solidFill>
              </a:rPr>
              <a:t>tan(</a:t>
            </a:r>
            <a:r>
              <a:rPr lang="en-US" altLang="zh-CN" sz="800" i="1" dirty="0">
                <a:solidFill>
                  <a:srgbClr val="FF0000"/>
                </a:solidFill>
              </a:rPr>
              <a:t>22.5º</a:t>
            </a:r>
            <a:r>
              <a:rPr lang="en-US" altLang="zh-CN" sz="800" dirty="0">
                <a:solidFill>
                  <a:srgbClr val="FF0000"/>
                </a:solidFill>
              </a:rPr>
              <a:t>)</a:t>
            </a:r>
            <a:endParaRPr lang="en-AU" sz="800" dirty="0">
              <a:solidFill>
                <a:srgbClr val="FF0000"/>
              </a:solidFill>
            </a:endParaRPr>
          </a:p>
        </p:txBody>
      </p:sp>
      <p:sp>
        <p:nvSpPr>
          <p:cNvPr id="41" name="TextBox 40">
            <a:extLst>
              <a:ext uri="{FF2B5EF4-FFF2-40B4-BE49-F238E27FC236}">
                <a16:creationId xmlns:a16="http://schemas.microsoft.com/office/drawing/2014/main" id="{AAEBB6D4-F578-87C9-7A3B-449646EBE1F1}"/>
              </a:ext>
            </a:extLst>
          </p:cNvPr>
          <p:cNvSpPr txBox="1"/>
          <p:nvPr/>
        </p:nvSpPr>
        <p:spPr>
          <a:xfrm>
            <a:off x="3139347" y="2104402"/>
            <a:ext cx="313262" cy="215444"/>
          </a:xfrm>
          <a:prstGeom prst="rect">
            <a:avLst/>
          </a:prstGeom>
          <a:noFill/>
        </p:spPr>
        <p:txBody>
          <a:bodyPr wrap="square" rtlCol="0">
            <a:spAutoFit/>
          </a:bodyPr>
          <a:lstStyle/>
          <a:p>
            <a:r>
              <a:rPr lang="en-US" altLang="zh-CN" sz="800" dirty="0">
                <a:solidFill>
                  <a:srgbClr val="FF0000"/>
                </a:solidFill>
              </a:rPr>
              <a:t>L</a:t>
            </a:r>
            <a:endParaRPr lang="en-AU" sz="800" dirty="0">
              <a:solidFill>
                <a:srgbClr val="FF0000"/>
              </a:solidFill>
            </a:endParaRPr>
          </a:p>
        </p:txBody>
      </p:sp>
      <p:sp>
        <p:nvSpPr>
          <p:cNvPr id="42" name="TextBox 41">
            <a:extLst>
              <a:ext uri="{FF2B5EF4-FFF2-40B4-BE49-F238E27FC236}">
                <a16:creationId xmlns:a16="http://schemas.microsoft.com/office/drawing/2014/main" id="{83D6E5DA-36D0-9285-A004-F72BFD1FED19}"/>
              </a:ext>
            </a:extLst>
          </p:cNvPr>
          <p:cNvSpPr txBox="1"/>
          <p:nvPr/>
        </p:nvSpPr>
        <p:spPr>
          <a:xfrm>
            <a:off x="55134" y="3719915"/>
            <a:ext cx="2767447" cy="215444"/>
          </a:xfrm>
          <a:prstGeom prst="rect">
            <a:avLst/>
          </a:prstGeom>
          <a:noFill/>
        </p:spPr>
        <p:txBody>
          <a:bodyPr wrap="square" rtlCol="0">
            <a:spAutoFit/>
          </a:bodyPr>
          <a:lstStyle/>
          <a:p>
            <a:r>
              <a:rPr lang="en-US" altLang="zh-CN" sz="800" dirty="0" err="1">
                <a:solidFill>
                  <a:srgbClr val="0070C0"/>
                </a:solidFill>
                <a:latin typeface="JetBrains Mono" panose="020B0509020102050004" pitchFamily="49" charset="77"/>
              </a:rPr>
              <a:t>drawArc</a:t>
            </a:r>
            <a:r>
              <a:rPr lang="en-US" altLang="zh-CN" sz="800" dirty="0">
                <a:solidFill>
                  <a:srgbClr val="0070C0"/>
                </a:solidFill>
                <a:latin typeface="JetBrains Mono" panose="020B0509020102050004" pitchFamily="49" charset="77"/>
              </a:rPr>
              <a:t>(L</a:t>
            </a:r>
            <a:r>
              <a:rPr lang="zh-CN" altLang="en-US" sz="800" dirty="0">
                <a:solidFill>
                  <a:srgbClr val="0070C0"/>
                </a:solidFill>
                <a:latin typeface="JetBrains Mono" panose="020B0509020102050004" pitchFamily="49" charset="77"/>
              </a:rPr>
              <a:t> * </a:t>
            </a:r>
            <a:r>
              <a:rPr lang="en-US" altLang="zh-CN" sz="800" dirty="0" err="1">
                <a:solidFill>
                  <a:srgbClr val="0070C0"/>
                </a:solidFill>
                <a:latin typeface="JetBrains Mono" panose="020B0509020102050004" pitchFamily="49" charset="77"/>
              </a:rPr>
              <a:t>math.tan</a:t>
            </a:r>
            <a:r>
              <a:rPr lang="en-US" altLang="zh-CN" sz="800" dirty="0">
                <a:solidFill>
                  <a:srgbClr val="0070C0"/>
                </a:solidFill>
                <a:latin typeface="JetBrains Mono" panose="020B0509020102050004" pitchFamily="49" charset="77"/>
              </a:rPr>
              <a:t>(</a:t>
            </a:r>
            <a:r>
              <a:rPr lang="en-US" altLang="zh-CN" sz="800" dirty="0" err="1">
                <a:solidFill>
                  <a:srgbClr val="0070C0"/>
                </a:solidFill>
                <a:latin typeface="JetBrains Mono" panose="020B0509020102050004" pitchFamily="49" charset="77"/>
              </a:rPr>
              <a:t>math.pi</a:t>
            </a:r>
            <a:r>
              <a:rPr lang="en-US" altLang="zh-CN" sz="800" dirty="0">
                <a:solidFill>
                  <a:srgbClr val="0070C0"/>
                </a:solidFill>
                <a:latin typeface="JetBrains Mono" panose="020B0509020102050004" pitchFamily="49" charset="77"/>
              </a:rPr>
              <a:t>/8),</a:t>
            </a:r>
            <a:r>
              <a:rPr lang="zh-CN" altLang="en-US" sz="800" dirty="0">
                <a:solidFill>
                  <a:srgbClr val="0070C0"/>
                </a:solidFill>
                <a:latin typeface="JetBrains Mono" panose="020B0509020102050004" pitchFamily="49" charset="77"/>
              </a:rPr>
              <a:t> </a:t>
            </a:r>
            <a:r>
              <a:rPr lang="en-US" altLang="zh-CN" sz="800" dirty="0">
                <a:solidFill>
                  <a:srgbClr val="0070C0"/>
                </a:solidFill>
                <a:latin typeface="JetBrains Mono" panose="020B0509020102050004" pitchFamily="49" charset="77"/>
              </a:rPr>
              <a:t>90,</a:t>
            </a:r>
            <a:r>
              <a:rPr lang="zh-CN" altLang="en-US" sz="800" dirty="0">
                <a:solidFill>
                  <a:srgbClr val="0070C0"/>
                </a:solidFill>
                <a:latin typeface="JetBrains Mono" panose="020B0509020102050004" pitchFamily="49" charset="77"/>
              </a:rPr>
              <a:t> </a:t>
            </a:r>
            <a:r>
              <a:rPr lang="en-US" altLang="zh-CN" sz="800" dirty="0">
                <a:solidFill>
                  <a:srgbClr val="0070C0"/>
                </a:solidFill>
                <a:latin typeface="JetBrains Mono" panose="020B0509020102050004" pitchFamily="49" charset="77"/>
              </a:rPr>
              <a:t>-135)</a:t>
            </a:r>
            <a:endParaRPr lang="en-AU" sz="800" dirty="0">
              <a:solidFill>
                <a:srgbClr val="0070C0"/>
              </a:solidFill>
              <a:latin typeface="JetBrains Mono" panose="020B0509020102050004" pitchFamily="49" charset="77"/>
            </a:endParaRPr>
          </a:p>
        </p:txBody>
      </p:sp>
      <p:sp>
        <p:nvSpPr>
          <p:cNvPr id="43" name="TextBox 42">
            <a:extLst>
              <a:ext uri="{FF2B5EF4-FFF2-40B4-BE49-F238E27FC236}">
                <a16:creationId xmlns:a16="http://schemas.microsoft.com/office/drawing/2014/main" id="{C1A6913A-F3D4-F13C-4C10-B13FAC082E98}"/>
              </a:ext>
            </a:extLst>
          </p:cNvPr>
          <p:cNvSpPr txBox="1"/>
          <p:nvPr/>
        </p:nvSpPr>
        <p:spPr>
          <a:xfrm>
            <a:off x="1405364" y="4707527"/>
            <a:ext cx="3111242" cy="215444"/>
          </a:xfrm>
          <a:prstGeom prst="rect">
            <a:avLst/>
          </a:prstGeom>
          <a:noFill/>
        </p:spPr>
        <p:txBody>
          <a:bodyPr wrap="square" rtlCol="0">
            <a:spAutoFit/>
          </a:bodyPr>
          <a:lstStyle/>
          <a:p>
            <a:r>
              <a:rPr lang="en-US" altLang="zh-CN" sz="800" dirty="0" err="1">
                <a:solidFill>
                  <a:srgbClr val="0070C0"/>
                </a:solidFill>
                <a:latin typeface="JetBrains Mono" panose="020B0509020102050004" pitchFamily="49" charset="77"/>
              </a:rPr>
              <a:t>drawArc</a:t>
            </a:r>
            <a:r>
              <a:rPr lang="en-US" altLang="zh-CN" sz="800" dirty="0">
                <a:solidFill>
                  <a:srgbClr val="0070C0"/>
                </a:solidFill>
                <a:latin typeface="JetBrains Mono" panose="020B0509020102050004" pitchFamily="49" charset="77"/>
              </a:rPr>
              <a:t>(L</a:t>
            </a:r>
            <a:r>
              <a:rPr lang="zh-CN" altLang="en-US" sz="800" dirty="0">
                <a:solidFill>
                  <a:srgbClr val="0070C0"/>
                </a:solidFill>
                <a:latin typeface="JetBrains Mono" panose="020B0509020102050004" pitchFamily="49" charset="77"/>
              </a:rPr>
              <a:t> * </a:t>
            </a:r>
            <a:r>
              <a:rPr lang="en-US" altLang="zh-CN" sz="800" dirty="0" err="1">
                <a:solidFill>
                  <a:srgbClr val="0070C0"/>
                </a:solidFill>
                <a:latin typeface="JetBrains Mono" panose="020B0509020102050004" pitchFamily="49" charset="77"/>
              </a:rPr>
              <a:t>math.tan</a:t>
            </a:r>
            <a:r>
              <a:rPr lang="en-US" altLang="zh-CN" sz="800" dirty="0">
                <a:solidFill>
                  <a:srgbClr val="0070C0"/>
                </a:solidFill>
                <a:latin typeface="JetBrains Mono" panose="020B0509020102050004" pitchFamily="49" charset="77"/>
              </a:rPr>
              <a:t>(</a:t>
            </a:r>
            <a:r>
              <a:rPr lang="en-US" altLang="zh-CN" sz="800" dirty="0" err="1">
                <a:solidFill>
                  <a:srgbClr val="0070C0"/>
                </a:solidFill>
                <a:latin typeface="JetBrains Mono" panose="020B0509020102050004" pitchFamily="49" charset="77"/>
              </a:rPr>
              <a:t>math.pi</a:t>
            </a:r>
            <a:r>
              <a:rPr lang="en-US" altLang="zh-CN" sz="800" dirty="0">
                <a:solidFill>
                  <a:srgbClr val="0070C0"/>
                </a:solidFill>
                <a:latin typeface="JetBrains Mono" panose="020B0509020102050004" pitchFamily="49" charset="77"/>
              </a:rPr>
              <a:t>/8),</a:t>
            </a:r>
            <a:r>
              <a:rPr lang="zh-CN" altLang="en-US" sz="800" dirty="0">
                <a:solidFill>
                  <a:srgbClr val="0070C0"/>
                </a:solidFill>
                <a:latin typeface="JetBrains Mono" panose="020B0509020102050004" pitchFamily="49" charset="77"/>
              </a:rPr>
              <a:t> </a:t>
            </a:r>
            <a:r>
              <a:rPr lang="en-US" altLang="zh-CN" sz="800" dirty="0">
                <a:solidFill>
                  <a:srgbClr val="0070C0"/>
                </a:solidFill>
                <a:latin typeface="JetBrains Mono" panose="020B0509020102050004" pitchFamily="49" charset="77"/>
              </a:rPr>
              <a:t>90</a:t>
            </a:r>
            <a:r>
              <a:rPr lang="zh-CN" altLang="en-US" sz="800" dirty="0">
                <a:solidFill>
                  <a:srgbClr val="0070C0"/>
                </a:solidFill>
                <a:latin typeface="JetBrains Mono" panose="020B0509020102050004" pitchFamily="49" charset="77"/>
              </a:rPr>
              <a:t> </a:t>
            </a:r>
            <a:r>
              <a:rPr lang="en-US" altLang="zh-CN" sz="800" dirty="0">
                <a:solidFill>
                  <a:srgbClr val="0070C0"/>
                </a:solidFill>
                <a:latin typeface="JetBrains Mono" panose="020B0509020102050004" pitchFamily="49" charset="77"/>
              </a:rPr>
              <a:t>+</a:t>
            </a:r>
            <a:r>
              <a:rPr lang="zh-CN" altLang="en-US" sz="800" dirty="0">
                <a:solidFill>
                  <a:srgbClr val="0070C0"/>
                </a:solidFill>
                <a:latin typeface="JetBrains Mono" panose="020B0509020102050004" pitchFamily="49" charset="77"/>
              </a:rPr>
              <a:t> </a:t>
            </a:r>
            <a:r>
              <a:rPr lang="en-US" altLang="zh-CN" sz="800" dirty="0">
                <a:solidFill>
                  <a:srgbClr val="0070C0"/>
                </a:solidFill>
                <a:latin typeface="JetBrains Mono" panose="020B0509020102050004" pitchFamily="49" charset="77"/>
              </a:rPr>
              <a:t>45,</a:t>
            </a:r>
            <a:r>
              <a:rPr lang="zh-CN" altLang="en-US" sz="800" dirty="0">
                <a:solidFill>
                  <a:srgbClr val="0070C0"/>
                </a:solidFill>
                <a:latin typeface="JetBrains Mono" panose="020B0509020102050004" pitchFamily="49" charset="77"/>
              </a:rPr>
              <a:t> </a:t>
            </a:r>
            <a:r>
              <a:rPr lang="en-US" altLang="zh-CN" sz="800" dirty="0">
                <a:solidFill>
                  <a:srgbClr val="0070C0"/>
                </a:solidFill>
                <a:latin typeface="JetBrains Mono" panose="020B0509020102050004" pitchFamily="49" charset="77"/>
              </a:rPr>
              <a:t>-135)</a:t>
            </a:r>
            <a:endParaRPr lang="en-AU" sz="800" dirty="0">
              <a:solidFill>
                <a:srgbClr val="0070C0"/>
              </a:solidFill>
              <a:latin typeface="JetBrains Mono" panose="020B0509020102050004" pitchFamily="49" charset="77"/>
            </a:endParaRPr>
          </a:p>
        </p:txBody>
      </p:sp>
    </p:spTree>
    <p:extLst>
      <p:ext uri="{BB962C8B-B14F-4D97-AF65-F5344CB8AC3E}">
        <p14:creationId xmlns:p14="http://schemas.microsoft.com/office/powerpoint/2010/main" val="364009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4"/>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9"/>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41"/>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40"/>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42"/>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grpId="0" nodeType="clickEffect">
                                  <p:stCondLst>
                                    <p:cond delay="0"/>
                                  </p:stCondLst>
                                  <p:childTnLst>
                                    <p:set>
                                      <p:cBhvr>
                                        <p:cTn id="68" dur="1" fill="hold">
                                          <p:stCondLst>
                                            <p:cond delay="0"/>
                                          </p:stCondLst>
                                        </p:cTn>
                                        <p:tgtEl>
                                          <p:spTgt spid="33"/>
                                        </p:tgtEl>
                                        <p:attrNameLst>
                                          <p:attrName>style.visibility</p:attrName>
                                        </p:attrNameLst>
                                      </p:cBhvr>
                                      <p:to>
                                        <p:strVal val="visible"/>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9" grpId="0"/>
      <p:bldP spid="20" grpId="0"/>
      <p:bldP spid="21" grpId="0" animBg="1"/>
      <p:bldP spid="22" grpId="0" animBg="1"/>
      <p:bldP spid="31" grpId="0"/>
      <p:bldP spid="32" grpId="0"/>
      <p:bldP spid="33" grpId="0" animBg="1"/>
      <p:bldP spid="39" grpId="0"/>
      <p:bldP spid="40" grpId="0"/>
      <p:bldP spid="41" grpId="0"/>
      <p:bldP spid="42" grpId="0"/>
      <p:bldP spid="43" grpId="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B484A-2187-459F-B064-FE959B509F6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B1D68230-2173-8A29-E054-0FCBC62AA7B3}"/>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altLang="zh-CN" dirty="0"/>
              <a:t>3</a:t>
            </a:r>
            <a:r>
              <a:rPr lang="en-US" altLang="zh-CN" dirty="0"/>
              <a:t>5</a:t>
            </a:r>
            <a:r>
              <a:rPr lang="zh-CN" altLang="en-US" dirty="0"/>
              <a:t> </a:t>
            </a:r>
            <a:r>
              <a:rPr lang="en-US" altLang="zh-CN" dirty="0"/>
              <a:t>spider</a:t>
            </a:r>
            <a:r>
              <a:rPr lang="zh-CN" altLang="en-US" dirty="0"/>
              <a:t> </a:t>
            </a:r>
            <a:r>
              <a:rPr lang="en-US" altLang="zh-CN" dirty="0"/>
              <a:t>web</a:t>
            </a:r>
          </a:p>
        </p:txBody>
      </p:sp>
      <p:sp>
        <p:nvSpPr>
          <p:cNvPr id="2" name="TextBox 1">
            <a:extLst>
              <a:ext uri="{FF2B5EF4-FFF2-40B4-BE49-F238E27FC236}">
                <a16:creationId xmlns:a16="http://schemas.microsoft.com/office/drawing/2014/main" id="{5DDF8850-D2AB-5C68-F40C-AB3C6087E4C6}"/>
              </a:ext>
            </a:extLst>
          </p:cNvPr>
          <p:cNvSpPr txBox="1"/>
          <p:nvPr/>
        </p:nvSpPr>
        <p:spPr>
          <a:xfrm>
            <a:off x="900000" y="1620000"/>
            <a:ext cx="7200000" cy="4929555"/>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altLang="zh-CN" sz="1100" dirty="0">
                <a:latin typeface="JetBrains Mono" panose="020B0509020102050004" pitchFamily="49" charset="77"/>
              </a:rPr>
              <a:t>import turtle, random</a:t>
            </a:r>
          </a:p>
          <a:p>
            <a:pPr lvl="0">
              <a:spcBef>
                <a:spcPts val="450"/>
              </a:spcBef>
              <a:defRPr/>
            </a:pP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window = </a:t>
            </a:r>
            <a:r>
              <a:rPr lang="en-AU" altLang="zh-CN" sz="1100" dirty="0" err="1">
                <a:latin typeface="JetBrains Mono" panose="020B0509020102050004" pitchFamily="49" charset="77"/>
              </a:rPr>
              <a:t>turtle.Screen</a:t>
            </a:r>
            <a:r>
              <a:rPr lang="en-AU" altLang="zh-CN" sz="1100" dirty="0">
                <a:latin typeface="JetBrains Mono" panose="020B0509020102050004" pitchFamily="49" charset="77"/>
              </a:rPr>
              <a:t>()</a:t>
            </a:r>
          </a:p>
          <a:p>
            <a:pPr lvl="0">
              <a:spcBef>
                <a:spcPts val="450"/>
              </a:spcBef>
              <a:defRPr/>
            </a:pPr>
            <a:r>
              <a:rPr lang="en-AU" altLang="zh-CN" sz="1100" dirty="0" err="1">
                <a:latin typeface="JetBrains Mono" panose="020B0509020102050004" pitchFamily="49" charset="77"/>
              </a:rPr>
              <a:t>window.bgcolor</a:t>
            </a:r>
            <a:r>
              <a:rPr lang="en-AU" altLang="zh-CN" sz="1100" dirty="0">
                <a:latin typeface="JetBrains Mono" panose="020B0509020102050004" pitchFamily="49" charset="77"/>
              </a:rPr>
              <a:t>("#000000")</a:t>
            </a:r>
          </a:p>
          <a:p>
            <a:pPr lvl="0">
              <a:spcBef>
                <a:spcPts val="450"/>
              </a:spcBef>
              <a:defRPr/>
            </a:pPr>
            <a:r>
              <a:rPr lang="en-AU" altLang="zh-CN" sz="1100" dirty="0">
                <a:latin typeface="JetBrains Mono" panose="020B0509020102050004" pitchFamily="49" charset="77"/>
              </a:rPr>
              <a:t>spider = </a:t>
            </a:r>
            <a:r>
              <a:rPr lang="en-AU" altLang="zh-CN" sz="1100" dirty="0" err="1">
                <a:latin typeface="JetBrains Mono" panose="020B0509020102050004" pitchFamily="49" charset="77"/>
              </a:rPr>
              <a:t>turtle.Turtle</a:t>
            </a:r>
            <a:r>
              <a:rPr lang="en-AU" altLang="zh-CN" sz="1100" dirty="0">
                <a:latin typeface="JetBrains Mono" panose="020B0509020102050004" pitchFamily="49" charset="77"/>
              </a:rPr>
              <a:t>()</a:t>
            </a:r>
          </a:p>
          <a:p>
            <a:pPr lvl="0">
              <a:spcBef>
                <a:spcPts val="450"/>
              </a:spcBef>
              <a:defRPr/>
            </a:pPr>
            <a:r>
              <a:rPr lang="en-AU" altLang="zh-CN" sz="1100" dirty="0" err="1">
                <a:latin typeface="JetBrains Mono" panose="020B0509020102050004" pitchFamily="49" charset="77"/>
              </a:rPr>
              <a:t>spider.color</a:t>
            </a:r>
            <a:r>
              <a:rPr lang="en-AU" altLang="zh-CN" sz="1100" dirty="0">
                <a:latin typeface="JetBrains Mono" panose="020B0509020102050004" pitchFamily="49" charset="77"/>
              </a:rPr>
              <a:t>("#EEEEEE")</a:t>
            </a:r>
          </a:p>
          <a:p>
            <a:pPr lvl="0">
              <a:spcBef>
                <a:spcPts val="450"/>
              </a:spcBef>
              <a:defRPr/>
            </a:pPr>
            <a:r>
              <a:rPr lang="en-AU" altLang="zh-CN" sz="1100" dirty="0" err="1">
                <a:latin typeface="JetBrains Mono" panose="020B0509020102050004" pitchFamily="49" charset="77"/>
              </a:rPr>
              <a:t>spider.speed</a:t>
            </a:r>
            <a:r>
              <a:rPr lang="en-AU" altLang="zh-CN" sz="1100" dirty="0">
                <a:latin typeface="JetBrains Mono" panose="020B0509020102050004" pitchFamily="49" charset="77"/>
              </a:rPr>
              <a:t>(0)</a:t>
            </a:r>
          </a:p>
          <a:p>
            <a:pPr lvl="0">
              <a:spcBef>
                <a:spcPts val="450"/>
              </a:spcBef>
              <a:defRPr/>
            </a:pPr>
            <a:r>
              <a:rPr lang="en-AU" altLang="zh-CN" sz="1100" dirty="0" err="1">
                <a:latin typeface="JetBrains Mono" panose="020B0509020102050004" pitchFamily="49" charset="77"/>
              </a:rPr>
              <a:t>spider.pensize</a:t>
            </a:r>
            <a:r>
              <a:rPr lang="en-AU" altLang="zh-CN" sz="1100" dirty="0">
                <a:latin typeface="JetBrains Mono" panose="020B0509020102050004" pitchFamily="49" charset="77"/>
              </a:rPr>
              <a:t>(2)</a:t>
            </a:r>
          </a:p>
          <a:p>
            <a:pPr lvl="0">
              <a:spcBef>
                <a:spcPts val="450"/>
              </a:spcBef>
              <a:defRPr/>
            </a:pP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def </a:t>
            </a:r>
            <a:r>
              <a:rPr lang="en-AU" altLang="zh-CN" sz="1100" dirty="0" err="1">
                <a:latin typeface="JetBrains Mono" panose="020B0509020102050004" pitchFamily="49" charset="77"/>
              </a:rPr>
              <a:t>drawSpiderWeb</a:t>
            </a:r>
            <a:r>
              <a:rPr lang="en-AU" altLang="zh-CN" sz="1100" dirty="0">
                <a:latin typeface="JetBrains Mono" panose="020B0509020102050004" pitchFamily="49" charset="77"/>
              </a:rPr>
              <a:t>(layers):   </a:t>
            </a:r>
          </a:p>
          <a:p>
            <a:pPr lvl="0">
              <a:spcBef>
                <a:spcPts val="450"/>
              </a:spcBef>
              <a:defRPr/>
            </a:pPr>
            <a:r>
              <a:rPr lang="en-AU" altLang="zh-CN" sz="1100" dirty="0">
                <a:latin typeface="JetBrains Mono" panose="020B0509020102050004" pitchFamily="49" charset="77"/>
              </a:rPr>
              <a:t>   for threads in range(8):</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spider.forward</a:t>
            </a:r>
            <a:r>
              <a:rPr lang="en-AU" altLang="zh-CN" sz="1100" dirty="0">
                <a:latin typeface="JetBrains Mono" panose="020B0509020102050004" pitchFamily="49" charset="77"/>
              </a:rPr>
              <a:t>(12*3*layers</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20)</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spider.back</a:t>
            </a:r>
            <a:r>
              <a:rPr lang="en-AU" altLang="zh-CN" sz="1100" dirty="0">
                <a:latin typeface="JetBrains Mono" panose="020B0509020102050004" pitchFamily="49" charset="77"/>
              </a:rPr>
              <a:t>(12*3*layers</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20)</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spider.left</a:t>
            </a:r>
            <a:r>
              <a:rPr lang="en-AU" altLang="zh-CN" sz="1100" dirty="0">
                <a:latin typeface="JetBrains Mono" panose="020B0509020102050004" pitchFamily="49" charset="77"/>
              </a:rPr>
              <a:t>(45)</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spider.speed</a:t>
            </a:r>
            <a:r>
              <a:rPr lang="en-AU" altLang="zh-CN" sz="1100" dirty="0">
                <a:latin typeface="JetBrains Mono" panose="020B0509020102050004" pitchFamily="49" charset="77"/>
              </a:rPr>
              <a:t>(1)</a:t>
            </a:r>
          </a:p>
          <a:p>
            <a:pPr lvl="0">
              <a:spcBef>
                <a:spcPts val="450"/>
              </a:spcBef>
              <a:defRPr/>
            </a:pPr>
            <a:r>
              <a:rPr lang="en-AU" altLang="zh-CN" sz="1100" dirty="0">
                <a:latin typeface="JetBrains Mono" panose="020B0509020102050004" pitchFamily="49" charset="77"/>
              </a:rPr>
              <a:t>   for </a:t>
            </a:r>
            <a:r>
              <a:rPr lang="en-AU" altLang="zh-CN" sz="1100" dirty="0" err="1">
                <a:latin typeface="JetBrains Mono" panose="020B0509020102050004" pitchFamily="49" charset="77"/>
              </a:rPr>
              <a:t>i</a:t>
            </a:r>
            <a:r>
              <a:rPr lang="en-AU" altLang="zh-CN" sz="1100" dirty="0">
                <a:latin typeface="JetBrains Mono" panose="020B0509020102050004" pitchFamily="49" charset="77"/>
              </a:rPr>
              <a:t> in range(1,</a:t>
            </a:r>
            <a:r>
              <a:rPr lang="zh-CN" altLang="en-US" sz="1100" dirty="0">
                <a:latin typeface="JetBrains Mono" panose="020B0509020102050004" pitchFamily="49" charset="77"/>
              </a:rPr>
              <a:t> </a:t>
            </a:r>
            <a:r>
              <a:rPr lang="en-AU" altLang="zh-CN" sz="1100" dirty="0">
                <a:latin typeface="JetBrains Mono" panose="020B0509020102050004" pitchFamily="49" charset="77"/>
              </a:rPr>
              <a:t>layers+1):</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spider.backward</a:t>
            </a:r>
            <a:r>
              <a:rPr lang="en-AU" altLang="zh-CN" sz="1100" dirty="0">
                <a:latin typeface="JetBrains Mono" panose="020B0509020102050004" pitchFamily="49" charset="77"/>
              </a:rPr>
              <a:t>(12</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3)</a:t>
            </a:r>
          </a:p>
          <a:p>
            <a:pPr lvl="0">
              <a:spcBef>
                <a:spcPts val="450"/>
              </a:spcBef>
              <a:defRPr/>
            </a:pPr>
            <a:r>
              <a:rPr lang="en-AU" altLang="zh-CN" sz="1100" dirty="0">
                <a:latin typeface="JetBrains Mono" panose="020B0509020102050004" pitchFamily="49" charset="77"/>
              </a:rPr>
              <a:t>      for j in range(8):</a:t>
            </a: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drawArc</a:t>
            </a:r>
            <a:r>
              <a:rPr lang="en-AU" altLang="zh-CN" sz="1100" dirty="0">
                <a:latin typeface="JetBrains Mono" panose="020B0509020102050004" pitchFamily="49" charset="77"/>
              </a:rPr>
              <a:t>(5*3*</a:t>
            </a:r>
            <a:r>
              <a:rPr lang="en-US" altLang="zh-CN" sz="1100" dirty="0" err="1">
                <a:latin typeface="JetBrains Mono" panose="020B0509020102050004" pitchFamily="49" charset="77"/>
              </a:rPr>
              <a:t>i</a:t>
            </a:r>
            <a:r>
              <a:rPr lang="zh-CN" altLang="en-US" sz="1100" dirty="0">
                <a:latin typeface="JetBrains Mono" panose="020B0509020102050004" pitchFamily="49" charset="77"/>
              </a:rPr>
              <a:t> </a:t>
            </a:r>
            <a:r>
              <a:rPr lang="en-AU" altLang="zh-CN" sz="1100" dirty="0">
                <a:latin typeface="JetBrains Mono" panose="020B0509020102050004" pitchFamily="49" charset="77"/>
              </a:rPr>
              <a:t>,90</a:t>
            </a:r>
            <a:r>
              <a:rPr lang="zh-CN" altLang="en-US" sz="1100" dirty="0">
                <a:latin typeface="JetBrains Mono" panose="020B0509020102050004" pitchFamily="49" charset="77"/>
              </a:rPr>
              <a:t> </a:t>
            </a:r>
            <a:r>
              <a:rPr lang="en-AU" altLang="zh-CN" sz="1100" dirty="0">
                <a:latin typeface="JetBrains Mono" panose="020B0509020102050004" pitchFamily="49" charset="77"/>
              </a:rPr>
              <a:t>+</a:t>
            </a:r>
            <a:r>
              <a:rPr lang="zh-CN" altLang="en-US" sz="1100" dirty="0">
                <a:latin typeface="JetBrains Mono" panose="020B0509020102050004" pitchFamily="49" charset="77"/>
              </a:rPr>
              <a:t> </a:t>
            </a:r>
            <a:r>
              <a:rPr lang="en-AU" altLang="zh-CN" sz="1100" dirty="0">
                <a:latin typeface="JetBrains Mono" panose="020B0509020102050004" pitchFamily="49" charset="77"/>
              </a:rPr>
              <a:t>j*45,</a:t>
            </a:r>
            <a:r>
              <a:rPr lang="zh-CN" altLang="en-US" sz="1100" dirty="0">
                <a:latin typeface="JetBrains Mono" panose="020B0509020102050004" pitchFamily="49" charset="77"/>
              </a:rPr>
              <a:t> </a:t>
            </a:r>
            <a:r>
              <a:rPr lang="en-AU" altLang="zh-CN" sz="1100" dirty="0">
                <a:latin typeface="JetBrains Mono" panose="020B0509020102050004" pitchFamily="49" charset="77"/>
              </a:rPr>
              <a:t>-135)</a:t>
            </a:r>
          </a:p>
          <a:p>
            <a:pPr lvl="0">
              <a:spcBef>
                <a:spcPts val="450"/>
              </a:spcBef>
              <a:defRPr/>
            </a:pPr>
            <a:endParaRPr lang="en-AU" altLang="zh-CN" sz="1100" dirty="0">
              <a:latin typeface="JetBrains Mono" panose="020B0509020102050004" pitchFamily="49" charset="77"/>
            </a:endParaRPr>
          </a:p>
          <a:p>
            <a:pPr lvl="0">
              <a:spcBef>
                <a:spcPts val="450"/>
              </a:spcBef>
              <a:defRPr/>
            </a:pPr>
            <a:r>
              <a:rPr lang="en-AU" altLang="zh-CN" sz="1100" dirty="0">
                <a:latin typeface="JetBrains Mono" panose="020B0509020102050004" pitchFamily="49" charset="77"/>
              </a:rPr>
              <a:t>   </a:t>
            </a:r>
            <a:r>
              <a:rPr lang="en-AU" altLang="zh-CN" sz="1100" dirty="0" err="1">
                <a:latin typeface="JetBrains Mono" panose="020B0509020102050004" pitchFamily="49" charset="77"/>
              </a:rPr>
              <a:t>spider.hideturtle</a:t>
            </a:r>
            <a:r>
              <a:rPr lang="en-AU" altLang="zh-CN" sz="1100" dirty="0">
                <a:latin typeface="JetBrains Mono" panose="020B0509020102050004" pitchFamily="49" charset="77"/>
              </a:rPr>
              <a:t>()</a:t>
            </a:r>
          </a:p>
        </p:txBody>
      </p:sp>
    </p:spTree>
    <p:extLst>
      <p:ext uri="{BB962C8B-B14F-4D97-AF65-F5344CB8AC3E}">
        <p14:creationId xmlns:p14="http://schemas.microsoft.com/office/powerpoint/2010/main" val="1659663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368704-0B46-C9ED-0E8D-BE106146DAE2}"/>
              </a:ext>
            </a:extLst>
          </p:cNvPr>
          <p:cNvSpPr>
            <a:spLocks noGrp="1"/>
          </p:cNvSpPr>
          <p:nvPr>
            <p:ph type="title"/>
          </p:nvPr>
        </p:nvSpPr>
        <p:spPr/>
        <p:txBody>
          <a:bodyPr/>
          <a:lstStyle/>
          <a:p>
            <a:r>
              <a:rPr lang="en-US" altLang="zh-CN"/>
              <a:t>Exercises</a:t>
            </a:r>
            <a:endParaRPr lang="en-AU"/>
          </a:p>
        </p:txBody>
      </p:sp>
      <p:sp>
        <p:nvSpPr>
          <p:cNvPr id="3" name="Picture Placeholder 2">
            <a:extLst>
              <a:ext uri="{FF2B5EF4-FFF2-40B4-BE49-F238E27FC236}">
                <a16:creationId xmlns:a16="http://schemas.microsoft.com/office/drawing/2014/main" id="{D1F58BCF-B258-20B6-A78B-5E9D26E7F4B9}"/>
              </a:ext>
            </a:extLst>
          </p:cNvPr>
          <p:cNvSpPr>
            <a:spLocks noGrp="1"/>
          </p:cNvSpPr>
          <p:nvPr>
            <p:ph type="pic" sz="quarter" idx="10"/>
          </p:nvPr>
        </p:nvSpPr>
        <p:spPr/>
        <p:txBody>
          <a:bodyPr/>
          <a:lstStyle/>
          <a:p>
            <a:endParaRPr lang="en-AU"/>
          </a:p>
        </p:txBody>
      </p:sp>
    </p:spTree>
    <p:extLst>
      <p:ext uri="{BB962C8B-B14F-4D97-AF65-F5344CB8AC3E}">
        <p14:creationId xmlns:p14="http://schemas.microsoft.com/office/powerpoint/2010/main" val="50942672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EBF09-BC6C-A5A7-6068-93C5020B88E1}"/>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963F2E24-FD1A-CC22-E82E-C6CA3CB1BB8D}"/>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Week 10 problem 1</a:t>
            </a:r>
            <a:endParaRPr lang="en-AU" dirty="0"/>
          </a:p>
        </p:txBody>
      </p:sp>
      <p:sp>
        <p:nvSpPr>
          <p:cNvPr id="2" name="Text Placeholder 3">
            <a:extLst>
              <a:ext uri="{FF2B5EF4-FFF2-40B4-BE49-F238E27FC236}">
                <a16:creationId xmlns:a16="http://schemas.microsoft.com/office/drawing/2014/main" id="{D1D80888-D000-36FF-D6F1-43DE955C761E}"/>
              </a:ext>
            </a:extLst>
          </p:cNvPr>
          <p:cNvSpPr txBox="1">
            <a:spLocks/>
          </p:cNvSpPr>
          <p:nvPr/>
        </p:nvSpPr>
        <p:spPr>
          <a:xfrm>
            <a:off x="359998" y="1260000"/>
            <a:ext cx="7920000"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l" fontAlgn="base">
              <a:buNone/>
            </a:pPr>
            <a:r>
              <a:rPr lang="en-US" altLang="zh-CN" sz="2800" b="1" i="0" dirty="0">
                <a:solidFill>
                  <a:srgbClr val="002060"/>
                </a:solidFill>
                <a:effectLst/>
              </a:rPr>
              <a:t>Street</a:t>
            </a:r>
            <a:r>
              <a:rPr lang="zh-CN" altLang="en-US" sz="2800" b="1" i="0" dirty="0">
                <a:solidFill>
                  <a:srgbClr val="002060"/>
                </a:solidFill>
                <a:effectLst/>
              </a:rPr>
              <a:t> </a:t>
            </a:r>
            <a:r>
              <a:rPr lang="en-US" altLang="zh-CN" sz="2800" b="1" i="0" dirty="0">
                <a:solidFill>
                  <a:srgbClr val="002060"/>
                </a:solidFill>
                <a:effectLst/>
              </a:rPr>
              <a:t>Construction</a:t>
            </a:r>
            <a:r>
              <a:rPr lang="zh-CN" altLang="en-US" sz="2800" b="1" i="0" dirty="0">
                <a:solidFill>
                  <a:srgbClr val="002060"/>
                </a:solidFill>
                <a:effectLst/>
              </a:rPr>
              <a:t> </a:t>
            </a:r>
            <a:r>
              <a:rPr lang="en-US" altLang="zh-CN" sz="2800" b="1" i="0" dirty="0">
                <a:solidFill>
                  <a:srgbClr val="002060"/>
                </a:solidFill>
                <a:effectLst/>
              </a:rPr>
              <a:t>Extension</a:t>
            </a:r>
            <a:r>
              <a:rPr lang="en-AU" sz="2800" b="1" i="0" dirty="0">
                <a:solidFill>
                  <a:srgbClr val="002060"/>
                </a:solidFill>
                <a:effectLst/>
              </a:rPr>
              <a:t>: </a:t>
            </a:r>
            <a:r>
              <a:rPr lang="en-US" altLang="zh-CN" sz="2800" b="1" i="0" dirty="0">
                <a:solidFill>
                  <a:srgbClr val="002060"/>
                </a:solidFill>
                <a:effectLst/>
              </a:rPr>
              <a:t>Fountain</a:t>
            </a:r>
            <a:r>
              <a:rPr lang="zh-CN" altLang="en-US" sz="2800" b="1" i="0" dirty="0">
                <a:solidFill>
                  <a:srgbClr val="002060"/>
                </a:solidFill>
                <a:effectLst/>
              </a:rPr>
              <a:t> </a:t>
            </a:r>
            <a:r>
              <a:rPr lang="en-US" altLang="zh-CN" sz="2800" b="1" i="0" dirty="0">
                <a:solidFill>
                  <a:srgbClr val="002060"/>
                </a:solidFill>
                <a:effectLst/>
              </a:rPr>
              <a:t>Ring</a:t>
            </a:r>
            <a:endParaRPr lang="en-AU" sz="2800" b="1" i="0" dirty="0">
              <a:solidFill>
                <a:srgbClr val="002060"/>
              </a:solidFill>
              <a:effectLst/>
            </a:endParaRPr>
          </a:p>
          <a:p>
            <a:pPr fontAlgn="base"/>
            <a:r>
              <a:rPr lang="en-GB" sz="2000" dirty="0">
                <a:solidFill>
                  <a:srgbClr val="002060"/>
                </a:solidFill>
              </a:rPr>
              <a:t>The </a:t>
            </a:r>
            <a:r>
              <a:rPr lang="en-US" altLang="zh-CN" sz="2000" dirty="0">
                <a:solidFill>
                  <a:srgbClr val="002060"/>
                </a:solidFill>
              </a:rPr>
              <a:t>Epping</a:t>
            </a:r>
            <a:r>
              <a:rPr lang="en-GB" sz="2000" dirty="0">
                <a:solidFill>
                  <a:srgbClr val="002060"/>
                </a:solidFill>
              </a:rPr>
              <a:t> </a:t>
            </a:r>
            <a:r>
              <a:rPr lang="en-US" altLang="zh-CN" sz="2000" dirty="0">
                <a:solidFill>
                  <a:srgbClr val="002060"/>
                </a:solidFill>
              </a:rPr>
              <a:t>Gardens</a:t>
            </a:r>
            <a:r>
              <a:rPr lang="zh-CN" altLang="en-US" sz="2000" dirty="0">
                <a:solidFill>
                  <a:srgbClr val="002060"/>
                </a:solidFill>
              </a:rPr>
              <a:t> </a:t>
            </a:r>
            <a:r>
              <a:rPr lang="en-GB" sz="2000" dirty="0">
                <a:solidFill>
                  <a:srgbClr val="002060"/>
                </a:solidFill>
              </a:rPr>
              <a:t>are famous for their Great Circular Path. The path is</a:t>
            </a:r>
            <a:r>
              <a:rPr lang="zh-CN" altLang="en-US" sz="2000" dirty="0">
                <a:solidFill>
                  <a:srgbClr val="002060"/>
                </a:solidFill>
              </a:rPr>
              <a:t> </a:t>
            </a:r>
            <a:r>
              <a:rPr lang="en-GB" sz="2000" dirty="0">
                <a:solidFill>
                  <a:srgbClr val="002060"/>
                </a:solidFill>
              </a:rPr>
              <a:t>divided into </a:t>
            </a:r>
            <a:r>
              <a:rPr lang="en-GB" sz="2000" i="1" dirty="0">
                <a:solidFill>
                  <a:srgbClr val="002060"/>
                </a:solidFill>
              </a:rPr>
              <a:t>N</a:t>
            </a:r>
            <a:r>
              <a:rPr lang="en-GB" sz="2000" dirty="0">
                <a:solidFill>
                  <a:srgbClr val="002060"/>
                </a:solidFill>
              </a:rPr>
              <a:t> evenly sized segments arranged in a circle, so segment 1 neighbours</a:t>
            </a:r>
            <a:r>
              <a:rPr lang="zh-CN" altLang="en-US" sz="2000" dirty="0">
                <a:solidFill>
                  <a:srgbClr val="002060"/>
                </a:solidFill>
              </a:rPr>
              <a:t> </a:t>
            </a:r>
            <a:r>
              <a:rPr lang="en-GB" sz="2000" dirty="0">
                <a:solidFill>
                  <a:srgbClr val="002060"/>
                </a:solidFill>
              </a:rPr>
              <a:t>segment 2, segment 2</a:t>
            </a:r>
            <a:r>
              <a:rPr lang="zh-CN" altLang="en-US" sz="2000" dirty="0">
                <a:solidFill>
                  <a:srgbClr val="002060"/>
                </a:solidFill>
              </a:rPr>
              <a:t> </a:t>
            </a:r>
            <a:r>
              <a:rPr lang="en-GB" sz="2000" dirty="0">
                <a:solidFill>
                  <a:srgbClr val="002060"/>
                </a:solidFill>
              </a:rPr>
              <a:t>neighbours segment 3, and so on — and segment </a:t>
            </a:r>
            <a:r>
              <a:rPr lang="en-GB" sz="2000" i="1" dirty="0">
                <a:solidFill>
                  <a:srgbClr val="002060"/>
                </a:solidFill>
              </a:rPr>
              <a:t>N</a:t>
            </a:r>
            <a:r>
              <a:rPr lang="en-GB" sz="2000" dirty="0">
                <a:solidFill>
                  <a:srgbClr val="002060"/>
                </a:solidFill>
              </a:rPr>
              <a:t> neighbours segment 1</a:t>
            </a:r>
            <a:r>
              <a:rPr lang="en-US" altLang="zh-CN" sz="2000" dirty="0">
                <a:solidFill>
                  <a:srgbClr val="002060"/>
                </a:solidFill>
              </a:rPr>
              <a:t>a</a:t>
            </a:r>
            <a:r>
              <a:rPr lang="en-GB" sz="2000" dirty="0">
                <a:solidFill>
                  <a:srgbClr val="002060"/>
                </a:solidFill>
              </a:rPr>
              <a:t>gain.</a:t>
            </a:r>
          </a:p>
          <a:p>
            <a:pPr fontAlgn="base"/>
            <a:r>
              <a:rPr lang="en-US" altLang="zh-CN" sz="2000" dirty="0">
                <a:solidFill>
                  <a:srgbClr val="002060"/>
                </a:solidFill>
              </a:rPr>
              <a:t>In</a:t>
            </a:r>
            <a:r>
              <a:rPr lang="zh-CN" altLang="en-US" sz="2000" dirty="0">
                <a:solidFill>
                  <a:srgbClr val="002060"/>
                </a:solidFill>
              </a:rPr>
              <a:t> </a:t>
            </a:r>
            <a:r>
              <a:rPr lang="en-US" altLang="zh-CN" sz="2000" dirty="0">
                <a:solidFill>
                  <a:srgbClr val="002060"/>
                </a:solidFill>
              </a:rPr>
              <a:t>e</a:t>
            </a:r>
            <a:r>
              <a:rPr lang="en-GB" sz="2000" dirty="0">
                <a:solidFill>
                  <a:srgbClr val="002060"/>
                </a:solidFill>
              </a:rPr>
              <a:t>ach segment </a:t>
            </a:r>
            <a:r>
              <a:rPr lang="en-US" altLang="zh-CN" sz="2000" dirty="0">
                <a:solidFill>
                  <a:srgbClr val="002060"/>
                </a:solidFill>
              </a:rPr>
              <a:t>they</a:t>
            </a:r>
            <a:r>
              <a:rPr lang="zh-CN" altLang="en-US" sz="2000" dirty="0">
                <a:solidFill>
                  <a:srgbClr val="002060"/>
                </a:solidFill>
              </a:rPr>
              <a:t> </a:t>
            </a:r>
            <a:r>
              <a:rPr lang="en-GB" sz="2000" dirty="0">
                <a:solidFill>
                  <a:srgbClr val="002060"/>
                </a:solidFill>
              </a:rPr>
              <a:t>will </a:t>
            </a:r>
            <a:r>
              <a:rPr lang="en-US" altLang="zh-CN" sz="2000" dirty="0">
                <a:solidFill>
                  <a:srgbClr val="002060"/>
                </a:solidFill>
              </a:rPr>
              <a:t>p</a:t>
            </a:r>
            <a:r>
              <a:rPr lang="en-GB" sz="2000" dirty="0">
                <a:solidFill>
                  <a:srgbClr val="002060"/>
                </a:solidFill>
              </a:rPr>
              <a:t>lant a hedge, except for </a:t>
            </a:r>
            <a:r>
              <a:rPr lang="en-GB" sz="2000" i="1" dirty="0">
                <a:solidFill>
                  <a:srgbClr val="002060"/>
                </a:solidFill>
              </a:rPr>
              <a:t>K</a:t>
            </a:r>
            <a:r>
              <a:rPr lang="en-GB" sz="2000" dirty="0">
                <a:solidFill>
                  <a:srgbClr val="002060"/>
                </a:solidFill>
              </a:rPr>
              <a:t> segments which will instead hold a</a:t>
            </a:r>
            <a:r>
              <a:rPr lang="zh-CN" altLang="en-US" sz="2000" dirty="0">
                <a:solidFill>
                  <a:srgbClr val="002060"/>
                </a:solidFill>
              </a:rPr>
              <a:t> </a:t>
            </a:r>
            <a:r>
              <a:rPr lang="en-GB" sz="2000" dirty="0">
                <a:solidFill>
                  <a:srgbClr val="002060"/>
                </a:solidFill>
              </a:rPr>
              <a:t>drinking fountain. The gardeners </a:t>
            </a:r>
            <a:r>
              <a:rPr lang="en-US" altLang="zh-CN" sz="2000" dirty="0">
                <a:solidFill>
                  <a:srgbClr val="002060"/>
                </a:solidFill>
              </a:rPr>
              <a:t>announced</a:t>
            </a:r>
            <a:r>
              <a:rPr lang="zh-CN" altLang="en-US" sz="2000" dirty="0">
                <a:solidFill>
                  <a:srgbClr val="002060"/>
                </a:solidFill>
              </a:rPr>
              <a:t> </a:t>
            </a:r>
            <a:r>
              <a:rPr lang="en-US" altLang="zh-CN" sz="2000" dirty="0">
                <a:solidFill>
                  <a:srgbClr val="002060"/>
                </a:solidFill>
              </a:rPr>
              <a:t>that</a:t>
            </a:r>
            <a:r>
              <a:rPr lang="zh-CN" altLang="en-US" sz="2000" dirty="0">
                <a:solidFill>
                  <a:srgbClr val="002060"/>
                </a:solidFill>
              </a:rPr>
              <a:t> </a:t>
            </a:r>
            <a:r>
              <a:rPr lang="en-US" altLang="zh-CN" sz="2000" dirty="0">
                <a:solidFill>
                  <a:srgbClr val="002060"/>
                </a:solidFill>
              </a:rPr>
              <a:t>no</a:t>
            </a:r>
            <a:r>
              <a:rPr lang="zh-CN" altLang="en-US" sz="2000" dirty="0">
                <a:solidFill>
                  <a:srgbClr val="002060"/>
                </a:solidFill>
              </a:rPr>
              <a:t> </a:t>
            </a:r>
            <a:r>
              <a:rPr lang="en-US" altLang="zh-CN" sz="2000" dirty="0">
                <a:solidFill>
                  <a:srgbClr val="002060"/>
                </a:solidFill>
              </a:rPr>
              <a:t>one</a:t>
            </a:r>
            <a:r>
              <a:rPr lang="zh-CN" altLang="en-US" sz="2000" dirty="0">
                <a:solidFill>
                  <a:srgbClr val="002060"/>
                </a:solidFill>
              </a:rPr>
              <a:t> </a:t>
            </a:r>
            <a:r>
              <a:rPr lang="en-US" altLang="zh-CN" sz="2000" dirty="0">
                <a:solidFill>
                  <a:srgbClr val="002060"/>
                </a:solidFill>
              </a:rPr>
              <a:t>needs</a:t>
            </a:r>
            <a:r>
              <a:rPr lang="zh-CN" altLang="en-US" sz="2000" dirty="0">
                <a:solidFill>
                  <a:srgbClr val="002060"/>
                </a:solidFill>
              </a:rPr>
              <a:t> </a:t>
            </a:r>
            <a:r>
              <a:rPr lang="en-US" altLang="zh-CN" sz="2000" dirty="0">
                <a:solidFill>
                  <a:srgbClr val="002060"/>
                </a:solidFill>
              </a:rPr>
              <a:t>to</a:t>
            </a:r>
            <a:r>
              <a:rPr lang="zh-CN" altLang="en-US" sz="2000" dirty="0">
                <a:solidFill>
                  <a:srgbClr val="002060"/>
                </a:solidFill>
              </a:rPr>
              <a:t> </a:t>
            </a:r>
            <a:r>
              <a:rPr lang="en-US" altLang="zh-CN" sz="2000" dirty="0">
                <a:solidFill>
                  <a:srgbClr val="002060"/>
                </a:solidFill>
              </a:rPr>
              <a:t>walk</a:t>
            </a:r>
            <a:r>
              <a:rPr lang="zh-CN" altLang="en-US" sz="2000" dirty="0">
                <a:solidFill>
                  <a:srgbClr val="002060"/>
                </a:solidFill>
              </a:rPr>
              <a:t> </a:t>
            </a:r>
            <a:r>
              <a:rPr lang="en-US" altLang="zh-CN" sz="2000" dirty="0">
                <a:solidFill>
                  <a:srgbClr val="002060"/>
                </a:solidFill>
              </a:rPr>
              <a:t>any</a:t>
            </a:r>
            <a:r>
              <a:rPr lang="zh-CN" altLang="en-US" sz="2000" dirty="0">
                <a:solidFill>
                  <a:srgbClr val="002060"/>
                </a:solidFill>
              </a:rPr>
              <a:t> </a:t>
            </a:r>
            <a:r>
              <a:rPr lang="en-US" altLang="zh-CN" sz="2000" dirty="0">
                <a:solidFill>
                  <a:srgbClr val="002060"/>
                </a:solidFill>
              </a:rPr>
              <a:t>extra</a:t>
            </a:r>
            <a:r>
              <a:rPr lang="zh-CN" altLang="en-US" sz="2000" dirty="0">
                <a:solidFill>
                  <a:srgbClr val="002060"/>
                </a:solidFill>
              </a:rPr>
              <a:t> </a:t>
            </a:r>
            <a:r>
              <a:rPr lang="en-US" altLang="zh-CN" sz="2000" dirty="0">
                <a:solidFill>
                  <a:srgbClr val="002060"/>
                </a:solidFill>
              </a:rPr>
              <a:t>hedge</a:t>
            </a:r>
            <a:r>
              <a:rPr lang="zh-CN" altLang="en-US" sz="2000" dirty="0">
                <a:solidFill>
                  <a:srgbClr val="002060"/>
                </a:solidFill>
              </a:rPr>
              <a:t> </a:t>
            </a:r>
            <a:r>
              <a:rPr lang="en-US" altLang="zh-CN" sz="2000" dirty="0">
                <a:solidFill>
                  <a:srgbClr val="002060"/>
                </a:solidFill>
              </a:rPr>
              <a:t>even</a:t>
            </a:r>
            <a:r>
              <a:rPr lang="zh-CN" altLang="en-US" sz="2000" dirty="0">
                <a:solidFill>
                  <a:srgbClr val="002060"/>
                </a:solidFill>
              </a:rPr>
              <a:t> </a:t>
            </a:r>
            <a:r>
              <a:rPr lang="en-US" altLang="zh-CN" sz="2000" dirty="0">
                <a:solidFill>
                  <a:srgbClr val="002060"/>
                </a:solidFill>
              </a:rPr>
              <a:t>in</a:t>
            </a:r>
            <a:r>
              <a:rPr lang="zh-CN" altLang="en-US" sz="2000" dirty="0">
                <a:solidFill>
                  <a:srgbClr val="002060"/>
                </a:solidFill>
              </a:rPr>
              <a:t> </a:t>
            </a:r>
            <a:r>
              <a:rPr lang="en-US" altLang="zh-CN" sz="2000" dirty="0">
                <a:solidFill>
                  <a:srgbClr val="002060"/>
                </a:solidFill>
              </a:rPr>
              <a:t>the</a:t>
            </a:r>
            <a:r>
              <a:rPr lang="zh-CN" altLang="en-US" sz="2000" dirty="0">
                <a:solidFill>
                  <a:srgbClr val="002060"/>
                </a:solidFill>
              </a:rPr>
              <a:t> </a:t>
            </a:r>
            <a:r>
              <a:rPr lang="en-US" altLang="zh-CN" sz="2000" dirty="0">
                <a:solidFill>
                  <a:srgbClr val="002060"/>
                </a:solidFill>
              </a:rPr>
              <a:t>worst</a:t>
            </a:r>
            <a:r>
              <a:rPr lang="zh-CN" altLang="en-US" sz="2000" dirty="0">
                <a:solidFill>
                  <a:srgbClr val="002060"/>
                </a:solidFill>
              </a:rPr>
              <a:t> </a:t>
            </a:r>
            <a:r>
              <a:rPr lang="en-US" altLang="zh-CN" sz="2000" dirty="0">
                <a:solidFill>
                  <a:srgbClr val="002060"/>
                </a:solidFill>
              </a:rPr>
              <a:t>case,</a:t>
            </a:r>
            <a:r>
              <a:rPr lang="zh-CN" altLang="en-US" sz="2000" dirty="0">
                <a:solidFill>
                  <a:srgbClr val="002060"/>
                </a:solidFill>
              </a:rPr>
              <a:t> </a:t>
            </a:r>
            <a:r>
              <a:rPr lang="en-US" altLang="zh-CN" sz="2000" dirty="0">
                <a:solidFill>
                  <a:srgbClr val="002060"/>
                </a:solidFill>
              </a:rPr>
              <a:t>to</a:t>
            </a:r>
            <a:r>
              <a:rPr lang="zh-CN" altLang="en-US" sz="2000" dirty="0">
                <a:solidFill>
                  <a:srgbClr val="002060"/>
                </a:solidFill>
              </a:rPr>
              <a:t> </a:t>
            </a:r>
            <a:r>
              <a:rPr lang="en-US" altLang="zh-CN" sz="2000" dirty="0">
                <a:solidFill>
                  <a:srgbClr val="002060"/>
                </a:solidFill>
              </a:rPr>
              <a:t>get</a:t>
            </a:r>
            <a:r>
              <a:rPr lang="zh-CN" altLang="en-US" sz="2000" dirty="0">
                <a:solidFill>
                  <a:srgbClr val="002060"/>
                </a:solidFill>
              </a:rPr>
              <a:t> </a:t>
            </a:r>
            <a:r>
              <a:rPr lang="en-US" altLang="zh-CN" sz="2000" dirty="0">
                <a:solidFill>
                  <a:srgbClr val="002060"/>
                </a:solidFill>
              </a:rPr>
              <a:t>from</a:t>
            </a:r>
            <a:r>
              <a:rPr lang="zh-CN" altLang="en-US" sz="2000" dirty="0">
                <a:solidFill>
                  <a:srgbClr val="002060"/>
                </a:solidFill>
              </a:rPr>
              <a:t> </a:t>
            </a:r>
            <a:r>
              <a:rPr lang="en-US" altLang="zh-CN" sz="2000" dirty="0">
                <a:solidFill>
                  <a:srgbClr val="002060"/>
                </a:solidFill>
              </a:rPr>
              <a:t>one</a:t>
            </a:r>
            <a:r>
              <a:rPr lang="zh-CN" altLang="en-US" sz="2000" dirty="0">
                <a:solidFill>
                  <a:srgbClr val="002060"/>
                </a:solidFill>
              </a:rPr>
              <a:t> </a:t>
            </a:r>
            <a:r>
              <a:rPr lang="en-US" altLang="zh-CN" sz="2000" dirty="0">
                <a:solidFill>
                  <a:srgbClr val="002060"/>
                </a:solidFill>
              </a:rPr>
              <a:t>fountain</a:t>
            </a:r>
            <a:r>
              <a:rPr lang="zh-CN" altLang="en-US" sz="2000" dirty="0">
                <a:solidFill>
                  <a:srgbClr val="002060"/>
                </a:solidFill>
              </a:rPr>
              <a:t> </a:t>
            </a:r>
            <a:r>
              <a:rPr lang="en-US" altLang="zh-CN" sz="2000" dirty="0">
                <a:solidFill>
                  <a:srgbClr val="002060"/>
                </a:solidFill>
              </a:rPr>
              <a:t>to</a:t>
            </a:r>
            <a:r>
              <a:rPr lang="zh-CN" altLang="en-US" sz="2000" dirty="0">
                <a:solidFill>
                  <a:srgbClr val="002060"/>
                </a:solidFill>
              </a:rPr>
              <a:t> </a:t>
            </a:r>
            <a:r>
              <a:rPr lang="en-US" altLang="zh-CN" sz="2000" dirty="0">
                <a:solidFill>
                  <a:srgbClr val="002060"/>
                </a:solidFill>
              </a:rPr>
              <a:t>the</a:t>
            </a:r>
            <a:r>
              <a:rPr lang="zh-CN" altLang="en-US" sz="2000" dirty="0">
                <a:solidFill>
                  <a:srgbClr val="002060"/>
                </a:solidFill>
              </a:rPr>
              <a:t> </a:t>
            </a:r>
            <a:r>
              <a:rPr lang="en-US" altLang="zh-CN" sz="2000" dirty="0">
                <a:solidFill>
                  <a:srgbClr val="002060"/>
                </a:solidFill>
              </a:rPr>
              <a:t>next</a:t>
            </a:r>
            <a:r>
              <a:rPr lang="en-GB" sz="2000" dirty="0">
                <a:solidFill>
                  <a:srgbClr val="002060"/>
                </a:solidFill>
              </a:rPr>
              <a:t>. </a:t>
            </a:r>
          </a:p>
          <a:p>
            <a:pPr fontAlgn="base"/>
            <a:r>
              <a:rPr lang="en-GB" sz="2000" dirty="0">
                <a:solidFill>
                  <a:srgbClr val="002060"/>
                </a:solidFill>
              </a:rPr>
              <a:t>Given the number of segments </a:t>
            </a:r>
            <a:r>
              <a:rPr lang="en-GB" sz="2000" i="1" dirty="0">
                <a:solidFill>
                  <a:srgbClr val="002060"/>
                </a:solidFill>
              </a:rPr>
              <a:t>N</a:t>
            </a:r>
            <a:r>
              <a:rPr lang="en-GB" sz="2000" dirty="0">
                <a:solidFill>
                  <a:srgbClr val="002060"/>
                </a:solidFill>
              </a:rPr>
              <a:t> and the number of fountains </a:t>
            </a:r>
            <a:r>
              <a:rPr lang="en-GB" sz="2000" i="1" dirty="0">
                <a:solidFill>
                  <a:srgbClr val="002060"/>
                </a:solidFill>
              </a:rPr>
              <a:t>K</a:t>
            </a:r>
            <a:r>
              <a:rPr lang="en-GB" sz="2000" dirty="0">
                <a:solidFill>
                  <a:srgbClr val="002060"/>
                </a:solidFill>
              </a:rPr>
              <a:t>, </a:t>
            </a:r>
            <a:r>
              <a:rPr lang="en-US" altLang="zh-CN" sz="2000" dirty="0">
                <a:solidFill>
                  <a:srgbClr val="002060"/>
                </a:solidFill>
              </a:rPr>
              <a:t>find</a:t>
            </a:r>
            <a:r>
              <a:rPr lang="zh-CN" altLang="en-US" sz="2000" dirty="0">
                <a:solidFill>
                  <a:srgbClr val="002060"/>
                </a:solidFill>
              </a:rPr>
              <a:t> </a:t>
            </a:r>
            <a:r>
              <a:rPr lang="en-US" altLang="zh-CN" sz="2000" dirty="0">
                <a:solidFill>
                  <a:srgbClr val="002060"/>
                </a:solidFill>
              </a:rPr>
              <a:t>out</a:t>
            </a:r>
            <a:r>
              <a:rPr lang="zh-CN" altLang="en-US" sz="2000" dirty="0">
                <a:solidFill>
                  <a:srgbClr val="002060"/>
                </a:solidFill>
              </a:rPr>
              <a:t> </a:t>
            </a:r>
            <a:r>
              <a:rPr lang="en-US" altLang="zh-CN" sz="2000" dirty="0">
                <a:solidFill>
                  <a:srgbClr val="002060"/>
                </a:solidFill>
              </a:rPr>
              <a:t>that</a:t>
            </a:r>
            <a:r>
              <a:rPr lang="zh-CN" altLang="en-US" sz="2000" dirty="0">
                <a:solidFill>
                  <a:srgbClr val="002060"/>
                </a:solidFill>
              </a:rPr>
              <a:t> </a:t>
            </a:r>
            <a:r>
              <a:rPr lang="en-US" altLang="zh-CN" sz="2000" dirty="0">
                <a:solidFill>
                  <a:srgbClr val="002060"/>
                </a:solidFill>
              </a:rPr>
              <a:t>longest</a:t>
            </a:r>
            <a:r>
              <a:rPr lang="zh-CN" altLang="en-US" sz="2000" dirty="0">
                <a:solidFill>
                  <a:srgbClr val="002060"/>
                </a:solidFill>
              </a:rPr>
              <a:t> </a:t>
            </a:r>
            <a:r>
              <a:rPr lang="en-US" altLang="zh-CN" sz="2000" dirty="0">
                <a:solidFill>
                  <a:srgbClr val="002060"/>
                </a:solidFill>
              </a:rPr>
              <a:t>walk</a:t>
            </a:r>
            <a:r>
              <a:rPr lang="zh-CN" altLang="en-US" sz="2000" dirty="0">
                <a:solidFill>
                  <a:srgbClr val="002060"/>
                </a:solidFill>
              </a:rPr>
              <a:t> </a:t>
            </a:r>
            <a:r>
              <a:rPr lang="en-US" altLang="zh-CN" sz="2000" dirty="0">
                <a:solidFill>
                  <a:srgbClr val="002060"/>
                </a:solidFill>
              </a:rPr>
              <a:t>in</a:t>
            </a:r>
            <a:r>
              <a:rPr lang="zh-CN" altLang="en-US" sz="2000" dirty="0">
                <a:solidFill>
                  <a:srgbClr val="002060"/>
                </a:solidFill>
              </a:rPr>
              <a:t> </a:t>
            </a:r>
            <a:r>
              <a:rPr lang="en-US" altLang="zh-CN" sz="2000" dirty="0">
                <a:solidFill>
                  <a:srgbClr val="002060"/>
                </a:solidFill>
              </a:rPr>
              <a:t>terms</a:t>
            </a:r>
            <a:r>
              <a:rPr lang="zh-CN" altLang="en-US" sz="2000" dirty="0">
                <a:solidFill>
                  <a:srgbClr val="002060"/>
                </a:solidFill>
              </a:rPr>
              <a:t> </a:t>
            </a:r>
            <a:r>
              <a:rPr lang="en-US" altLang="zh-CN" sz="2000" dirty="0">
                <a:solidFill>
                  <a:srgbClr val="002060"/>
                </a:solidFill>
              </a:rPr>
              <a:t>of</a:t>
            </a:r>
            <a:r>
              <a:rPr lang="zh-CN" altLang="en-US" sz="2000" dirty="0">
                <a:solidFill>
                  <a:srgbClr val="002060"/>
                </a:solidFill>
              </a:rPr>
              <a:t> </a:t>
            </a:r>
            <a:r>
              <a:rPr lang="en-US" altLang="zh-CN" sz="2000" dirty="0">
                <a:solidFill>
                  <a:srgbClr val="002060"/>
                </a:solidFill>
              </a:rPr>
              <a:t>number</a:t>
            </a:r>
            <a:r>
              <a:rPr lang="zh-CN" altLang="en-US" sz="2000" dirty="0">
                <a:solidFill>
                  <a:srgbClr val="002060"/>
                </a:solidFill>
              </a:rPr>
              <a:t> </a:t>
            </a:r>
            <a:r>
              <a:rPr lang="en-US" altLang="zh-CN" sz="2000" dirty="0">
                <a:solidFill>
                  <a:srgbClr val="002060"/>
                </a:solidFill>
              </a:rPr>
              <a:t>of</a:t>
            </a:r>
            <a:r>
              <a:rPr lang="zh-CN" altLang="en-US" sz="2000" dirty="0">
                <a:solidFill>
                  <a:srgbClr val="002060"/>
                </a:solidFill>
              </a:rPr>
              <a:t> </a:t>
            </a:r>
            <a:r>
              <a:rPr lang="en-US" altLang="zh-CN" sz="2000" dirty="0">
                <a:solidFill>
                  <a:srgbClr val="002060"/>
                </a:solidFill>
              </a:rPr>
              <a:t>hedges</a:t>
            </a:r>
            <a:r>
              <a:rPr lang="en-GB" sz="2000" dirty="0">
                <a:solidFill>
                  <a:srgbClr val="002060"/>
                </a:solidFill>
              </a:rPr>
              <a:t>.</a:t>
            </a:r>
            <a:endParaRPr lang="en-AU" sz="2000" b="0" i="0" dirty="0">
              <a:solidFill>
                <a:srgbClr val="002060"/>
              </a:solidFill>
              <a:effectLst/>
            </a:endParaRPr>
          </a:p>
        </p:txBody>
      </p:sp>
    </p:spTree>
    <p:extLst>
      <p:ext uri="{BB962C8B-B14F-4D97-AF65-F5344CB8AC3E}">
        <p14:creationId xmlns:p14="http://schemas.microsoft.com/office/powerpoint/2010/main" val="261781224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ABEE4-37B6-967B-3D35-6B90FE74C12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2CF0C3-2842-DCFB-BF4D-C444CA9B3751}"/>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Week 10 problem 2</a:t>
            </a:r>
            <a:endParaRPr lang="en-AU" dirty="0"/>
          </a:p>
        </p:txBody>
      </p:sp>
      <p:sp>
        <p:nvSpPr>
          <p:cNvPr id="2" name="Text Placeholder 3">
            <a:extLst>
              <a:ext uri="{FF2B5EF4-FFF2-40B4-BE49-F238E27FC236}">
                <a16:creationId xmlns:a16="http://schemas.microsoft.com/office/drawing/2014/main" id="{4260180E-812F-C27D-9F4A-E1101FBB38D6}"/>
              </a:ext>
            </a:extLst>
          </p:cNvPr>
          <p:cNvSpPr txBox="1">
            <a:spLocks/>
          </p:cNvSpPr>
          <p:nvPr/>
        </p:nvSpPr>
        <p:spPr>
          <a:xfrm>
            <a:off x="359998" y="1260000"/>
            <a:ext cx="7920000"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l" fontAlgn="base">
              <a:buNone/>
            </a:pPr>
            <a:r>
              <a:rPr lang="en-US" altLang="zh-CN" sz="2800" b="1" i="0" dirty="0">
                <a:solidFill>
                  <a:srgbClr val="002060"/>
                </a:solidFill>
                <a:effectLst/>
              </a:rPr>
              <a:t>Bubble</a:t>
            </a:r>
            <a:r>
              <a:rPr lang="zh-CN" altLang="en-US" sz="2800" b="1" i="0" dirty="0">
                <a:solidFill>
                  <a:srgbClr val="002060"/>
                </a:solidFill>
                <a:effectLst/>
              </a:rPr>
              <a:t> </a:t>
            </a:r>
            <a:r>
              <a:rPr lang="en-US" altLang="zh-CN" sz="2800" b="1" i="0" dirty="0">
                <a:solidFill>
                  <a:srgbClr val="002060"/>
                </a:solidFill>
                <a:effectLst/>
              </a:rPr>
              <a:t>Sort</a:t>
            </a:r>
            <a:r>
              <a:rPr lang="zh-CN" altLang="en-US" sz="2800" b="1" i="0" dirty="0">
                <a:solidFill>
                  <a:srgbClr val="002060"/>
                </a:solidFill>
                <a:effectLst/>
              </a:rPr>
              <a:t> </a:t>
            </a:r>
            <a:r>
              <a:rPr lang="en-AU" sz="2800" b="1" i="0" dirty="0">
                <a:solidFill>
                  <a:srgbClr val="002060"/>
                </a:solidFill>
                <a:effectLst/>
              </a:rPr>
              <a:t>Extension: </a:t>
            </a:r>
            <a:r>
              <a:rPr lang="en-US" altLang="zh-CN" sz="2800" b="1" i="0" dirty="0">
                <a:solidFill>
                  <a:srgbClr val="002060"/>
                </a:solidFill>
                <a:effectLst/>
              </a:rPr>
              <a:t>The</a:t>
            </a:r>
            <a:r>
              <a:rPr lang="zh-CN" altLang="en-US" sz="2800" b="1" i="0" dirty="0">
                <a:solidFill>
                  <a:srgbClr val="002060"/>
                </a:solidFill>
                <a:effectLst/>
              </a:rPr>
              <a:t> </a:t>
            </a:r>
            <a:r>
              <a:rPr lang="en-US" altLang="zh-CN" sz="2800" b="1" i="0" dirty="0">
                <a:solidFill>
                  <a:srgbClr val="002060"/>
                </a:solidFill>
                <a:effectLst/>
              </a:rPr>
              <a:t>other</a:t>
            </a:r>
            <a:r>
              <a:rPr lang="zh-CN" altLang="en-US" sz="2800" b="1" i="0" dirty="0">
                <a:solidFill>
                  <a:srgbClr val="002060"/>
                </a:solidFill>
                <a:effectLst/>
              </a:rPr>
              <a:t> </a:t>
            </a:r>
            <a:r>
              <a:rPr lang="en-US" altLang="zh-CN" sz="2800" b="1" i="0" dirty="0">
                <a:solidFill>
                  <a:srgbClr val="002060"/>
                </a:solidFill>
                <a:effectLst/>
              </a:rPr>
              <a:t>way</a:t>
            </a:r>
            <a:r>
              <a:rPr lang="zh-CN" altLang="en-US" sz="2800" b="1" i="0" dirty="0">
                <a:solidFill>
                  <a:srgbClr val="002060"/>
                </a:solidFill>
                <a:effectLst/>
              </a:rPr>
              <a:t> </a:t>
            </a:r>
            <a:r>
              <a:rPr lang="en-US" altLang="zh-CN" sz="2800" b="1" i="0" dirty="0">
                <a:solidFill>
                  <a:srgbClr val="002060"/>
                </a:solidFill>
                <a:effectLst/>
              </a:rPr>
              <a:t>round</a:t>
            </a:r>
          </a:p>
          <a:p>
            <a:pPr algn="l" fontAlgn="base">
              <a:buNone/>
            </a:pPr>
            <a:r>
              <a:rPr lang="en-US" altLang="zh-CN" sz="2000" b="0" i="0" dirty="0">
                <a:solidFill>
                  <a:srgbClr val="002060"/>
                </a:solidFill>
                <a:effectLst/>
              </a:rPr>
              <a:t>On</a:t>
            </a:r>
            <a:r>
              <a:rPr lang="zh-CN" altLang="en-US" sz="2000" b="0" i="0" dirty="0">
                <a:solidFill>
                  <a:srgbClr val="002060"/>
                </a:solidFill>
                <a:effectLst/>
              </a:rPr>
              <a:t> </a:t>
            </a:r>
            <a:r>
              <a:rPr lang="en-US" altLang="zh-CN" sz="2000" b="0" i="0" dirty="0">
                <a:solidFill>
                  <a:srgbClr val="002060"/>
                </a:solidFill>
                <a:effectLst/>
              </a:rPr>
              <a:t>planet</a:t>
            </a:r>
            <a:r>
              <a:rPr lang="zh-CN" altLang="en-US" sz="2000" b="0" i="0" dirty="0">
                <a:solidFill>
                  <a:srgbClr val="002060"/>
                </a:solidFill>
                <a:effectLst/>
              </a:rPr>
              <a:t> </a:t>
            </a:r>
            <a:r>
              <a:rPr lang="en-US" altLang="zh-CN" sz="2000" b="0" i="0" dirty="0">
                <a:solidFill>
                  <a:srgbClr val="002060"/>
                </a:solidFill>
                <a:effectLst/>
              </a:rPr>
              <a:t>Bubble</a:t>
            </a:r>
            <a:r>
              <a:rPr lang="zh-CN" altLang="en-US" sz="2000" b="0" i="0" dirty="0">
                <a:solidFill>
                  <a:srgbClr val="002060"/>
                </a:solidFill>
                <a:effectLst/>
              </a:rPr>
              <a:t> </a:t>
            </a:r>
            <a:r>
              <a:rPr lang="en-US" altLang="zh-CN" sz="2000" b="0" i="0" dirty="0">
                <a:solidFill>
                  <a:srgbClr val="002060"/>
                </a:solidFill>
                <a:effectLst/>
              </a:rPr>
              <a:t>in</a:t>
            </a:r>
            <a:r>
              <a:rPr lang="zh-CN" altLang="en-US" sz="2000" b="0" i="0" dirty="0">
                <a:solidFill>
                  <a:srgbClr val="002060"/>
                </a:solidFill>
                <a:effectLst/>
              </a:rPr>
              <a:t> </a:t>
            </a:r>
            <a:r>
              <a:rPr lang="en-US" altLang="zh-CN" sz="2000" b="0" i="0" dirty="0">
                <a:solidFill>
                  <a:srgbClr val="002060"/>
                </a:solidFill>
                <a:effectLst/>
              </a:rPr>
              <a:t>the</a:t>
            </a:r>
            <a:r>
              <a:rPr lang="zh-CN" altLang="en-US" sz="2000" b="0" i="0" dirty="0">
                <a:solidFill>
                  <a:srgbClr val="002060"/>
                </a:solidFill>
                <a:effectLst/>
              </a:rPr>
              <a:t> </a:t>
            </a:r>
            <a:r>
              <a:rPr lang="en-US" altLang="zh-CN" sz="2000" b="0" i="0" dirty="0">
                <a:solidFill>
                  <a:srgbClr val="002060"/>
                </a:solidFill>
                <a:effectLst/>
              </a:rPr>
              <a:t>Alpha</a:t>
            </a:r>
            <a:r>
              <a:rPr lang="zh-CN" altLang="en-US" sz="2000" b="0" i="0" dirty="0">
                <a:solidFill>
                  <a:srgbClr val="002060"/>
                </a:solidFill>
                <a:effectLst/>
              </a:rPr>
              <a:t> </a:t>
            </a:r>
            <a:r>
              <a:rPr lang="en-US" altLang="zh-CN" sz="2000" b="0" i="0" dirty="0">
                <a:solidFill>
                  <a:srgbClr val="002060"/>
                </a:solidFill>
                <a:effectLst/>
              </a:rPr>
              <a:t>Centauri</a:t>
            </a:r>
            <a:r>
              <a:rPr lang="zh-CN" altLang="en-US" sz="2000" b="0" i="0" dirty="0">
                <a:solidFill>
                  <a:srgbClr val="002060"/>
                </a:solidFill>
                <a:effectLst/>
              </a:rPr>
              <a:t> </a:t>
            </a:r>
            <a:r>
              <a:rPr lang="en-US" altLang="zh-CN" sz="2000" b="0" i="0" dirty="0">
                <a:solidFill>
                  <a:srgbClr val="002060"/>
                </a:solidFill>
                <a:effectLst/>
              </a:rPr>
              <a:t>system,</a:t>
            </a:r>
            <a:r>
              <a:rPr lang="zh-CN" altLang="en-US" sz="2000" b="0" i="0" dirty="0">
                <a:solidFill>
                  <a:srgbClr val="002060"/>
                </a:solidFill>
                <a:effectLst/>
              </a:rPr>
              <a:t> </a:t>
            </a:r>
            <a:r>
              <a:rPr lang="en-US" altLang="zh-CN" sz="2000" b="0" i="0" dirty="0">
                <a:solidFill>
                  <a:srgbClr val="002060"/>
                </a:solidFill>
                <a:effectLst/>
              </a:rPr>
              <a:t>gravity</a:t>
            </a:r>
            <a:r>
              <a:rPr lang="zh-CN" altLang="en-US" sz="2000" b="0" i="0" dirty="0">
                <a:solidFill>
                  <a:srgbClr val="002060"/>
                </a:solidFill>
                <a:effectLst/>
              </a:rPr>
              <a:t> </a:t>
            </a:r>
            <a:r>
              <a:rPr lang="en-US" altLang="zh-CN" sz="2000" b="0" i="0" dirty="0">
                <a:solidFill>
                  <a:srgbClr val="002060"/>
                </a:solidFill>
                <a:effectLst/>
              </a:rPr>
              <a:t>is</a:t>
            </a:r>
            <a:r>
              <a:rPr lang="zh-CN" altLang="en-US" sz="2000" b="0" i="0" dirty="0">
                <a:solidFill>
                  <a:srgbClr val="002060"/>
                </a:solidFill>
                <a:effectLst/>
              </a:rPr>
              <a:t> </a:t>
            </a:r>
            <a:r>
              <a:rPr lang="en-US" altLang="zh-CN" sz="2000" b="0" i="0" dirty="0">
                <a:solidFill>
                  <a:srgbClr val="002060"/>
                </a:solidFill>
                <a:effectLst/>
              </a:rPr>
              <a:t>the</a:t>
            </a:r>
            <a:r>
              <a:rPr lang="zh-CN" altLang="en-US" sz="2000" b="0" i="0" dirty="0">
                <a:solidFill>
                  <a:srgbClr val="002060"/>
                </a:solidFill>
                <a:effectLst/>
              </a:rPr>
              <a:t> </a:t>
            </a:r>
            <a:r>
              <a:rPr lang="en-US" altLang="zh-CN" sz="2000" b="0" i="0" dirty="0">
                <a:solidFill>
                  <a:srgbClr val="002060"/>
                </a:solidFill>
                <a:effectLst/>
              </a:rPr>
              <a:t>other</a:t>
            </a:r>
            <a:r>
              <a:rPr lang="zh-CN" altLang="en-US" sz="2000" b="0" i="0" dirty="0">
                <a:solidFill>
                  <a:srgbClr val="002060"/>
                </a:solidFill>
                <a:effectLst/>
              </a:rPr>
              <a:t> </a:t>
            </a:r>
            <a:r>
              <a:rPr lang="en-US" altLang="zh-CN" sz="2000" b="0" i="0" dirty="0">
                <a:solidFill>
                  <a:srgbClr val="002060"/>
                </a:solidFill>
                <a:effectLst/>
              </a:rPr>
              <a:t>way</a:t>
            </a:r>
            <a:r>
              <a:rPr lang="zh-CN" altLang="en-US" sz="2000" b="0" i="0" dirty="0">
                <a:solidFill>
                  <a:srgbClr val="002060"/>
                </a:solidFill>
                <a:effectLst/>
              </a:rPr>
              <a:t> </a:t>
            </a:r>
            <a:r>
              <a:rPr lang="en-US" altLang="zh-CN" sz="2000" b="0" i="0" dirty="0">
                <a:solidFill>
                  <a:srgbClr val="002060"/>
                </a:solidFill>
                <a:effectLst/>
              </a:rPr>
              <a:t>round:</a:t>
            </a:r>
            <a:r>
              <a:rPr lang="zh-CN" altLang="en-US" sz="2000" b="0" i="0" dirty="0">
                <a:solidFill>
                  <a:srgbClr val="002060"/>
                </a:solidFill>
                <a:effectLst/>
              </a:rPr>
              <a:t> </a:t>
            </a:r>
            <a:r>
              <a:rPr lang="en-US" altLang="zh-CN" sz="2000" b="0" i="0" dirty="0">
                <a:solidFill>
                  <a:srgbClr val="002060"/>
                </a:solidFill>
                <a:effectLst/>
              </a:rPr>
              <a:t>it</a:t>
            </a:r>
            <a:r>
              <a:rPr lang="zh-CN" altLang="en-US" sz="2000" b="0" i="0" dirty="0">
                <a:solidFill>
                  <a:srgbClr val="002060"/>
                </a:solidFill>
                <a:effectLst/>
              </a:rPr>
              <a:t> </a:t>
            </a:r>
            <a:r>
              <a:rPr lang="en-US" altLang="zh-CN" sz="2000" b="0" i="0" dirty="0">
                <a:solidFill>
                  <a:srgbClr val="002060"/>
                </a:solidFill>
                <a:effectLst/>
              </a:rPr>
              <a:t>pushes</a:t>
            </a:r>
            <a:r>
              <a:rPr lang="zh-CN" altLang="en-US" sz="2000" b="0" i="0" dirty="0">
                <a:solidFill>
                  <a:srgbClr val="002060"/>
                </a:solidFill>
                <a:effectLst/>
              </a:rPr>
              <a:t> </a:t>
            </a:r>
            <a:r>
              <a:rPr lang="en-US" altLang="zh-CN" sz="2000" b="0" i="0" dirty="0">
                <a:solidFill>
                  <a:srgbClr val="002060"/>
                </a:solidFill>
                <a:effectLst/>
              </a:rPr>
              <a:t>things</a:t>
            </a:r>
            <a:r>
              <a:rPr lang="zh-CN" altLang="en-US" sz="2000" b="0" i="0" dirty="0">
                <a:solidFill>
                  <a:srgbClr val="002060"/>
                </a:solidFill>
                <a:effectLst/>
              </a:rPr>
              <a:t> </a:t>
            </a:r>
            <a:r>
              <a:rPr lang="en-US" altLang="zh-CN" sz="2000" b="0" i="0" dirty="0">
                <a:solidFill>
                  <a:srgbClr val="002060"/>
                </a:solidFill>
                <a:effectLst/>
              </a:rPr>
              <a:t>from</a:t>
            </a:r>
            <a:r>
              <a:rPr lang="zh-CN" altLang="en-US" sz="2000" b="0" i="0" dirty="0">
                <a:solidFill>
                  <a:srgbClr val="002060"/>
                </a:solidFill>
                <a:effectLst/>
              </a:rPr>
              <a:t> </a:t>
            </a:r>
            <a:r>
              <a:rPr lang="en-US" altLang="zh-CN" sz="2000" b="0" i="0" dirty="0">
                <a:solidFill>
                  <a:srgbClr val="002060"/>
                </a:solidFill>
                <a:effectLst/>
              </a:rPr>
              <a:t>the</a:t>
            </a:r>
            <a:r>
              <a:rPr lang="zh-CN" altLang="en-US" sz="2000" b="0" i="0" dirty="0">
                <a:solidFill>
                  <a:srgbClr val="002060"/>
                </a:solidFill>
                <a:effectLst/>
              </a:rPr>
              <a:t> </a:t>
            </a:r>
            <a:r>
              <a:rPr lang="en-US" altLang="zh-CN" sz="2000" b="0" i="0" dirty="0">
                <a:solidFill>
                  <a:srgbClr val="002060"/>
                </a:solidFill>
                <a:effectLst/>
              </a:rPr>
              <a:t>surface</a:t>
            </a:r>
            <a:r>
              <a:rPr lang="zh-CN" altLang="en-US" sz="2000" b="0" i="0" dirty="0">
                <a:solidFill>
                  <a:srgbClr val="002060"/>
                </a:solidFill>
                <a:effectLst/>
              </a:rPr>
              <a:t> </a:t>
            </a:r>
            <a:r>
              <a:rPr lang="en-US" altLang="zh-CN" sz="2000" b="0" i="0" dirty="0">
                <a:solidFill>
                  <a:srgbClr val="002060"/>
                </a:solidFill>
                <a:effectLst/>
              </a:rPr>
              <a:t>instead</a:t>
            </a:r>
            <a:r>
              <a:rPr lang="zh-CN" altLang="en-US" sz="2000" b="0" i="0" dirty="0">
                <a:solidFill>
                  <a:srgbClr val="002060"/>
                </a:solidFill>
                <a:effectLst/>
              </a:rPr>
              <a:t> </a:t>
            </a:r>
            <a:r>
              <a:rPr lang="en-US" altLang="zh-CN" sz="2000" b="0" i="0" dirty="0">
                <a:solidFill>
                  <a:srgbClr val="002060"/>
                </a:solidFill>
                <a:effectLst/>
              </a:rPr>
              <a:t>of</a:t>
            </a:r>
            <a:r>
              <a:rPr lang="zh-CN" altLang="en-US" sz="2000" b="0" i="0" dirty="0">
                <a:solidFill>
                  <a:srgbClr val="002060"/>
                </a:solidFill>
                <a:effectLst/>
              </a:rPr>
              <a:t> </a:t>
            </a:r>
            <a:r>
              <a:rPr lang="en-US" altLang="zh-CN" sz="2000" b="0" i="0" dirty="0">
                <a:solidFill>
                  <a:srgbClr val="002060"/>
                </a:solidFill>
                <a:effectLst/>
              </a:rPr>
              <a:t>pulls</a:t>
            </a:r>
            <a:r>
              <a:rPr lang="zh-CN" altLang="en-US" sz="2000" b="0" i="0" dirty="0">
                <a:solidFill>
                  <a:srgbClr val="002060"/>
                </a:solidFill>
                <a:effectLst/>
              </a:rPr>
              <a:t> </a:t>
            </a:r>
            <a:r>
              <a:rPr lang="en-US" altLang="zh-CN" sz="2000" b="0" i="0" dirty="0">
                <a:solidFill>
                  <a:srgbClr val="002060"/>
                </a:solidFill>
                <a:effectLst/>
              </a:rPr>
              <a:t>towards</a:t>
            </a:r>
            <a:r>
              <a:rPr lang="zh-CN" altLang="en-US" sz="2000" b="0" i="0" dirty="0">
                <a:solidFill>
                  <a:srgbClr val="002060"/>
                </a:solidFill>
                <a:effectLst/>
              </a:rPr>
              <a:t> </a:t>
            </a:r>
            <a:r>
              <a:rPr lang="en-US" altLang="zh-CN" sz="2000" b="0" i="0" dirty="0">
                <a:solidFill>
                  <a:srgbClr val="002060"/>
                </a:solidFill>
                <a:effectLst/>
              </a:rPr>
              <a:t>it.</a:t>
            </a:r>
            <a:r>
              <a:rPr lang="zh-CN" altLang="en-US" sz="2000" b="0" i="0" dirty="0">
                <a:solidFill>
                  <a:srgbClr val="002060"/>
                </a:solidFill>
                <a:effectLst/>
              </a:rPr>
              <a:t> </a:t>
            </a:r>
            <a:endParaRPr lang="en-US" altLang="zh-CN" sz="2000" b="0" i="0" dirty="0">
              <a:solidFill>
                <a:srgbClr val="002060"/>
              </a:solidFill>
              <a:effectLst/>
            </a:endParaRPr>
          </a:p>
          <a:p>
            <a:pPr algn="l" fontAlgn="base">
              <a:buNone/>
            </a:pPr>
            <a:r>
              <a:rPr lang="en-US" altLang="zh-CN" sz="2000" b="0" i="0" dirty="0">
                <a:solidFill>
                  <a:srgbClr val="002060"/>
                </a:solidFill>
                <a:effectLst/>
              </a:rPr>
              <a:t>Change</a:t>
            </a:r>
            <a:r>
              <a:rPr lang="zh-CN" altLang="en-US" sz="2000" b="0" i="0" dirty="0">
                <a:solidFill>
                  <a:srgbClr val="002060"/>
                </a:solidFill>
                <a:effectLst/>
              </a:rPr>
              <a:t> </a:t>
            </a:r>
            <a:r>
              <a:rPr lang="en-US" altLang="zh-CN" sz="2000" b="0" i="0" dirty="0">
                <a:solidFill>
                  <a:srgbClr val="002060"/>
                </a:solidFill>
                <a:effectLst/>
              </a:rPr>
              <a:t>your</a:t>
            </a:r>
            <a:r>
              <a:rPr lang="zh-CN" altLang="en-US" sz="2000" b="0" i="0" dirty="0">
                <a:solidFill>
                  <a:srgbClr val="002060"/>
                </a:solidFill>
                <a:effectLst/>
              </a:rPr>
              <a:t> </a:t>
            </a:r>
            <a:r>
              <a:rPr lang="en-US" altLang="zh-CN" sz="2000" b="0" i="0" dirty="0">
                <a:solidFill>
                  <a:srgbClr val="002060"/>
                </a:solidFill>
                <a:effectLst/>
              </a:rPr>
              <a:t>bubble</a:t>
            </a:r>
            <a:r>
              <a:rPr lang="zh-CN" altLang="en-US" sz="2000" b="0" i="0" dirty="0">
                <a:solidFill>
                  <a:srgbClr val="002060"/>
                </a:solidFill>
                <a:effectLst/>
              </a:rPr>
              <a:t> </a:t>
            </a:r>
            <a:r>
              <a:rPr lang="en-US" altLang="zh-CN" sz="2000" b="0" i="0" dirty="0">
                <a:solidFill>
                  <a:srgbClr val="002060"/>
                </a:solidFill>
                <a:effectLst/>
              </a:rPr>
              <a:t>sort</a:t>
            </a:r>
            <a:r>
              <a:rPr lang="zh-CN" altLang="en-US" sz="2000" b="0" i="0" dirty="0">
                <a:solidFill>
                  <a:srgbClr val="002060"/>
                </a:solidFill>
                <a:effectLst/>
              </a:rPr>
              <a:t> </a:t>
            </a:r>
            <a:r>
              <a:rPr lang="en-US" altLang="zh-CN" sz="2000" b="0" i="0" dirty="0">
                <a:solidFill>
                  <a:srgbClr val="002060"/>
                </a:solidFill>
                <a:effectLst/>
              </a:rPr>
              <a:t>program</a:t>
            </a:r>
            <a:r>
              <a:rPr lang="zh-CN" altLang="en-US" sz="2000" b="0" i="0" dirty="0">
                <a:solidFill>
                  <a:srgbClr val="002060"/>
                </a:solidFill>
                <a:effectLst/>
              </a:rPr>
              <a:t> </a:t>
            </a:r>
            <a:r>
              <a:rPr lang="en-US" altLang="zh-CN" sz="2000" b="0" i="0" dirty="0">
                <a:solidFill>
                  <a:srgbClr val="002060"/>
                </a:solidFill>
                <a:effectLst/>
              </a:rPr>
              <a:t>to</a:t>
            </a:r>
            <a:r>
              <a:rPr lang="zh-CN" altLang="en-US" sz="2000" b="0" i="0" dirty="0">
                <a:solidFill>
                  <a:srgbClr val="002060"/>
                </a:solidFill>
                <a:effectLst/>
              </a:rPr>
              <a:t> </a:t>
            </a:r>
            <a:r>
              <a:rPr lang="en-US" altLang="zh-CN" sz="2000" b="0" i="0" dirty="0">
                <a:solidFill>
                  <a:srgbClr val="002060"/>
                </a:solidFill>
                <a:effectLst/>
              </a:rPr>
              <a:t>sort</a:t>
            </a:r>
            <a:r>
              <a:rPr lang="zh-CN" altLang="en-US" sz="2000" b="0" i="0" dirty="0">
                <a:solidFill>
                  <a:srgbClr val="002060"/>
                </a:solidFill>
                <a:effectLst/>
              </a:rPr>
              <a:t> </a:t>
            </a:r>
            <a:r>
              <a:rPr lang="en-US" altLang="zh-CN" sz="2000" b="0" i="0" dirty="0">
                <a:solidFill>
                  <a:srgbClr val="002060"/>
                </a:solidFill>
                <a:effectLst/>
              </a:rPr>
              <a:t>the</a:t>
            </a:r>
            <a:r>
              <a:rPr lang="zh-CN" altLang="en-US" sz="2000" b="0" i="0" dirty="0">
                <a:solidFill>
                  <a:srgbClr val="002060"/>
                </a:solidFill>
                <a:effectLst/>
              </a:rPr>
              <a:t> </a:t>
            </a:r>
            <a:r>
              <a:rPr lang="en-US" altLang="zh-CN" sz="2000" b="0" i="0" dirty="0">
                <a:solidFill>
                  <a:srgbClr val="002060"/>
                </a:solidFill>
                <a:effectLst/>
              </a:rPr>
              <a:t>numbers</a:t>
            </a:r>
            <a:r>
              <a:rPr lang="zh-CN" altLang="en-US" sz="2000" b="0" i="0" dirty="0">
                <a:solidFill>
                  <a:srgbClr val="002060"/>
                </a:solidFill>
                <a:effectLst/>
              </a:rPr>
              <a:t> </a:t>
            </a:r>
            <a:r>
              <a:rPr lang="en-US" altLang="zh-CN" sz="2000" b="0" i="0" dirty="0">
                <a:solidFill>
                  <a:srgbClr val="002060"/>
                </a:solidFill>
                <a:effectLst/>
              </a:rPr>
              <a:t>in</a:t>
            </a:r>
            <a:r>
              <a:rPr lang="zh-CN" altLang="en-US" sz="2000" b="0" i="0" dirty="0">
                <a:solidFill>
                  <a:srgbClr val="002060"/>
                </a:solidFill>
                <a:effectLst/>
              </a:rPr>
              <a:t> </a:t>
            </a:r>
            <a:r>
              <a:rPr lang="en-US" altLang="zh-CN" sz="2000" b="0" i="0" dirty="0">
                <a:solidFill>
                  <a:srgbClr val="002060"/>
                </a:solidFill>
                <a:effectLst/>
              </a:rPr>
              <a:t>descending</a:t>
            </a:r>
            <a:r>
              <a:rPr lang="zh-CN" altLang="en-US" sz="2000" b="0" i="0" dirty="0">
                <a:solidFill>
                  <a:srgbClr val="002060"/>
                </a:solidFill>
                <a:effectLst/>
              </a:rPr>
              <a:t> </a:t>
            </a:r>
            <a:r>
              <a:rPr lang="en-US" altLang="zh-CN" sz="2000" b="0" i="0" dirty="0">
                <a:solidFill>
                  <a:srgbClr val="002060"/>
                </a:solidFill>
                <a:effectLst/>
              </a:rPr>
              <a:t>order,</a:t>
            </a:r>
            <a:r>
              <a:rPr lang="zh-CN" altLang="en-US" sz="2000" b="0" i="0" dirty="0">
                <a:solidFill>
                  <a:srgbClr val="002060"/>
                </a:solidFill>
                <a:effectLst/>
              </a:rPr>
              <a:t> </a:t>
            </a:r>
            <a:r>
              <a:rPr lang="en-US" altLang="zh-CN" sz="2000" b="0" i="0" dirty="0">
                <a:solidFill>
                  <a:srgbClr val="002060"/>
                </a:solidFill>
                <a:effectLst/>
              </a:rPr>
              <a:t>so</a:t>
            </a:r>
            <a:r>
              <a:rPr lang="zh-CN" altLang="en-US" sz="2000" b="0" i="0" dirty="0">
                <a:solidFill>
                  <a:srgbClr val="002060"/>
                </a:solidFill>
                <a:effectLst/>
              </a:rPr>
              <a:t> </a:t>
            </a:r>
            <a:r>
              <a:rPr lang="en-US" altLang="zh-CN" sz="2000" b="0" i="0" dirty="0">
                <a:solidFill>
                  <a:srgbClr val="002060"/>
                </a:solidFill>
                <a:effectLst/>
              </a:rPr>
              <a:t>that</a:t>
            </a:r>
            <a:r>
              <a:rPr lang="zh-CN" altLang="en-US" sz="2000" b="0" i="0" dirty="0">
                <a:solidFill>
                  <a:srgbClr val="002060"/>
                </a:solidFill>
                <a:effectLst/>
              </a:rPr>
              <a:t> </a:t>
            </a:r>
            <a:r>
              <a:rPr lang="en-US" altLang="zh-CN" sz="2000" b="0" i="0" dirty="0">
                <a:solidFill>
                  <a:srgbClr val="002060"/>
                </a:solidFill>
                <a:effectLst/>
              </a:rPr>
              <a:t>it</a:t>
            </a:r>
            <a:r>
              <a:rPr lang="zh-CN" altLang="en-US" sz="2000" b="0" i="0" dirty="0">
                <a:solidFill>
                  <a:srgbClr val="002060"/>
                </a:solidFill>
                <a:effectLst/>
              </a:rPr>
              <a:t> </a:t>
            </a:r>
            <a:r>
              <a:rPr lang="en-US" altLang="zh-CN" sz="2000" b="0" i="0" dirty="0">
                <a:solidFill>
                  <a:srgbClr val="002060"/>
                </a:solidFill>
                <a:effectLst/>
              </a:rPr>
              <a:t>can</a:t>
            </a:r>
            <a:r>
              <a:rPr lang="zh-CN" altLang="en-US" sz="2000" b="0" i="0" dirty="0">
                <a:solidFill>
                  <a:srgbClr val="002060"/>
                </a:solidFill>
                <a:effectLst/>
              </a:rPr>
              <a:t> </a:t>
            </a:r>
            <a:r>
              <a:rPr lang="en-US" altLang="zh-CN" sz="2000" b="0" i="0" dirty="0">
                <a:solidFill>
                  <a:srgbClr val="002060"/>
                </a:solidFill>
                <a:effectLst/>
              </a:rPr>
              <a:t>still</a:t>
            </a:r>
            <a:r>
              <a:rPr lang="zh-CN" altLang="en-US" sz="2000" b="0" i="0" dirty="0">
                <a:solidFill>
                  <a:srgbClr val="002060"/>
                </a:solidFill>
                <a:effectLst/>
              </a:rPr>
              <a:t> </a:t>
            </a:r>
            <a:r>
              <a:rPr lang="en-US" altLang="zh-CN" sz="2000" b="0" i="0" dirty="0">
                <a:solidFill>
                  <a:srgbClr val="002060"/>
                </a:solidFill>
                <a:effectLst/>
              </a:rPr>
              <a:t>be</a:t>
            </a:r>
            <a:r>
              <a:rPr lang="zh-CN" altLang="en-US" sz="2000" b="0" i="0" dirty="0">
                <a:solidFill>
                  <a:srgbClr val="002060"/>
                </a:solidFill>
                <a:effectLst/>
              </a:rPr>
              <a:t> </a:t>
            </a:r>
            <a:r>
              <a:rPr lang="en-US" altLang="zh-CN" sz="2000" b="0" i="0" dirty="0">
                <a:solidFill>
                  <a:srgbClr val="002060"/>
                </a:solidFill>
                <a:effectLst/>
              </a:rPr>
              <a:t>called</a:t>
            </a:r>
            <a:r>
              <a:rPr lang="zh-CN" altLang="en-US" sz="2000" b="0" i="0" dirty="0">
                <a:solidFill>
                  <a:srgbClr val="002060"/>
                </a:solidFill>
                <a:effectLst/>
              </a:rPr>
              <a:t> </a:t>
            </a:r>
            <a:r>
              <a:rPr lang="en-US" altLang="zh-CN" sz="2000" b="0" i="0" dirty="0">
                <a:solidFill>
                  <a:srgbClr val="002060"/>
                </a:solidFill>
                <a:effectLst/>
              </a:rPr>
              <a:t>‘Bubble</a:t>
            </a:r>
            <a:r>
              <a:rPr lang="zh-CN" altLang="en-US" sz="2000" b="0" i="0" dirty="0">
                <a:solidFill>
                  <a:srgbClr val="002060"/>
                </a:solidFill>
                <a:effectLst/>
              </a:rPr>
              <a:t> </a:t>
            </a:r>
            <a:r>
              <a:rPr lang="en-US" altLang="zh-CN" sz="2000" b="0" i="0" dirty="0">
                <a:solidFill>
                  <a:srgbClr val="002060"/>
                </a:solidFill>
                <a:effectLst/>
              </a:rPr>
              <a:t>Sort’</a:t>
            </a:r>
            <a:r>
              <a:rPr lang="zh-CN" altLang="en-US" sz="2000" b="0" i="0" dirty="0">
                <a:solidFill>
                  <a:srgbClr val="002060"/>
                </a:solidFill>
                <a:effectLst/>
              </a:rPr>
              <a:t> </a:t>
            </a:r>
            <a:r>
              <a:rPr lang="en-US" altLang="zh-CN" sz="2000" b="0" i="0" dirty="0">
                <a:solidFill>
                  <a:srgbClr val="002060"/>
                </a:solidFill>
                <a:effectLst/>
              </a:rPr>
              <a:t>on</a:t>
            </a:r>
            <a:r>
              <a:rPr lang="zh-CN" altLang="en-US" sz="2000" b="0" i="0" dirty="0">
                <a:solidFill>
                  <a:srgbClr val="002060"/>
                </a:solidFill>
                <a:effectLst/>
              </a:rPr>
              <a:t> </a:t>
            </a:r>
            <a:r>
              <a:rPr lang="en-US" altLang="zh-CN" sz="2000" b="0" i="0" dirty="0">
                <a:solidFill>
                  <a:srgbClr val="002060"/>
                </a:solidFill>
                <a:effectLst/>
              </a:rPr>
              <a:t>planet</a:t>
            </a:r>
            <a:r>
              <a:rPr lang="zh-CN" altLang="en-US" sz="2000" b="0" i="0" dirty="0">
                <a:solidFill>
                  <a:srgbClr val="002060"/>
                </a:solidFill>
                <a:effectLst/>
              </a:rPr>
              <a:t> </a:t>
            </a:r>
            <a:r>
              <a:rPr lang="en-US" altLang="zh-CN" sz="2000" dirty="0">
                <a:solidFill>
                  <a:srgbClr val="002060"/>
                </a:solidFill>
              </a:rPr>
              <a:t>Bubble.</a:t>
            </a:r>
            <a:endParaRPr lang="en-AU" sz="2000" b="0" i="0" dirty="0">
              <a:solidFill>
                <a:srgbClr val="002060"/>
              </a:solidFill>
              <a:effectLst/>
            </a:endParaRPr>
          </a:p>
        </p:txBody>
      </p:sp>
    </p:spTree>
    <p:extLst>
      <p:ext uri="{BB962C8B-B14F-4D97-AF65-F5344CB8AC3E}">
        <p14:creationId xmlns:p14="http://schemas.microsoft.com/office/powerpoint/2010/main" val="141067561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BF61C-8585-9DA0-7A38-2A7B4B0123D6}"/>
            </a:ext>
          </a:extLst>
        </p:cNvPr>
        <p:cNvGrpSpPr/>
        <p:nvPr/>
      </p:nvGrpSpPr>
      <p:grpSpPr>
        <a:xfrm>
          <a:off x="0" y="0"/>
          <a:ext cx="0" cy="0"/>
          <a:chOff x="0" y="0"/>
          <a:chExt cx="0" cy="0"/>
        </a:xfrm>
      </p:grpSpPr>
      <p:sp>
        <p:nvSpPr>
          <p:cNvPr id="14" name="Text Placeholder 3">
            <a:extLst>
              <a:ext uri="{FF2B5EF4-FFF2-40B4-BE49-F238E27FC236}">
                <a16:creationId xmlns:a16="http://schemas.microsoft.com/office/drawing/2014/main" id="{522F6236-3E49-1760-56D4-9B5F76694432}"/>
              </a:ext>
            </a:extLst>
          </p:cNvPr>
          <p:cNvSpPr txBox="1">
            <a:spLocks/>
          </p:cNvSpPr>
          <p:nvPr/>
        </p:nvSpPr>
        <p:spPr>
          <a:xfrm>
            <a:off x="360000" y="1620000"/>
            <a:ext cx="6243067" cy="2619756"/>
          </a:xfrm>
          <a:prstGeom prst="rect">
            <a:avLst/>
          </a:prstGeom>
        </p:spPr>
        <p:txBody>
          <a:bodyPr vert="horz" lIns="91440" tIns="45720" rIns="91440" bIns="45720" rtlCol="0">
            <a:norm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285750" indent="-285750">
              <a:spcBef>
                <a:spcPts val="450"/>
              </a:spcBef>
              <a:buFont typeface="Arial" panose="020B0604020202020204" pitchFamily="34" charset="0"/>
              <a:buChar char="•"/>
            </a:pPr>
            <a:endParaRPr lang="en-US" sz="2000" b="1">
              <a:solidFill>
                <a:srgbClr val="FF0000"/>
              </a:solidFill>
            </a:endParaRPr>
          </a:p>
        </p:txBody>
      </p:sp>
      <p:sp>
        <p:nvSpPr>
          <p:cNvPr id="6" name="Title 1">
            <a:extLst>
              <a:ext uri="{FF2B5EF4-FFF2-40B4-BE49-F238E27FC236}">
                <a16:creationId xmlns:a16="http://schemas.microsoft.com/office/drawing/2014/main" id="{2D377869-52DB-B34C-066A-47ECD9679963}"/>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dirty="0"/>
              <a:t>Week 1</a:t>
            </a:r>
            <a:r>
              <a:rPr lang="en-US" altLang="zh-CN" dirty="0"/>
              <a:t>0</a:t>
            </a:r>
            <a:r>
              <a:rPr lang="en-AU" dirty="0"/>
              <a:t> Problem </a:t>
            </a:r>
            <a:r>
              <a:rPr lang="en-US" altLang="zh-CN" dirty="0"/>
              <a:t>3</a:t>
            </a:r>
            <a:endParaRPr lang="en-AU" dirty="0"/>
          </a:p>
        </p:txBody>
      </p:sp>
      <p:sp>
        <p:nvSpPr>
          <p:cNvPr id="2" name="Text Placeholder 3">
            <a:extLst>
              <a:ext uri="{FF2B5EF4-FFF2-40B4-BE49-F238E27FC236}">
                <a16:creationId xmlns:a16="http://schemas.microsoft.com/office/drawing/2014/main" id="{E9FB3846-E66C-DAF3-6697-7B06E8C3B8F9}"/>
              </a:ext>
            </a:extLst>
          </p:cNvPr>
          <p:cNvSpPr txBox="1">
            <a:spLocks/>
          </p:cNvSpPr>
          <p:nvPr/>
        </p:nvSpPr>
        <p:spPr>
          <a:xfrm>
            <a:off x="359998" y="1260000"/>
            <a:ext cx="7920000"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altLang="zh-CN" sz="2800" b="1" i="0" u="none" strike="noStrike" kern="1200" cap="none" spc="0" normalizeH="0" baseline="0" noProof="0" dirty="0">
                <a:ln>
                  <a:noFill/>
                </a:ln>
                <a:solidFill>
                  <a:srgbClr val="002060"/>
                </a:solidFill>
                <a:effectLst/>
                <a:uLnTx/>
                <a:uFillTx/>
                <a:latin typeface="Avenir Next LT Pro Light"/>
                <a:ea typeface="+mn-ea"/>
                <a:cs typeface="+mn-cs"/>
              </a:rPr>
              <a:t>Conway’s Game of Life Extension</a:t>
            </a:r>
            <a:r>
              <a:rPr kumimoji="0" lang="en-AU" sz="2800" b="1" i="0" u="none" strike="noStrike" kern="1200" cap="none" spc="0" normalizeH="0" baseline="0" noProof="0" dirty="0">
                <a:ln>
                  <a:noFill/>
                </a:ln>
                <a:solidFill>
                  <a:srgbClr val="002060"/>
                </a:solidFill>
                <a:effectLst/>
                <a:uLnTx/>
                <a:uFillTx/>
                <a:latin typeface="Avenir Next LT Pro Light"/>
                <a:ea typeface="+mn-ea"/>
                <a:cs typeface="+mn-cs"/>
              </a:rPr>
              <a:t>:</a:t>
            </a:r>
          </a:p>
          <a:p>
            <a:pPr algn="l" fontAlgn="base">
              <a:buNone/>
            </a:pPr>
            <a:r>
              <a:rPr lang="en-US" altLang="zh-CN" sz="2000" b="0" i="0" dirty="0">
                <a:solidFill>
                  <a:srgbClr val="002060"/>
                </a:solidFill>
                <a:effectLst/>
              </a:rPr>
              <a:t>Implement</a:t>
            </a:r>
            <a:r>
              <a:rPr lang="zh-CN" altLang="en-US" sz="2000" b="0" i="0" dirty="0">
                <a:solidFill>
                  <a:srgbClr val="002060"/>
                </a:solidFill>
                <a:effectLst/>
              </a:rPr>
              <a:t> </a:t>
            </a:r>
            <a:r>
              <a:rPr lang="en-US" altLang="zh-CN" sz="2000" b="0" i="0" dirty="0">
                <a:solidFill>
                  <a:srgbClr val="002060"/>
                </a:solidFill>
                <a:effectLst/>
              </a:rPr>
              <a:t>the</a:t>
            </a:r>
            <a:r>
              <a:rPr lang="zh-CN" altLang="en-US" sz="2000" b="0" i="0" dirty="0">
                <a:solidFill>
                  <a:srgbClr val="002060"/>
                </a:solidFill>
                <a:effectLst/>
              </a:rPr>
              <a:t> </a:t>
            </a:r>
            <a:r>
              <a:rPr lang="en-US" altLang="zh-CN" sz="2000" b="0" i="0" dirty="0">
                <a:solidFill>
                  <a:srgbClr val="002060"/>
                </a:solidFill>
                <a:effectLst/>
              </a:rPr>
              <a:t>game.</a:t>
            </a:r>
            <a:endParaRPr lang="en-AU" sz="2000" b="0" i="0" dirty="0">
              <a:solidFill>
                <a:srgbClr val="002060"/>
              </a:solidFill>
              <a:effectLst/>
            </a:endParaRPr>
          </a:p>
        </p:txBody>
      </p:sp>
    </p:spTree>
    <p:extLst>
      <p:ext uri="{BB962C8B-B14F-4D97-AF65-F5344CB8AC3E}">
        <p14:creationId xmlns:p14="http://schemas.microsoft.com/office/powerpoint/2010/main" val="68570758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34C637-0588-8573-E86E-844CB81DC73A}"/>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BB705A44-2B7A-D368-505D-1626BD0823ED}"/>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Week 11 problem 1</a:t>
            </a:r>
            <a:endParaRPr lang="en-AU" dirty="0"/>
          </a:p>
        </p:txBody>
      </p:sp>
      <p:sp>
        <p:nvSpPr>
          <p:cNvPr id="2" name="Text Placeholder 3">
            <a:extLst>
              <a:ext uri="{FF2B5EF4-FFF2-40B4-BE49-F238E27FC236}">
                <a16:creationId xmlns:a16="http://schemas.microsoft.com/office/drawing/2014/main" id="{0D8EAF80-5856-7B17-BD81-C81AA389B2E6}"/>
              </a:ext>
            </a:extLst>
          </p:cNvPr>
          <p:cNvSpPr txBox="1">
            <a:spLocks/>
          </p:cNvSpPr>
          <p:nvPr/>
        </p:nvSpPr>
        <p:spPr>
          <a:xfrm>
            <a:off x="359998" y="1260000"/>
            <a:ext cx="7920000"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l" fontAlgn="base">
              <a:buNone/>
            </a:pPr>
            <a:r>
              <a:rPr lang="en-US" altLang="zh-CN" sz="2800" b="1" i="0" dirty="0">
                <a:solidFill>
                  <a:srgbClr val="002060"/>
                </a:solidFill>
                <a:effectLst/>
              </a:rPr>
              <a:t>Naming</a:t>
            </a:r>
            <a:r>
              <a:rPr lang="zh-CN" altLang="en-US" sz="2800" b="1" i="0" dirty="0">
                <a:solidFill>
                  <a:srgbClr val="002060"/>
                </a:solidFill>
                <a:effectLst/>
              </a:rPr>
              <a:t> </a:t>
            </a:r>
            <a:r>
              <a:rPr lang="en-US" altLang="zh-CN" sz="2800" b="1" i="0" dirty="0">
                <a:solidFill>
                  <a:srgbClr val="002060"/>
                </a:solidFill>
                <a:effectLst/>
              </a:rPr>
              <a:t>Species</a:t>
            </a:r>
            <a:r>
              <a:rPr lang="zh-CN" altLang="en-US" sz="2800" b="1" i="0" dirty="0">
                <a:solidFill>
                  <a:srgbClr val="002060"/>
                </a:solidFill>
                <a:effectLst/>
              </a:rPr>
              <a:t> </a:t>
            </a:r>
            <a:r>
              <a:rPr lang="en-US" altLang="zh-CN" sz="2800" b="1" i="0" dirty="0">
                <a:solidFill>
                  <a:srgbClr val="002060"/>
                </a:solidFill>
                <a:effectLst/>
              </a:rPr>
              <a:t>Extension</a:t>
            </a:r>
            <a:r>
              <a:rPr lang="en-AU" sz="2800" b="1" i="0" dirty="0">
                <a:solidFill>
                  <a:srgbClr val="002060"/>
                </a:solidFill>
                <a:effectLst/>
              </a:rPr>
              <a:t>: </a:t>
            </a:r>
            <a:r>
              <a:rPr lang="en-US" altLang="zh-CN" sz="2800" b="1" i="0" dirty="0">
                <a:solidFill>
                  <a:srgbClr val="002060"/>
                </a:solidFill>
                <a:effectLst/>
              </a:rPr>
              <a:t>Name</a:t>
            </a:r>
            <a:r>
              <a:rPr lang="zh-CN" altLang="en-US" sz="2800" b="1" i="0" dirty="0">
                <a:solidFill>
                  <a:srgbClr val="002060"/>
                </a:solidFill>
                <a:effectLst/>
              </a:rPr>
              <a:t> </a:t>
            </a:r>
            <a:r>
              <a:rPr lang="en-US" altLang="zh-CN" sz="2800" b="1" i="0" dirty="0">
                <a:solidFill>
                  <a:srgbClr val="002060"/>
                </a:solidFill>
                <a:effectLst/>
              </a:rPr>
              <a:t>Blender</a:t>
            </a:r>
            <a:endParaRPr lang="en-AU" sz="2800" b="1" i="0" dirty="0">
              <a:solidFill>
                <a:srgbClr val="002060"/>
              </a:solidFill>
              <a:effectLst/>
            </a:endParaRPr>
          </a:p>
          <a:p>
            <a:r>
              <a:rPr lang="en-AU" sz="2000" dirty="0"/>
              <a:t>Write </a:t>
            </a:r>
            <a:r>
              <a:rPr lang="en-US" altLang="zh-CN" sz="2000" dirty="0"/>
              <a:t>the</a:t>
            </a:r>
            <a:r>
              <a:rPr lang="zh-CN" altLang="en-US" sz="2000" dirty="0"/>
              <a:t> </a:t>
            </a:r>
            <a:r>
              <a:rPr lang="en-US" altLang="zh-CN" sz="2000" dirty="0"/>
              <a:t>function</a:t>
            </a:r>
            <a:r>
              <a:rPr lang="zh-CN" altLang="en-US" sz="2000" dirty="0"/>
              <a:t> </a:t>
            </a:r>
            <a:r>
              <a:rPr lang="en-AU" dirty="0">
                <a:latin typeface="JetBrains Mono" panose="020B0509020102050004" pitchFamily="49" charset="77"/>
              </a:rPr>
              <a:t>blend(name1, name2)</a:t>
            </a:r>
            <a:r>
              <a:rPr lang="en-AU" sz="2000" dirty="0"/>
              <a:t> that fuses two animal names into one, </a:t>
            </a:r>
            <a:r>
              <a:rPr lang="en-AU" sz="2000" b="1" dirty="0"/>
              <a:t>using only </a:t>
            </a:r>
            <a:r>
              <a:rPr lang="en-US" altLang="zh-CN" sz="2000" b="1" dirty="0"/>
              <a:t>the</a:t>
            </a:r>
            <a:r>
              <a:rPr lang="zh-CN" altLang="en-US" sz="2000" b="1" dirty="0"/>
              <a:t> </a:t>
            </a:r>
            <a:r>
              <a:rPr lang="en-US" altLang="zh-CN" sz="2000" b="1" dirty="0"/>
              <a:t>functions</a:t>
            </a:r>
            <a:r>
              <a:rPr lang="zh-CN" altLang="en-US" sz="2000" b="1" dirty="0"/>
              <a:t> </a:t>
            </a:r>
            <a:r>
              <a:rPr lang="en-US" altLang="zh-CN" sz="2000" b="1" dirty="0"/>
              <a:t>we</a:t>
            </a:r>
            <a:r>
              <a:rPr lang="zh-CN" altLang="en-US" sz="2000" b="1" dirty="0"/>
              <a:t> </a:t>
            </a:r>
            <a:r>
              <a:rPr lang="en-US" altLang="zh-CN" sz="2000" b="1" dirty="0"/>
              <a:t>built</a:t>
            </a:r>
            <a:r>
              <a:rPr lang="zh-CN" altLang="en-US" sz="2000" b="1" dirty="0"/>
              <a:t> </a:t>
            </a:r>
            <a:r>
              <a:rPr lang="en-US" altLang="zh-CN" sz="2000" b="1" dirty="0"/>
              <a:t>in</a:t>
            </a:r>
            <a:r>
              <a:rPr lang="zh-CN" altLang="en-US" sz="2000" b="1" dirty="0"/>
              <a:t> </a:t>
            </a:r>
            <a:r>
              <a:rPr lang="en-US" altLang="zh-CN" sz="2000" b="1" dirty="0"/>
              <a:t>class</a:t>
            </a:r>
            <a:r>
              <a:rPr lang="en-AU" sz="2000" dirty="0"/>
              <a:t>. Use this split rule:</a:t>
            </a:r>
          </a:p>
          <a:p>
            <a:pPr marL="457200" lvl="0" indent="-457200">
              <a:buFont typeface="+mj-lt"/>
              <a:buAutoNum type="arabicPeriod"/>
            </a:pPr>
            <a:r>
              <a:rPr lang="en-AU" sz="2000" dirty="0"/>
              <a:t>take the </a:t>
            </a:r>
            <a:r>
              <a:rPr lang="en-AU" sz="2000" b="1" dirty="0"/>
              <a:t>left half</a:t>
            </a:r>
            <a:r>
              <a:rPr lang="en-AU" sz="2000" dirty="0"/>
              <a:t> of </a:t>
            </a:r>
            <a:r>
              <a:rPr lang="en-AU" dirty="0">
                <a:latin typeface="JetBrains Mono" panose="020B0509020102050004" pitchFamily="49" charset="77"/>
              </a:rPr>
              <a:t>name1</a:t>
            </a:r>
            <a:r>
              <a:rPr lang="en-AU" sz="2000" dirty="0"/>
              <a:t> (round up), then</a:t>
            </a:r>
          </a:p>
          <a:p>
            <a:pPr marL="457200" lvl="0" indent="-457200">
              <a:buFont typeface="+mj-lt"/>
              <a:buAutoNum type="arabicPeriod"/>
            </a:pPr>
            <a:r>
              <a:rPr lang="en-AU" sz="2000" dirty="0"/>
              <a:t>take the </a:t>
            </a:r>
            <a:r>
              <a:rPr lang="en-AU" sz="2000" b="1" dirty="0"/>
              <a:t>right half</a:t>
            </a:r>
            <a:r>
              <a:rPr lang="en-AU" sz="2000" dirty="0"/>
              <a:t> of </a:t>
            </a:r>
            <a:r>
              <a:rPr lang="en-AU" dirty="0">
                <a:latin typeface="JetBrains Mono" panose="020B0509020102050004" pitchFamily="49" charset="77"/>
              </a:rPr>
              <a:t>name2</a:t>
            </a:r>
            <a:r>
              <a:rPr lang="en-AU" sz="2000" dirty="0"/>
              <a:t> (round up), then </a:t>
            </a:r>
            <a:r>
              <a:rPr lang="en-AU" dirty="0" err="1">
                <a:latin typeface="JetBrains Mono" panose="020B0509020102050004" pitchFamily="49" charset="77"/>
              </a:rPr>
              <a:t>concat</a:t>
            </a:r>
            <a:r>
              <a:rPr lang="en-US" altLang="zh-CN" dirty="0">
                <a:latin typeface="JetBrains Mono" panose="020B0509020102050004" pitchFamily="49" charset="77"/>
              </a:rPr>
              <a:t>()</a:t>
            </a:r>
            <a:r>
              <a:rPr lang="en-AU" sz="2000" dirty="0">
                <a:latin typeface="JetBrains Mono" panose="020B0509020102050004" pitchFamily="49" charset="77"/>
              </a:rPr>
              <a:t> </a:t>
            </a:r>
            <a:r>
              <a:rPr lang="en-AU" sz="2000" dirty="0"/>
              <a:t>them.</a:t>
            </a:r>
          </a:p>
          <a:p>
            <a:pPr marL="1119188" lvl="4" indent="-163513">
              <a:spcBef>
                <a:spcPts val="300"/>
              </a:spcBef>
              <a:spcAft>
                <a:spcPts val="300"/>
              </a:spcAft>
            </a:pPr>
            <a:r>
              <a:rPr lang="en-AU" dirty="0">
                <a:latin typeface="JetBrains Mono" panose="020B0509020102050004" pitchFamily="49" charset="77"/>
              </a:rPr>
              <a:t>blend("Wolf", "Dolphin")  -&gt; "</a:t>
            </a:r>
            <a:r>
              <a:rPr lang="en-AU" dirty="0" err="1">
                <a:latin typeface="JetBrains Mono" panose="020B0509020102050004" pitchFamily="49" charset="77"/>
              </a:rPr>
              <a:t>Wophin</a:t>
            </a:r>
            <a:r>
              <a:rPr lang="en-AU" dirty="0">
                <a:latin typeface="JetBrains Mono" panose="020B0509020102050004" pitchFamily="49" charset="77"/>
              </a:rPr>
              <a:t>"</a:t>
            </a:r>
          </a:p>
          <a:p>
            <a:pPr marL="1119188" lvl="4" indent="-163513">
              <a:spcBef>
                <a:spcPts val="300"/>
              </a:spcBef>
              <a:spcAft>
                <a:spcPts val="300"/>
              </a:spcAft>
            </a:pPr>
            <a:r>
              <a:rPr lang="en-AU" dirty="0">
                <a:latin typeface="JetBrains Mono" panose="020B0509020102050004" pitchFamily="49" charset="77"/>
              </a:rPr>
              <a:t>blend("Koala", "Panther") -&gt; "</a:t>
            </a:r>
            <a:r>
              <a:rPr lang="en-AU" dirty="0" err="1">
                <a:latin typeface="JetBrains Mono" panose="020B0509020102050004" pitchFamily="49" charset="77"/>
              </a:rPr>
              <a:t>Koather</a:t>
            </a:r>
            <a:r>
              <a:rPr lang="en-AU" dirty="0">
                <a:latin typeface="JetBrains Mono" panose="020B0509020102050004" pitchFamily="49" charset="77"/>
              </a:rPr>
              <a:t>"</a:t>
            </a:r>
          </a:p>
        </p:txBody>
      </p:sp>
    </p:spTree>
    <p:extLst>
      <p:ext uri="{BB962C8B-B14F-4D97-AF65-F5344CB8AC3E}">
        <p14:creationId xmlns:p14="http://schemas.microsoft.com/office/powerpoint/2010/main" val="25320960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50661-488E-B9FF-5362-293EFD6A400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4DAC9D21-F926-D46F-8A10-AB08F63F1527}"/>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Week 11 problem 2</a:t>
            </a:r>
            <a:endParaRPr lang="en-AU" dirty="0"/>
          </a:p>
        </p:txBody>
      </p:sp>
      <p:sp>
        <p:nvSpPr>
          <p:cNvPr id="2" name="Text Placeholder 3">
            <a:extLst>
              <a:ext uri="{FF2B5EF4-FFF2-40B4-BE49-F238E27FC236}">
                <a16:creationId xmlns:a16="http://schemas.microsoft.com/office/drawing/2014/main" id="{F6C51D37-57DA-CAEE-09B0-A05A214E9430}"/>
              </a:ext>
            </a:extLst>
          </p:cNvPr>
          <p:cNvSpPr txBox="1">
            <a:spLocks/>
          </p:cNvSpPr>
          <p:nvPr/>
        </p:nvSpPr>
        <p:spPr>
          <a:xfrm>
            <a:off x="359997" y="1260000"/>
            <a:ext cx="7440111"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l" fontAlgn="base">
              <a:buNone/>
            </a:pPr>
            <a:r>
              <a:rPr lang="en-US" altLang="zh-CN" sz="2800" b="1" i="0" dirty="0">
                <a:solidFill>
                  <a:srgbClr val="002060"/>
                </a:solidFill>
                <a:effectLst/>
              </a:rPr>
              <a:t>Naming</a:t>
            </a:r>
            <a:r>
              <a:rPr lang="zh-CN" altLang="en-US" sz="2800" b="1" i="0" dirty="0">
                <a:solidFill>
                  <a:srgbClr val="002060"/>
                </a:solidFill>
                <a:effectLst/>
              </a:rPr>
              <a:t> </a:t>
            </a:r>
            <a:r>
              <a:rPr lang="en-US" altLang="zh-CN" sz="2800" b="1" i="0" dirty="0">
                <a:solidFill>
                  <a:srgbClr val="002060"/>
                </a:solidFill>
                <a:effectLst/>
              </a:rPr>
              <a:t>Species</a:t>
            </a:r>
            <a:r>
              <a:rPr lang="zh-CN" altLang="en-US" sz="2800" b="1" i="0" dirty="0">
                <a:solidFill>
                  <a:srgbClr val="002060"/>
                </a:solidFill>
                <a:effectLst/>
              </a:rPr>
              <a:t> </a:t>
            </a:r>
            <a:r>
              <a:rPr lang="en-AU" sz="2800" b="1" i="0" dirty="0">
                <a:solidFill>
                  <a:srgbClr val="002060"/>
                </a:solidFill>
                <a:effectLst/>
              </a:rPr>
              <a:t>Extension</a:t>
            </a:r>
            <a:r>
              <a:rPr lang="zh-CN" altLang="en-US" sz="2800" b="1" i="0" dirty="0">
                <a:solidFill>
                  <a:srgbClr val="002060"/>
                </a:solidFill>
                <a:effectLst/>
              </a:rPr>
              <a:t> </a:t>
            </a:r>
            <a:r>
              <a:rPr lang="en-US" altLang="zh-CN" sz="2800" b="1" i="0" dirty="0">
                <a:solidFill>
                  <a:srgbClr val="002060"/>
                </a:solidFill>
                <a:effectLst/>
              </a:rPr>
              <a:t>2</a:t>
            </a:r>
            <a:r>
              <a:rPr lang="zh-CN" altLang="en-US" sz="2800" b="1" i="0" dirty="0">
                <a:solidFill>
                  <a:srgbClr val="002060"/>
                </a:solidFill>
                <a:effectLst/>
              </a:rPr>
              <a:t> </a:t>
            </a:r>
            <a:r>
              <a:rPr lang="en-AU" sz="2800" b="1" i="0" dirty="0">
                <a:solidFill>
                  <a:srgbClr val="002060"/>
                </a:solidFill>
                <a:effectLst/>
              </a:rPr>
              <a:t>: </a:t>
            </a:r>
            <a:r>
              <a:rPr lang="en-US" altLang="zh-CN" sz="2800" b="1" i="0" dirty="0">
                <a:solidFill>
                  <a:srgbClr val="002060"/>
                </a:solidFill>
                <a:effectLst/>
              </a:rPr>
              <a:t>Smart</a:t>
            </a:r>
            <a:r>
              <a:rPr lang="zh-CN" altLang="en-US" sz="2800" b="1" i="0" dirty="0">
                <a:solidFill>
                  <a:srgbClr val="002060"/>
                </a:solidFill>
                <a:effectLst/>
              </a:rPr>
              <a:t> </a:t>
            </a:r>
            <a:r>
              <a:rPr lang="en-US" altLang="zh-CN" sz="2800" b="1" i="0" dirty="0">
                <a:solidFill>
                  <a:srgbClr val="002060"/>
                </a:solidFill>
                <a:effectLst/>
              </a:rPr>
              <a:t>Blender</a:t>
            </a:r>
          </a:p>
          <a:p>
            <a:r>
              <a:rPr lang="en-AU" dirty="0">
                <a:latin typeface="JetBrains Mono" panose="020B0509020102050004" pitchFamily="49" charset="77"/>
              </a:rPr>
              <a:t>"</a:t>
            </a:r>
            <a:r>
              <a:rPr lang="en-AU" dirty="0" err="1">
                <a:latin typeface="JetBrains Mono" panose="020B0509020102050004" pitchFamily="49" charset="77"/>
              </a:rPr>
              <a:t>Wophin</a:t>
            </a:r>
            <a:r>
              <a:rPr lang="en-AU" dirty="0">
                <a:latin typeface="JetBrains Mono" panose="020B0509020102050004" pitchFamily="49" charset="77"/>
              </a:rPr>
              <a:t>"</a:t>
            </a:r>
            <a:r>
              <a:rPr lang="en-AU" sz="2000" dirty="0"/>
              <a:t> is fine, but the famous example is </a:t>
            </a:r>
            <a:r>
              <a:rPr lang="en-AU" dirty="0">
                <a:latin typeface="JetBrains Mono" panose="020B0509020102050004" pitchFamily="49" charset="77"/>
              </a:rPr>
              <a:t>"</a:t>
            </a:r>
            <a:r>
              <a:rPr lang="en-AU" dirty="0" err="1">
                <a:latin typeface="JetBrains Mono" panose="020B0509020102050004" pitchFamily="49" charset="77"/>
              </a:rPr>
              <a:t>Wolphin</a:t>
            </a:r>
            <a:r>
              <a:rPr lang="en-AU" dirty="0">
                <a:latin typeface="JetBrains Mono" panose="020B0509020102050004" pitchFamily="49" charset="77"/>
              </a:rPr>
              <a:t>"</a:t>
            </a:r>
            <a:r>
              <a:rPr lang="en-AU" sz="2000" dirty="0"/>
              <a:t> — because "Wol" and "Dolphin" share the letter </a:t>
            </a:r>
            <a:r>
              <a:rPr lang="en-AU" sz="2000" b="1" dirty="0"/>
              <a:t>l</a:t>
            </a:r>
            <a:r>
              <a:rPr lang="en-AU" sz="2000" dirty="0"/>
              <a:t> at the seam. Write </a:t>
            </a:r>
            <a:r>
              <a:rPr lang="en-AU" dirty="0" err="1">
                <a:latin typeface="JetBrains Mono" panose="020B0509020102050004" pitchFamily="49" charset="77"/>
              </a:rPr>
              <a:t>smart_blend</a:t>
            </a:r>
            <a:r>
              <a:rPr lang="en-AU" dirty="0">
                <a:latin typeface="JetBrains Mono" panose="020B0509020102050004" pitchFamily="49" charset="77"/>
              </a:rPr>
              <a:t>(name1, name2)</a:t>
            </a:r>
            <a:r>
              <a:rPr lang="en-AU" sz="2000" dirty="0">
                <a:latin typeface="JetBrains Mono" panose="020B0509020102050004" pitchFamily="49" charset="77"/>
              </a:rPr>
              <a:t> </a:t>
            </a:r>
            <a:r>
              <a:rPr lang="en-AU" sz="2000" dirty="0"/>
              <a:t>that:</a:t>
            </a:r>
          </a:p>
          <a:p>
            <a:pPr marL="457200" lvl="0" indent="-457200">
              <a:spcBef>
                <a:spcPts val="300"/>
              </a:spcBef>
              <a:spcAft>
                <a:spcPts val="300"/>
              </a:spcAft>
              <a:buFont typeface="+mj-lt"/>
              <a:buAutoNum type="arabicPeriod"/>
            </a:pPr>
            <a:r>
              <a:rPr lang="en-AU" sz="1800" dirty="0"/>
              <a:t>searches for a split point where the </a:t>
            </a:r>
            <a:r>
              <a:rPr lang="en-AU" sz="1800" b="1" dirty="0"/>
              <a:t>last letter of the first fragment equals the first letter of the second fragment</a:t>
            </a:r>
            <a:r>
              <a:rPr lang="en-AU" sz="1800" dirty="0"/>
              <a:t>,</a:t>
            </a:r>
          </a:p>
          <a:p>
            <a:pPr marL="457200" lvl="0" indent="-457200">
              <a:spcBef>
                <a:spcPts val="300"/>
              </a:spcBef>
              <a:spcAft>
                <a:spcPts val="300"/>
              </a:spcAft>
              <a:buFont typeface="+mj-lt"/>
              <a:buAutoNum type="arabicPeriod"/>
            </a:pPr>
            <a:r>
              <a:rPr lang="en-AU" sz="1800" dirty="0"/>
              <a:t>merges the two fragments on that shared letter (keeping only one copy),</a:t>
            </a:r>
          </a:p>
          <a:p>
            <a:pPr marL="457200" lvl="0" indent="-457200">
              <a:spcBef>
                <a:spcPts val="300"/>
              </a:spcBef>
              <a:spcAft>
                <a:spcPts val="300"/>
              </a:spcAft>
              <a:buFont typeface="+mj-lt"/>
              <a:buAutoNum type="arabicPeriod"/>
            </a:pPr>
            <a:r>
              <a:rPr lang="en-AU" sz="1800" dirty="0"/>
              <a:t>falls back to plain blend if no such seam exists.</a:t>
            </a:r>
          </a:p>
          <a:p>
            <a:pPr marL="449263">
              <a:spcBef>
                <a:spcPts val="300"/>
              </a:spcBef>
              <a:spcAft>
                <a:spcPts val="300"/>
              </a:spcAft>
            </a:pPr>
            <a:r>
              <a:rPr lang="en-AU" sz="1400" dirty="0" err="1">
                <a:latin typeface="JetBrains Mono" panose="020B0509020102050004" pitchFamily="49" charset="77"/>
              </a:rPr>
              <a:t>smart_blend</a:t>
            </a:r>
            <a:r>
              <a:rPr lang="en-AU" sz="1400" dirty="0">
                <a:latin typeface="JetBrains Mono" panose="020B0509020102050004" pitchFamily="49" charset="77"/>
              </a:rPr>
              <a:t>("Wolf", "Dolphin") -&gt; "</a:t>
            </a:r>
            <a:r>
              <a:rPr lang="en-AU" sz="1400" dirty="0" err="1">
                <a:latin typeface="JetBrains Mono" panose="020B0509020102050004" pitchFamily="49" charset="77"/>
              </a:rPr>
              <a:t>Wolphin</a:t>
            </a:r>
            <a:r>
              <a:rPr lang="en-AU" sz="1400" dirty="0">
                <a:latin typeface="JetBrains Mono" panose="020B0509020102050004" pitchFamily="49" charset="77"/>
              </a:rPr>
              <a:t>"   # on shared 'l'</a:t>
            </a:r>
          </a:p>
          <a:p>
            <a:pPr marL="449263">
              <a:spcBef>
                <a:spcPts val="300"/>
              </a:spcBef>
              <a:spcAft>
                <a:spcPts val="300"/>
              </a:spcAft>
            </a:pPr>
            <a:r>
              <a:rPr lang="en-AU" sz="1400" dirty="0" err="1">
                <a:latin typeface="JetBrains Mono" panose="020B0509020102050004" pitchFamily="49" charset="77"/>
              </a:rPr>
              <a:t>smart_blend</a:t>
            </a:r>
            <a:r>
              <a:rPr lang="en-AU" sz="1400" dirty="0">
                <a:latin typeface="JetBrains Mono" panose="020B0509020102050004" pitchFamily="49" charset="77"/>
              </a:rPr>
              <a:t>("Cat", "Owl")      -&gt; falls back to blend()</a:t>
            </a:r>
          </a:p>
          <a:p>
            <a:r>
              <a:rPr lang="en-AU" sz="2000" dirty="0"/>
              <a:t>This is a small search plus careful use of </a:t>
            </a:r>
            <a:r>
              <a:rPr lang="en-AU" dirty="0">
                <a:latin typeface="JetBrains Mono" panose="020B0509020102050004" pitchFamily="49" charset="77"/>
              </a:rPr>
              <a:t>length</a:t>
            </a:r>
            <a:r>
              <a:rPr lang="en-US" altLang="zh-CN" dirty="0">
                <a:latin typeface="JetBrains Mono" panose="020B0509020102050004" pitchFamily="49" charset="77"/>
              </a:rPr>
              <a:t>()</a:t>
            </a:r>
            <a:r>
              <a:rPr lang="en-AU" sz="2000" dirty="0"/>
              <a:t> and </a:t>
            </a:r>
            <a:r>
              <a:rPr lang="en-AU" dirty="0" err="1">
                <a:latin typeface="JetBrains Mono" panose="020B0509020102050004" pitchFamily="49" charset="77"/>
              </a:rPr>
              <a:t>substr</a:t>
            </a:r>
            <a:r>
              <a:rPr lang="en-US" altLang="zh-CN" dirty="0">
                <a:latin typeface="JetBrains Mono" panose="020B0509020102050004" pitchFamily="49" charset="77"/>
              </a:rPr>
              <a:t>().</a:t>
            </a:r>
            <a:endParaRPr lang="en-AU" sz="2000" dirty="0"/>
          </a:p>
        </p:txBody>
      </p:sp>
    </p:spTree>
    <p:extLst>
      <p:ext uri="{BB962C8B-B14F-4D97-AF65-F5344CB8AC3E}">
        <p14:creationId xmlns:p14="http://schemas.microsoft.com/office/powerpoint/2010/main" val="19648340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CFA9B-0D09-8A28-83CF-6D7AA151AB69}"/>
            </a:ext>
          </a:extLst>
        </p:cNvPr>
        <p:cNvGrpSpPr/>
        <p:nvPr/>
      </p:nvGrpSpPr>
      <p:grpSpPr>
        <a:xfrm>
          <a:off x="0" y="0"/>
          <a:ext cx="0" cy="0"/>
          <a:chOff x="0" y="0"/>
          <a:chExt cx="0" cy="0"/>
        </a:xfrm>
      </p:grpSpPr>
      <p:sp>
        <p:nvSpPr>
          <p:cNvPr id="14" name="Text Placeholder 3">
            <a:extLst>
              <a:ext uri="{FF2B5EF4-FFF2-40B4-BE49-F238E27FC236}">
                <a16:creationId xmlns:a16="http://schemas.microsoft.com/office/drawing/2014/main" id="{7414A7FD-66FE-441A-2FF0-EF2CFBE3FA87}"/>
              </a:ext>
            </a:extLst>
          </p:cNvPr>
          <p:cNvSpPr txBox="1">
            <a:spLocks/>
          </p:cNvSpPr>
          <p:nvPr/>
        </p:nvSpPr>
        <p:spPr>
          <a:xfrm>
            <a:off x="360000" y="1620000"/>
            <a:ext cx="6243067" cy="2619756"/>
          </a:xfrm>
          <a:prstGeom prst="rect">
            <a:avLst/>
          </a:prstGeom>
        </p:spPr>
        <p:txBody>
          <a:bodyPr vert="horz" lIns="91440" tIns="45720" rIns="91440" bIns="45720" rtlCol="0">
            <a:norm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285750" indent="-285750">
              <a:spcBef>
                <a:spcPts val="450"/>
              </a:spcBef>
              <a:buFont typeface="Arial" panose="020B0604020202020204" pitchFamily="34" charset="0"/>
              <a:buChar char="•"/>
            </a:pPr>
            <a:endParaRPr lang="en-US" sz="2000" b="1">
              <a:solidFill>
                <a:srgbClr val="FF0000"/>
              </a:solidFill>
            </a:endParaRPr>
          </a:p>
        </p:txBody>
      </p:sp>
      <p:sp>
        <p:nvSpPr>
          <p:cNvPr id="6" name="Title 1">
            <a:extLst>
              <a:ext uri="{FF2B5EF4-FFF2-40B4-BE49-F238E27FC236}">
                <a16:creationId xmlns:a16="http://schemas.microsoft.com/office/drawing/2014/main" id="{5EB19C42-D656-42CD-2CD5-E1FA59804931}"/>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dirty="0"/>
              <a:t>Week 1</a:t>
            </a:r>
            <a:r>
              <a:rPr lang="en-US" altLang="zh-CN" dirty="0"/>
              <a:t>1</a:t>
            </a:r>
            <a:r>
              <a:rPr lang="en-AU" dirty="0"/>
              <a:t> Problem </a:t>
            </a:r>
            <a:r>
              <a:rPr lang="en-US" altLang="zh-CN" dirty="0"/>
              <a:t>3</a:t>
            </a:r>
            <a:endParaRPr lang="en-AU" dirty="0"/>
          </a:p>
        </p:txBody>
      </p:sp>
      <p:sp>
        <p:nvSpPr>
          <p:cNvPr id="2" name="Text Placeholder 3">
            <a:extLst>
              <a:ext uri="{FF2B5EF4-FFF2-40B4-BE49-F238E27FC236}">
                <a16:creationId xmlns:a16="http://schemas.microsoft.com/office/drawing/2014/main" id="{341F83C1-D13C-E561-22CA-E366883992F3}"/>
              </a:ext>
            </a:extLst>
          </p:cNvPr>
          <p:cNvSpPr txBox="1">
            <a:spLocks/>
          </p:cNvSpPr>
          <p:nvPr/>
        </p:nvSpPr>
        <p:spPr>
          <a:xfrm>
            <a:off x="359998" y="1260000"/>
            <a:ext cx="7920000"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altLang="zh-CN" sz="2800" b="1" i="0" u="none" strike="noStrike" kern="1200" cap="none" spc="0" normalizeH="0" baseline="0" noProof="0" dirty="0">
                <a:ln>
                  <a:noFill/>
                </a:ln>
                <a:solidFill>
                  <a:srgbClr val="002060"/>
                </a:solidFill>
                <a:effectLst/>
                <a:uLnTx/>
                <a:uFillTx/>
                <a:latin typeface="Avenir Next LT Pro Light"/>
                <a:ea typeface="+mn-ea"/>
                <a:cs typeface="+mn-cs"/>
              </a:rPr>
              <a:t>Conway’s Game of Life</a:t>
            </a:r>
            <a:r>
              <a:rPr kumimoji="0" lang="en-AU" sz="2800" b="1" i="0" u="none" strike="noStrike" kern="1200" cap="none" spc="0" normalizeH="0" baseline="0" noProof="0" dirty="0">
                <a:ln>
                  <a:noFill/>
                </a:ln>
                <a:solidFill>
                  <a:srgbClr val="002060"/>
                </a:solidFill>
                <a:effectLst/>
                <a:uLnTx/>
                <a:uFillTx/>
                <a:latin typeface="Avenir Next LT Pro Light"/>
                <a:ea typeface="+mn-ea"/>
                <a:cs typeface="+mn-cs"/>
              </a:rPr>
              <a:t>:</a:t>
            </a:r>
          </a:p>
          <a:p>
            <a:pPr algn="l" fontAlgn="base">
              <a:buNone/>
            </a:pPr>
            <a:r>
              <a:rPr lang="en-US" altLang="zh-CN" sz="2000" b="0" i="0" dirty="0">
                <a:solidFill>
                  <a:srgbClr val="002060"/>
                </a:solidFill>
                <a:effectLst/>
              </a:rPr>
              <a:t>Complete</a:t>
            </a:r>
            <a:r>
              <a:rPr lang="zh-CN" altLang="en-US" sz="2000" b="0" i="0" dirty="0">
                <a:solidFill>
                  <a:srgbClr val="002060"/>
                </a:solidFill>
                <a:effectLst/>
              </a:rPr>
              <a:t> </a:t>
            </a:r>
            <a:r>
              <a:rPr lang="en-US" altLang="zh-CN" sz="2000" b="0" i="0" dirty="0">
                <a:solidFill>
                  <a:srgbClr val="002060"/>
                </a:solidFill>
                <a:effectLst/>
              </a:rPr>
              <a:t>the</a:t>
            </a:r>
            <a:r>
              <a:rPr lang="zh-CN" altLang="en-US" sz="2000" b="0" i="0" dirty="0">
                <a:solidFill>
                  <a:srgbClr val="002060"/>
                </a:solidFill>
                <a:effectLst/>
              </a:rPr>
              <a:t> </a:t>
            </a:r>
            <a:r>
              <a:rPr lang="en-US" altLang="zh-CN" sz="2000" b="0" i="0" dirty="0">
                <a:solidFill>
                  <a:srgbClr val="002060"/>
                </a:solidFill>
                <a:effectLst/>
              </a:rPr>
              <a:t>so</a:t>
            </a:r>
            <a:r>
              <a:rPr lang="en-US" altLang="zh-CN" sz="2000" dirty="0">
                <a:solidFill>
                  <a:srgbClr val="002060"/>
                </a:solidFill>
              </a:rPr>
              <a:t>lution</a:t>
            </a:r>
            <a:r>
              <a:rPr lang="zh-CN" altLang="en-US" sz="2000" dirty="0">
                <a:solidFill>
                  <a:srgbClr val="002060"/>
                </a:solidFill>
              </a:rPr>
              <a:t> </a:t>
            </a:r>
            <a:r>
              <a:rPr lang="en-US" altLang="zh-CN" sz="2000" dirty="0">
                <a:solidFill>
                  <a:srgbClr val="002060"/>
                </a:solidFill>
              </a:rPr>
              <a:t>to</a:t>
            </a:r>
            <a:r>
              <a:rPr lang="zh-CN" altLang="en-US" sz="2000" dirty="0">
                <a:solidFill>
                  <a:srgbClr val="002060"/>
                </a:solidFill>
              </a:rPr>
              <a:t> </a:t>
            </a:r>
            <a:r>
              <a:rPr lang="en-US" altLang="zh-CN" sz="2000" dirty="0">
                <a:solidFill>
                  <a:srgbClr val="002060"/>
                </a:solidFill>
              </a:rPr>
              <a:t>allow</a:t>
            </a:r>
            <a:r>
              <a:rPr lang="zh-CN" altLang="en-US" sz="2000" dirty="0">
                <a:solidFill>
                  <a:srgbClr val="002060"/>
                </a:solidFill>
              </a:rPr>
              <a:t> </a:t>
            </a:r>
            <a:r>
              <a:rPr lang="en-US" altLang="zh-CN" sz="2000" dirty="0">
                <a:solidFill>
                  <a:srgbClr val="002060"/>
                </a:solidFill>
              </a:rPr>
              <a:t>user</a:t>
            </a:r>
            <a:r>
              <a:rPr lang="zh-CN" altLang="en-US" sz="2000" dirty="0">
                <a:solidFill>
                  <a:srgbClr val="002060"/>
                </a:solidFill>
              </a:rPr>
              <a:t> </a:t>
            </a:r>
            <a:r>
              <a:rPr lang="en-US" altLang="zh-CN" sz="2000" dirty="0">
                <a:solidFill>
                  <a:srgbClr val="002060"/>
                </a:solidFill>
              </a:rPr>
              <a:t>to</a:t>
            </a:r>
            <a:r>
              <a:rPr lang="zh-CN" altLang="en-US" sz="2000" dirty="0">
                <a:solidFill>
                  <a:srgbClr val="002060"/>
                </a:solidFill>
              </a:rPr>
              <a:t> </a:t>
            </a:r>
            <a:r>
              <a:rPr lang="en-US" altLang="zh-CN" sz="2000" dirty="0">
                <a:solidFill>
                  <a:srgbClr val="002060"/>
                </a:solidFill>
              </a:rPr>
              <a:t>choose</a:t>
            </a:r>
            <a:r>
              <a:rPr lang="zh-CN" altLang="en-US" sz="2000" dirty="0">
                <a:solidFill>
                  <a:srgbClr val="002060"/>
                </a:solidFill>
              </a:rPr>
              <a:t> </a:t>
            </a:r>
            <a:r>
              <a:rPr lang="en-US" altLang="zh-CN" sz="2000" dirty="0">
                <a:solidFill>
                  <a:srgbClr val="002060"/>
                </a:solidFill>
              </a:rPr>
              <a:t>among</a:t>
            </a:r>
            <a:r>
              <a:rPr lang="zh-CN" altLang="en-US" sz="2000" dirty="0">
                <a:solidFill>
                  <a:srgbClr val="002060"/>
                </a:solidFill>
              </a:rPr>
              <a:t> </a:t>
            </a:r>
            <a:r>
              <a:rPr lang="en-US" altLang="zh-CN" sz="2000" dirty="0">
                <a:solidFill>
                  <a:srgbClr val="002060"/>
                </a:solidFill>
              </a:rPr>
              <a:t>5</a:t>
            </a:r>
            <a:r>
              <a:rPr lang="zh-CN" altLang="en-US" sz="2000" dirty="0">
                <a:solidFill>
                  <a:srgbClr val="002060"/>
                </a:solidFill>
              </a:rPr>
              <a:t> </a:t>
            </a:r>
            <a:r>
              <a:rPr lang="en-US" altLang="zh-CN" sz="2000" dirty="0">
                <a:solidFill>
                  <a:srgbClr val="002060"/>
                </a:solidFill>
              </a:rPr>
              <a:t>options:</a:t>
            </a:r>
          </a:p>
          <a:p>
            <a:pPr algn="l" fontAlgn="base">
              <a:buNone/>
            </a:pPr>
            <a:r>
              <a:rPr lang="en-US" altLang="zh-CN" sz="2000" b="0" i="0" dirty="0">
                <a:solidFill>
                  <a:srgbClr val="002060"/>
                </a:solidFill>
                <a:effectLst/>
              </a:rPr>
              <a:t>Glider,</a:t>
            </a:r>
            <a:r>
              <a:rPr lang="zh-CN" altLang="en-US" sz="2000" b="0" i="0" dirty="0">
                <a:solidFill>
                  <a:srgbClr val="002060"/>
                </a:solidFill>
                <a:effectLst/>
              </a:rPr>
              <a:t> </a:t>
            </a:r>
            <a:r>
              <a:rPr lang="en-US" altLang="zh-CN" sz="2000" dirty="0">
                <a:solidFill>
                  <a:srgbClr val="002060"/>
                </a:solidFill>
              </a:rPr>
              <a:t>Toad,</a:t>
            </a:r>
            <a:r>
              <a:rPr lang="zh-CN" altLang="en-US" sz="2000" dirty="0">
                <a:solidFill>
                  <a:srgbClr val="002060"/>
                </a:solidFill>
              </a:rPr>
              <a:t> </a:t>
            </a:r>
            <a:r>
              <a:rPr lang="en-US" altLang="zh-CN" sz="2000" dirty="0">
                <a:solidFill>
                  <a:srgbClr val="002060"/>
                </a:solidFill>
              </a:rPr>
              <a:t>Beacon,</a:t>
            </a:r>
            <a:r>
              <a:rPr lang="zh-CN" altLang="en-US" sz="2000" dirty="0">
                <a:solidFill>
                  <a:srgbClr val="002060"/>
                </a:solidFill>
              </a:rPr>
              <a:t> </a:t>
            </a:r>
            <a:r>
              <a:rPr lang="en-US" altLang="zh-CN" sz="2000" dirty="0">
                <a:solidFill>
                  <a:srgbClr val="002060"/>
                </a:solidFill>
              </a:rPr>
              <a:t>Pulsar</a:t>
            </a:r>
            <a:r>
              <a:rPr lang="zh-CN" altLang="en-US" sz="2000" dirty="0">
                <a:solidFill>
                  <a:srgbClr val="002060"/>
                </a:solidFill>
              </a:rPr>
              <a:t> </a:t>
            </a:r>
            <a:r>
              <a:rPr lang="en-US" altLang="zh-CN" sz="2000" dirty="0">
                <a:solidFill>
                  <a:srgbClr val="002060"/>
                </a:solidFill>
              </a:rPr>
              <a:t>and</a:t>
            </a:r>
            <a:r>
              <a:rPr lang="zh-CN" altLang="en-US" sz="2000" dirty="0">
                <a:solidFill>
                  <a:srgbClr val="002060"/>
                </a:solidFill>
              </a:rPr>
              <a:t> </a:t>
            </a:r>
            <a:r>
              <a:rPr lang="en-US" altLang="zh-CN" sz="2000" dirty="0">
                <a:solidFill>
                  <a:srgbClr val="002060"/>
                </a:solidFill>
              </a:rPr>
              <a:t>random.</a:t>
            </a:r>
            <a:endParaRPr lang="en-AU" sz="2000" b="0" i="0" dirty="0">
              <a:solidFill>
                <a:srgbClr val="002060"/>
              </a:solidFill>
              <a:effectLst/>
            </a:endParaRPr>
          </a:p>
        </p:txBody>
      </p:sp>
    </p:spTree>
    <p:extLst>
      <p:ext uri="{BB962C8B-B14F-4D97-AF65-F5344CB8AC3E}">
        <p14:creationId xmlns:p14="http://schemas.microsoft.com/office/powerpoint/2010/main" val="325812838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C90310-7A58-3B78-6ABC-F114DCEA553A}"/>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81A93FE3-0812-AC9F-1340-BC2B7EE10805}"/>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Week 12 problem 1</a:t>
            </a:r>
            <a:endParaRPr lang="en-AU" dirty="0"/>
          </a:p>
        </p:txBody>
      </p:sp>
      <p:sp>
        <p:nvSpPr>
          <p:cNvPr id="2" name="Text Placeholder 3">
            <a:extLst>
              <a:ext uri="{FF2B5EF4-FFF2-40B4-BE49-F238E27FC236}">
                <a16:creationId xmlns:a16="http://schemas.microsoft.com/office/drawing/2014/main" id="{9258FF32-F225-3961-BBC4-1E8009BB8A22}"/>
              </a:ext>
            </a:extLst>
          </p:cNvPr>
          <p:cNvSpPr txBox="1">
            <a:spLocks/>
          </p:cNvSpPr>
          <p:nvPr/>
        </p:nvSpPr>
        <p:spPr>
          <a:xfrm>
            <a:off x="359998" y="1260000"/>
            <a:ext cx="7920000"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l" fontAlgn="base">
              <a:buNone/>
            </a:pPr>
            <a:r>
              <a:rPr lang="en-US" altLang="zh-CN" sz="2000" dirty="0" err="1">
                <a:solidFill>
                  <a:srgbClr val="002060"/>
                </a:solidFill>
                <a:latin typeface="JetBrains Mono" panose="020B0509020102050004" pitchFamily="49" charset="77"/>
              </a:rPr>
              <a:t>a</a:t>
            </a:r>
            <a:r>
              <a:rPr lang="en-US" altLang="zh-CN" sz="2000" dirty="0" err="1">
                <a:solidFill>
                  <a:srgbClr val="002060"/>
                </a:solidFill>
                <a:effectLst/>
                <a:latin typeface="JetBrains Mono" panose="020B0509020102050004" pitchFamily="49" charset="77"/>
              </a:rPr>
              <a:t>rgs</a:t>
            </a:r>
            <a:r>
              <a:rPr lang="zh-CN" altLang="en-US" sz="2800" b="1" i="0" dirty="0">
                <a:solidFill>
                  <a:srgbClr val="002060"/>
                </a:solidFill>
                <a:effectLst/>
              </a:rPr>
              <a:t> </a:t>
            </a:r>
            <a:r>
              <a:rPr lang="en-US" altLang="zh-CN" sz="2800" b="1" dirty="0">
                <a:solidFill>
                  <a:srgbClr val="002060"/>
                </a:solidFill>
              </a:rPr>
              <a:t>E</a:t>
            </a:r>
            <a:r>
              <a:rPr lang="en-US" altLang="zh-CN" sz="2800" b="1" i="0" dirty="0">
                <a:solidFill>
                  <a:srgbClr val="002060"/>
                </a:solidFill>
                <a:effectLst/>
              </a:rPr>
              <a:t>xtension</a:t>
            </a:r>
            <a:r>
              <a:rPr lang="en-AU" sz="2800" b="1" i="0" dirty="0">
                <a:solidFill>
                  <a:srgbClr val="002060"/>
                </a:solidFill>
                <a:effectLst/>
              </a:rPr>
              <a:t>: </a:t>
            </a:r>
            <a:r>
              <a:rPr lang="en-US" altLang="zh-CN" sz="2800" b="1" i="0" dirty="0">
                <a:solidFill>
                  <a:srgbClr val="002060"/>
                </a:solidFill>
                <a:effectLst/>
              </a:rPr>
              <a:t>Starburst</a:t>
            </a:r>
            <a:endParaRPr lang="en-AU" sz="2800" b="1" i="0" dirty="0">
              <a:solidFill>
                <a:srgbClr val="002060"/>
              </a:solidFill>
              <a:effectLst/>
            </a:endParaRPr>
          </a:p>
          <a:p>
            <a:r>
              <a:rPr lang="en-AU" sz="2000" dirty="0"/>
              <a:t>Draw a firework from the centre of the screen: one ray for each number you pass in, spread evenly around a full circle.</a:t>
            </a:r>
          </a:p>
          <a:p>
            <a:r>
              <a:rPr lang="en-US" altLang="zh-CN" sz="2000" dirty="0"/>
              <a:t>You</a:t>
            </a:r>
            <a:r>
              <a:rPr lang="zh-CN" altLang="en-US" sz="2000" dirty="0"/>
              <a:t> </a:t>
            </a:r>
            <a:r>
              <a:rPr lang="en-US" altLang="zh-CN" sz="2000" dirty="0"/>
              <a:t>will</a:t>
            </a:r>
            <a:r>
              <a:rPr lang="zh-CN" altLang="en-US" sz="2000" dirty="0"/>
              <a:t> </a:t>
            </a:r>
            <a:r>
              <a:rPr lang="en-US" altLang="zh-CN" sz="2000" dirty="0"/>
              <a:t>create</a:t>
            </a:r>
            <a:r>
              <a:rPr lang="zh-CN" altLang="en-US" sz="2000" dirty="0"/>
              <a:t> </a:t>
            </a:r>
            <a:r>
              <a:rPr lang="en-US" altLang="zh-CN" sz="2000" dirty="0"/>
              <a:t>a</a:t>
            </a:r>
            <a:r>
              <a:rPr lang="zh-CN" altLang="en-US" sz="2000" dirty="0"/>
              <a:t> </a:t>
            </a:r>
            <a:r>
              <a:rPr lang="en-US" altLang="zh-CN" sz="2000" dirty="0"/>
              <a:t>function</a:t>
            </a:r>
            <a:r>
              <a:rPr lang="zh-CN" altLang="en-US" sz="2000" dirty="0"/>
              <a:t> </a:t>
            </a:r>
            <a:endParaRPr lang="en-AU" altLang="zh-CN" sz="2000" dirty="0"/>
          </a:p>
          <a:p>
            <a:endParaRPr lang="en-AU" sz="2000" dirty="0"/>
          </a:p>
          <a:p>
            <a:pPr marL="360363"/>
            <a:r>
              <a:rPr lang="en-AU" sz="1400" dirty="0"/>
              <a:t>*lengths </a:t>
            </a:r>
            <a:r>
              <a:rPr lang="en-AU" sz="1800" dirty="0"/>
              <a:t>— any number of ray lengths. Six numbers → six rays, ten numbers → ten rays.</a:t>
            </a:r>
          </a:p>
          <a:p>
            <a:pPr marL="360363" lvl="2"/>
            <a:r>
              <a:rPr lang="en-AU" sz="1400" dirty="0"/>
              <a:t>**style </a:t>
            </a:r>
            <a:r>
              <a:rPr lang="en-AU" sz="1800" dirty="0"/>
              <a:t>— optional look-and-feel with defaults: </a:t>
            </a:r>
            <a:r>
              <a:rPr lang="en-AU" sz="1400" dirty="0" err="1">
                <a:latin typeface="JetBrains Mono" panose="020B0509020102050004" pitchFamily="49" charset="77"/>
              </a:rPr>
              <a:t>colo</a:t>
            </a:r>
            <a:r>
              <a:rPr lang="en-US" altLang="zh-CN" sz="1400" dirty="0">
                <a:latin typeface="JetBrains Mono" panose="020B0509020102050004" pitchFamily="49" charset="77"/>
              </a:rPr>
              <a:t>u</a:t>
            </a:r>
            <a:r>
              <a:rPr lang="en-AU" sz="1400" dirty="0">
                <a:latin typeface="JetBrains Mono" panose="020B0509020102050004" pitchFamily="49" charset="77"/>
              </a:rPr>
              <a:t>r</a:t>
            </a:r>
            <a:r>
              <a:rPr lang="en-AU" sz="1800" dirty="0"/>
              <a:t> (default "black") and </a:t>
            </a:r>
            <a:r>
              <a:rPr lang="en-AU" sz="1400" dirty="0" err="1">
                <a:latin typeface="JetBrains Mono" panose="020B0509020102050004" pitchFamily="49" charset="77"/>
              </a:rPr>
              <a:t>pensize</a:t>
            </a:r>
            <a:r>
              <a:rPr lang="en-AU" sz="1800" dirty="0"/>
              <a:t> (default 2).</a:t>
            </a:r>
          </a:p>
          <a:p>
            <a:pPr marL="9525" lvl="2"/>
            <a:r>
              <a:rPr lang="en-AU" sz="2000" dirty="0"/>
              <a:t>Example</a:t>
            </a:r>
            <a:r>
              <a:rPr lang="zh-CN" altLang="en-US" sz="2000" dirty="0"/>
              <a:t> </a:t>
            </a:r>
            <a:r>
              <a:rPr lang="en-US" altLang="zh-CN" sz="2000" dirty="0"/>
              <a:t>use:</a:t>
            </a:r>
            <a:endParaRPr lang="en-AU" sz="2000" dirty="0"/>
          </a:p>
        </p:txBody>
      </p:sp>
      <p:sp>
        <p:nvSpPr>
          <p:cNvPr id="3" name="TextBox 2">
            <a:extLst>
              <a:ext uri="{FF2B5EF4-FFF2-40B4-BE49-F238E27FC236}">
                <a16:creationId xmlns:a16="http://schemas.microsoft.com/office/drawing/2014/main" id="{DF55EC5A-3394-FD0B-2715-D8556CC3746D}"/>
              </a:ext>
            </a:extLst>
          </p:cNvPr>
          <p:cNvSpPr txBox="1"/>
          <p:nvPr/>
        </p:nvSpPr>
        <p:spPr>
          <a:xfrm>
            <a:off x="719998" y="3036369"/>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US" altLang="zh-CN" sz="1100" dirty="0">
                <a:latin typeface="JetBrains Mono" panose="020B0509020102050004" pitchFamily="49" charset="77"/>
              </a:rPr>
              <a:t>def burst(*lengths, **style): </a:t>
            </a:r>
          </a:p>
          <a:p>
            <a:pPr lvl="0">
              <a:spcBef>
                <a:spcPts val="450"/>
              </a:spcBef>
              <a:defRPr/>
            </a:pPr>
            <a:r>
              <a:rPr lang="zh-CN" altLang="en-US" sz="1100" dirty="0">
                <a:latin typeface="JetBrains Mono" panose="020B0509020102050004" pitchFamily="49" charset="77"/>
              </a:rPr>
              <a:t>    </a:t>
            </a:r>
            <a:r>
              <a:rPr lang="en-US" altLang="zh-CN" sz="1100" dirty="0">
                <a:latin typeface="JetBrains Mono" panose="020B0509020102050004" pitchFamily="49" charset="77"/>
              </a:rPr>
              <a:t>...</a:t>
            </a:r>
            <a:endParaRPr lang="en-AU" altLang="zh-CN" sz="1100" dirty="0">
              <a:latin typeface="JetBrains Mono" panose="020B0509020102050004" pitchFamily="49" charset="77"/>
            </a:endParaRPr>
          </a:p>
        </p:txBody>
      </p:sp>
      <p:sp>
        <p:nvSpPr>
          <p:cNvPr id="4" name="TextBox 3">
            <a:extLst>
              <a:ext uri="{FF2B5EF4-FFF2-40B4-BE49-F238E27FC236}">
                <a16:creationId xmlns:a16="http://schemas.microsoft.com/office/drawing/2014/main" id="{91562A00-11CD-9734-BFE7-4617EA05EDF0}"/>
              </a:ext>
            </a:extLst>
          </p:cNvPr>
          <p:cNvSpPr txBox="1"/>
          <p:nvPr/>
        </p:nvSpPr>
        <p:spPr>
          <a:xfrm>
            <a:off x="719998" y="5419761"/>
            <a:ext cx="7200000" cy="261610"/>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US" altLang="zh-CN" sz="1100" dirty="0">
                <a:latin typeface="JetBrains Mono" panose="020B0509020102050004" pitchFamily="49" charset="77"/>
              </a:rPr>
              <a:t>burst(60, 100, 60, 140, 60, 100, </a:t>
            </a:r>
            <a:r>
              <a:rPr lang="en-US" altLang="zh-CN" sz="1100" dirty="0" err="1">
                <a:latin typeface="JetBrains Mono" panose="020B0509020102050004" pitchFamily="49" charset="77"/>
              </a:rPr>
              <a:t>colour</a:t>
            </a:r>
            <a:r>
              <a:rPr lang="en-US" altLang="zh-CN" sz="1100" dirty="0">
                <a:latin typeface="JetBrains Mono" panose="020B0509020102050004" pitchFamily="49" charset="77"/>
              </a:rPr>
              <a:t>="orange", </a:t>
            </a:r>
            <a:r>
              <a:rPr lang="en-US" altLang="zh-CN" sz="1100" dirty="0" err="1">
                <a:latin typeface="JetBrains Mono" panose="020B0509020102050004" pitchFamily="49" charset="77"/>
              </a:rPr>
              <a:t>pensize</a:t>
            </a:r>
            <a:r>
              <a:rPr lang="en-US" altLang="zh-CN" sz="1100" dirty="0">
                <a:latin typeface="JetBrains Mono" panose="020B0509020102050004" pitchFamily="49" charset="77"/>
              </a:rPr>
              <a:t>=3)</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833375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4DB65-D343-3E59-D725-BBB8CF863E9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B7CFFA18-3439-9938-7B73-F2034EDA34C5}"/>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Week 12 problem 2</a:t>
            </a:r>
            <a:endParaRPr lang="en-AU" dirty="0"/>
          </a:p>
        </p:txBody>
      </p:sp>
      <p:sp>
        <p:nvSpPr>
          <p:cNvPr id="2" name="Text Placeholder 3">
            <a:extLst>
              <a:ext uri="{FF2B5EF4-FFF2-40B4-BE49-F238E27FC236}">
                <a16:creationId xmlns:a16="http://schemas.microsoft.com/office/drawing/2014/main" id="{1CEC484D-CE0B-CE87-756A-56907AF0D3DE}"/>
              </a:ext>
            </a:extLst>
          </p:cNvPr>
          <p:cNvSpPr txBox="1">
            <a:spLocks/>
          </p:cNvSpPr>
          <p:nvPr/>
        </p:nvSpPr>
        <p:spPr>
          <a:xfrm>
            <a:off x="359997" y="1260000"/>
            <a:ext cx="7440111"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l" fontAlgn="base">
              <a:buNone/>
            </a:pPr>
            <a:r>
              <a:rPr lang="en-US" altLang="zh-CN" sz="2800" b="1" i="0" dirty="0">
                <a:solidFill>
                  <a:srgbClr val="002060"/>
                </a:solidFill>
                <a:effectLst/>
              </a:rPr>
              <a:t>Naming</a:t>
            </a:r>
            <a:r>
              <a:rPr lang="zh-CN" altLang="en-US" sz="2800" b="1" i="0" dirty="0">
                <a:solidFill>
                  <a:srgbClr val="002060"/>
                </a:solidFill>
                <a:effectLst/>
              </a:rPr>
              <a:t> </a:t>
            </a:r>
            <a:r>
              <a:rPr lang="en-US" altLang="zh-CN" sz="2800" b="1" i="0" dirty="0">
                <a:solidFill>
                  <a:srgbClr val="002060"/>
                </a:solidFill>
                <a:effectLst/>
              </a:rPr>
              <a:t>Species</a:t>
            </a:r>
            <a:r>
              <a:rPr lang="zh-CN" altLang="en-US" sz="2800" b="1" i="0" dirty="0">
                <a:solidFill>
                  <a:srgbClr val="002060"/>
                </a:solidFill>
                <a:effectLst/>
              </a:rPr>
              <a:t> </a:t>
            </a:r>
            <a:r>
              <a:rPr lang="en-AU" sz="2800" b="1" i="0" dirty="0">
                <a:solidFill>
                  <a:srgbClr val="002060"/>
                </a:solidFill>
                <a:effectLst/>
              </a:rPr>
              <a:t>Extension</a:t>
            </a:r>
            <a:r>
              <a:rPr lang="zh-CN" altLang="en-US" sz="2800" b="1" i="0" dirty="0">
                <a:solidFill>
                  <a:srgbClr val="002060"/>
                </a:solidFill>
                <a:effectLst/>
              </a:rPr>
              <a:t> </a:t>
            </a:r>
            <a:r>
              <a:rPr lang="en-US" altLang="zh-CN" sz="2800" b="1" i="0" dirty="0">
                <a:solidFill>
                  <a:srgbClr val="002060"/>
                </a:solidFill>
                <a:effectLst/>
              </a:rPr>
              <a:t>3</a:t>
            </a:r>
            <a:r>
              <a:rPr lang="zh-CN" altLang="en-US" sz="2800" b="1" i="0" dirty="0">
                <a:solidFill>
                  <a:srgbClr val="002060"/>
                </a:solidFill>
                <a:effectLst/>
              </a:rPr>
              <a:t> </a:t>
            </a:r>
            <a:r>
              <a:rPr lang="en-AU" sz="2800" b="1" i="0" dirty="0">
                <a:solidFill>
                  <a:srgbClr val="002060"/>
                </a:solidFill>
                <a:effectLst/>
              </a:rPr>
              <a:t>: </a:t>
            </a:r>
            <a:r>
              <a:rPr lang="en-US" altLang="zh-CN" sz="2800" b="1" i="0" dirty="0">
                <a:solidFill>
                  <a:srgbClr val="002060"/>
                </a:solidFill>
                <a:effectLst/>
              </a:rPr>
              <a:t>Codenames</a:t>
            </a:r>
          </a:p>
          <a:p>
            <a:r>
              <a:rPr lang="en-AU" sz="2000" dirty="0"/>
              <a:t>I</a:t>
            </a:r>
            <a:r>
              <a:rPr lang="en-US" altLang="zh-CN" sz="2000" dirty="0"/>
              <a:t>t</a:t>
            </a:r>
            <a:r>
              <a:rPr lang="zh-CN" altLang="en-US" sz="2000" dirty="0"/>
              <a:t> </a:t>
            </a:r>
            <a:r>
              <a:rPr lang="en-US" altLang="zh-CN" sz="2000" dirty="0"/>
              <a:t>turns</a:t>
            </a:r>
            <a:r>
              <a:rPr lang="zh-CN" altLang="en-US" sz="2000" dirty="0"/>
              <a:t> </a:t>
            </a:r>
            <a:r>
              <a:rPr lang="en-US" altLang="zh-CN" sz="2000" dirty="0"/>
              <a:t>out</a:t>
            </a:r>
            <a:r>
              <a:rPr lang="zh-CN" altLang="en-US" sz="2000" dirty="0"/>
              <a:t> </a:t>
            </a:r>
            <a:r>
              <a:rPr lang="en-US" altLang="zh-CN" sz="2000" dirty="0"/>
              <a:t>that</a:t>
            </a:r>
            <a:r>
              <a:rPr lang="zh-CN" altLang="en-US" sz="2000" dirty="0"/>
              <a:t> </a:t>
            </a:r>
            <a:r>
              <a:rPr lang="en-GB" sz="2000" dirty="0" err="1"/>
              <a:t>Xylogora</a:t>
            </a:r>
            <a:r>
              <a:rPr lang="zh-CN" altLang="en-US" sz="2000" dirty="0"/>
              <a:t> </a:t>
            </a:r>
            <a:r>
              <a:rPr lang="en-US" altLang="zh-CN" sz="2000" dirty="0"/>
              <a:t>was</a:t>
            </a:r>
            <a:r>
              <a:rPr lang="zh-CN" altLang="en-US" sz="2000" dirty="0"/>
              <a:t> </a:t>
            </a:r>
            <a:r>
              <a:rPr lang="en-US" altLang="zh-CN" sz="2000" dirty="0"/>
              <a:t>a</a:t>
            </a:r>
            <a:r>
              <a:rPr lang="zh-CN" altLang="en-US" sz="2000" dirty="0"/>
              <a:t> </a:t>
            </a:r>
            <a:r>
              <a:rPr lang="en-US" altLang="zh-CN" sz="2000" dirty="0"/>
              <a:t>secret</a:t>
            </a:r>
            <a:r>
              <a:rPr lang="zh-CN" altLang="en-US" sz="2000" dirty="0"/>
              <a:t> </a:t>
            </a:r>
            <a:r>
              <a:rPr lang="en-US" altLang="zh-CN" sz="2000" dirty="0"/>
              <a:t>base</a:t>
            </a:r>
            <a:r>
              <a:rPr lang="zh-CN" altLang="en-US" sz="2000" dirty="0"/>
              <a:t> </a:t>
            </a:r>
            <a:r>
              <a:rPr lang="en-US" altLang="zh-CN" sz="2000" dirty="0"/>
              <a:t>of</a:t>
            </a:r>
            <a:r>
              <a:rPr lang="zh-CN" altLang="en-US" sz="2000" dirty="0"/>
              <a:t> </a:t>
            </a:r>
            <a:r>
              <a:rPr lang="en-US" altLang="zh-CN" sz="2000" dirty="0"/>
              <a:t>MI7.</a:t>
            </a:r>
            <a:r>
              <a:rPr lang="zh-CN" altLang="en-US" sz="2000" dirty="0"/>
              <a:t>  </a:t>
            </a:r>
            <a:r>
              <a:rPr lang="en-US" altLang="zh-CN" sz="2000" dirty="0"/>
              <a:t>They</a:t>
            </a:r>
            <a:r>
              <a:rPr lang="zh-CN" altLang="en-US" sz="2000" dirty="0"/>
              <a:t> </a:t>
            </a:r>
            <a:r>
              <a:rPr lang="en-US" altLang="zh-CN" sz="2000" dirty="0"/>
              <a:t>used</a:t>
            </a:r>
            <a:r>
              <a:rPr lang="zh-CN" altLang="en-US" sz="2000" dirty="0"/>
              <a:t> </a:t>
            </a:r>
            <a:r>
              <a:rPr lang="en-US" altLang="zh-CN" sz="2000" dirty="0"/>
              <a:t>you</a:t>
            </a:r>
            <a:r>
              <a:rPr lang="zh-CN" altLang="en-US" sz="2000" dirty="0"/>
              <a:t> </a:t>
            </a:r>
            <a:r>
              <a:rPr lang="en-US" altLang="zh-CN" sz="2000" dirty="0"/>
              <a:t>go</a:t>
            </a:r>
            <a:r>
              <a:rPr lang="zh-CN" altLang="en-US" sz="2000" dirty="0"/>
              <a:t> </a:t>
            </a:r>
            <a:r>
              <a:rPr lang="en-US" altLang="zh-CN" sz="2000" dirty="0"/>
              <a:t>discover</a:t>
            </a:r>
            <a:r>
              <a:rPr lang="zh-CN" altLang="en-US" sz="2000" dirty="0"/>
              <a:t> </a:t>
            </a:r>
            <a:r>
              <a:rPr lang="en-US" altLang="zh-CN" sz="2000" dirty="0"/>
              <a:t>new</a:t>
            </a:r>
            <a:r>
              <a:rPr lang="zh-CN" altLang="en-US" sz="2000" dirty="0"/>
              <a:t> </a:t>
            </a:r>
            <a:r>
              <a:rPr lang="en-US" altLang="zh-CN" sz="2000" dirty="0"/>
              <a:t>species,</a:t>
            </a:r>
            <a:r>
              <a:rPr lang="zh-CN" altLang="en-US" sz="2000" dirty="0"/>
              <a:t> </a:t>
            </a:r>
            <a:r>
              <a:rPr lang="en-US" altLang="zh-CN" sz="2000" dirty="0"/>
              <a:t>then</a:t>
            </a:r>
            <a:r>
              <a:rPr lang="zh-CN" altLang="en-US" sz="2000" dirty="0"/>
              <a:t> </a:t>
            </a:r>
            <a:r>
              <a:rPr lang="en-US" altLang="zh-CN" sz="2000" dirty="0"/>
              <a:t>they</a:t>
            </a:r>
            <a:r>
              <a:rPr lang="zh-CN" altLang="en-US" sz="2000" dirty="0"/>
              <a:t> </a:t>
            </a:r>
            <a:r>
              <a:rPr lang="en-US" altLang="zh-CN" sz="2000" dirty="0"/>
              <a:t>want</a:t>
            </a:r>
            <a:r>
              <a:rPr lang="zh-CN" altLang="en-US" sz="2000" dirty="0"/>
              <a:t> </a:t>
            </a:r>
            <a:r>
              <a:rPr lang="en-US" altLang="zh-CN" sz="2000" dirty="0"/>
              <a:t>you</a:t>
            </a:r>
            <a:r>
              <a:rPr lang="zh-CN" altLang="en-US" sz="2000" dirty="0"/>
              <a:t> </a:t>
            </a:r>
            <a:r>
              <a:rPr lang="en-US" altLang="zh-CN" sz="2000" dirty="0"/>
              <a:t>to</a:t>
            </a:r>
            <a:r>
              <a:rPr lang="zh-CN" altLang="en-US" sz="2000" dirty="0"/>
              <a:t> </a:t>
            </a:r>
            <a:r>
              <a:rPr lang="en-US" altLang="zh-CN" sz="2000" dirty="0"/>
              <a:t>t</a:t>
            </a:r>
            <a:r>
              <a:rPr lang="en-AU" sz="2000" dirty="0"/>
              <a:t>urn a list of animal names into secret agency codenames — first three letters in caps, a dash, then how long the name is: "Dolphin" → "DOL-7".</a:t>
            </a:r>
          </a:p>
          <a:p>
            <a:r>
              <a:rPr lang="en-AU" sz="2000" dirty="0"/>
              <a:t>Write a helper that codes </a:t>
            </a:r>
            <a:r>
              <a:rPr lang="en-AU" sz="2000" i="1" dirty="0"/>
              <a:t>one</a:t>
            </a:r>
            <a:r>
              <a:rPr lang="en-AU" sz="2000" dirty="0"/>
              <a:t> name, then use </a:t>
            </a:r>
            <a:r>
              <a:rPr lang="en-AU" sz="1600" dirty="0">
                <a:latin typeface="JetBrains Mono" panose="020B0509020102050004" pitchFamily="49" charset="77"/>
              </a:rPr>
              <a:t>map()</a:t>
            </a:r>
            <a:r>
              <a:rPr lang="en-AU" sz="2000" dirty="0"/>
              <a:t> to apply it to the whole list. </a:t>
            </a:r>
            <a:r>
              <a:rPr lang="en-AU" sz="2000" b="1" dirty="0"/>
              <a:t>No </a:t>
            </a:r>
            <a:r>
              <a:rPr lang="en-AU" sz="1600" dirty="0">
                <a:latin typeface="JetBrains Mono" panose="020B0509020102050004" pitchFamily="49" charset="77"/>
              </a:rPr>
              <a:t>for</a:t>
            </a:r>
            <a:r>
              <a:rPr lang="en-AU" sz="2000" b="1" dirty="0"/>
              <a:t> loop over the list, no list comprehension</a:t>
            </a:r>
            <a:r>
              <a:rPr lang="en-AU" sz="2000" dirty="0"/>
              <a:t> — </a:t>
            </a:r>
            <a:r>
              <a:rPr lang="en-AU" sz="1600" dirty="0">
                <a:latin typeface="JetBrains Mono" panose="020B0509020102050004" pitchFamily="49" charset="77"/>
              </a:rPr>
              <a:t>map() </a:t>
            </a:r>
            <a:r>
              <a:rPr lang="en-AU" sz="2000" dirty="0"/>
              <a:t>does the looping.</a:t>
            </a:r>
          </a:p>
        </p:txBody>
      </p:sp>
    </p:spTree>
    <p:extLst>
      <p:ext uri="{BB962C8B-B14F-4D97-AF65-F5344CB8AC3E}">
        <p14:creationId xmlns:p14="http://schemas.microsoft.com/office/powerpoint/2010/main" val="379710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5398C-62DF-130C-476E-2353D63C5A2E}"/>
            </a:ext>
          </a:extLst>
        </p:cNvPr>
        <p:cNvGrpSpPr/>
        <p:nvPr/>
      </p:nvGrpSpPr>
      <p:grpSpPr>
        <a:xfrm>
          <a:off x="0" y="0"/>
          <a:ext cx="0" cy="0"/>
          <a:chOff x="0" y="0"/>
          <a:chExt cx="0" cy="0"/>
        </a:xfrm>
      </p:grpSpPr>
      <p:sp>
        <p:nvSpPr>
          <p:cNvPr id="14" name="Text Placeholder 3">
            <a:extLst>
              <a:ext uri="{FF2B5EF4-FFF2-40B4-BE49-F238E27FC236}">
                <a16:creationId xmlns:a16="http://schemas.microsoft.com/office/drawing/2014/main" id="{16873CA3-48BD-97E9-5687-B5CFEC1E7B41}"/>
              </a:ext>
            </a:extLst>
          </p:cNvPr>
          <p:cNvSpPr txBox="1">
            <a:spLocks/>
          </p:cNvSpPr>
          <p:nvPr/>
        </p:nvSpPr>
        <p:spPr>
          <a:xfrm>
            <a:off x="360000" y="1620000"/>
            <a:ext cx="6243067" cy="2619756"/>
          </a:xfrm>
          <a:prstGeom prst="rect">
            <a:avLst/>
          </a:prstGeom>
        </p:spPr>
        <p:txBody>
          <a:bodyPr vert="horz" lIns="91440" tIns="45720" rIns="91440" bIns="45720" rtlCol="0">
            <a:norm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285750" indent="-285750">
              <a:spcBef>
                <a:spcPts val="450"/>
              </a:spcBef>
              <a:buFont typeface="Arial" panose="020B0604020202020204" pitchFamily="34" charset="0"/>
              <a:buChar char="•"/>
            </a:pPr>
            <a:endParaRPr lang="en-US" sz="2000" b="1">
              <a:solidFill>
                <a:srgbClr val="FF0000"/>
              </a:solidFill>
            </a:endParaRPr>
          </a:p>
        </p:txBody>
      </p:sp>
      <p:sp>
        <p:nvSpPr>
          <p:cNvPr id="6" name="Title 1">
            <a:extLst>
              <a:ext uri="{FF2B5EF4-FFF2-40B4-BE49-F238E27FC236}">
                <a16:creationId xmlns:a16="http://schemas.microsoft.com/office/drawing/2014/main" id="{01B86C8B-452F-D6C7-0CB6-F52A308761B3}"/>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dirty="0"/>
              <a:t>Week 1</a:t>
            </a:r>
            <a:r>
              <a:rPr lang="en-US" altLang="zh-CN" dirty="0"/>
              <a:t>3</a:t>
            </a:r>
            <a:r>
              <a:rPr lang="en-AU" dirty="0"/>
              <a:t> Problem </a:t>
            </a:r>
            <a:r>
              <a:rPr lang="en-US" altLang="zh-CN" dirty="0"/>
              <a:t>1</a:t>
            </a:r>
            <a:endParaRPr lang="en-AU" dirty="0"/>
          </a:p>
        </p:txBody>
      </p:sp>
      <p:sp>
        <p:nvSpPr>
          <p:cNvPr id="2" name="Text Placeholder 3">
            <a:extLst>
              <a:ext uri="{FF2B5EF4-FFF2-40B4-BE49-F238E27FC236}">
                <a16:creationId xmlns:a16="http://schemas.microsoft.com/office/drawing/2014/main" id="{6EAFBD98-C05B-DFEE-750F-20373669776C}"/>
              </a:ext>
            </a:extLst>
          </p:cNvPr>
          <p:cNvSpPr txBox="1">
            <a:spLocks/>
          </p:cNvSpPr>
          <p:nvPr/>
        </p:nvSpPr>
        <p:spPr>
          <a:xfrm>
            <a:off x="359998" y="1260000"/>
            <a:ext cx="7920000"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defTabSz="914400" fontAlgn="base">
              <a:spcBef>
                <a:spcPts val="0"/>
              </a:spcBef>
              <a:spcAft>
                <a:spcPts val="0"/>
              </a:spcAft>
              <a:defRPr/>
            </a:pPr>
            <a:r>
              <a:rPr kumimoji="0" lang="en-US" altLang="zh-CN" sz="2800" b="1" i="0" u="none" strike="noStrike" kern="1200" cap="none" spc="0" normalizeH="0" baseline="0" noProof="0" dirty="0">
                <a:ln>
                  <a:noFill/>
                </a:ln>
                <a:solidFill>
                  <a:srgbClr val="002060"/>
                </a:solidFill>
                <a:effectLst/>
                <a:uLnTx/>
                <a:uFillTx/>
                <a:latin typeface="Avenir Next LT Pro Light"/>
                <a:ea typeface="+mn-ea"/>
                <a:cs typeface="+mn-cs"/>
              </a:rPr>
              <a:t>The</a:t>
            </a:r>
            <a:r>
              <a:rPr kumimoji="0" lang="zh-CN" altLang="en-US" sz="2800" b="1" i="0" u="none" strike="noStrike" kern="1200" cap="none" spc="0" normalizeH="0" baseline="0" noProof="0" dirty="0">
                <a:ln>
                  <a:noFill/>
                </a:ln>
                <a:solidFill>
                  <a:srgbClr val="002060"/>
                </a:solidFill>
                <a:effectLst/>
                <a:uLnTx/>
                <a:uFillTx/>
                <a:latin typeface="Avenir Next LT Pro Light"/>
                <a:ea typeface="+mn-ea"/>
                <a:cs typeface="+mn-cs"/>
              </a:rPr>
              <a:t> </a:t>
            </a:r>
            <a:r>
              <a:rPr lang="en-US" altLang="zh-CN" sz="2800" b="1" dirty="0">
                <a:solidFill>
                  <a:srgbClr val="002060"/>
                </a:solidFill>
                <a:latin typeface="Avenir Next LT Pro Light"/>
              </a:rPr>
              <a:t>Square</a:t>
            </a:r>
            <a:r>
              <a:rPr lang="zh-CN" altLang="en-US" sz="2800" b="1" dirty="0">
                <a:solidFill>
                  <a:srgbClr val="002060"/>
                </a:solidFill>
                <a:latin typeface="Avenir Next LT Pro Light"/>
              </a:rPr>
              <a:t> </a:t>
            </a:r>
            <a:r>
              <a:rPr lang="en-US" altLang="zh-CN" sz="2800" b="1" dirty="0">
                <a:solidFill>
                  <a:srgbClr val="002060"/>
                </a:solidFill>
                <a:latin typeface="Avenir Next LT Pro Light"/>
              </a:rPr>
              <a:t>Canvas</a:t>
            </a:r>
            <a:r>
              <a:rPr kumimoji="0" lang="en-AU" sz="2800" b="1" i="0" u="none" strike="noStrike" kern="1200" cap="none" spc="0" normalizeH="0" baseline="0" noProof="0" dirty="0">
                <a:ln>
                  <a:noFill/>
                </a:ln>
                <a:solidFill>
                  <a:srgbClr val="002060"/>
                </a:solidFill>
                <a:effectLst/>
                <a:uLnTx/>
                <a:uFillTx/>
                <a:latin typeface="Avenir Next LT Pro Light"/>
                <a:ea typeface="+mn-ea"/>
                <a:cs typeface="+mn-cs"/>
              </a:rPr>
              <a:t>:</a:t>
            </a:r>
          </a:p>
          <a:p>
            <a:pPr>
              <a:spcBef>
                <a:spcPts val="600"/>
              </a:spcBef>
              <a:spcAft>
                <a:spcPts val="600"/>
              </a:spcAft>
            </a:pPr>
            <a:r>
              <a:rPr lang="en-AU" sz="2000" dirty="0"/>
              <a:t>You </a:t>
            </a:r>
            <a:r>
              <a:rPr lang="en-US" altLang="zh-CN" sz="2000" dirty="0"/>
              <a:t>kids</a:t>
            </a:r>
            <a:r>
              <a:rPr lang="zh-CN" altLang="en-US" sz="2000" dirty="0"/>
              <a:t> </a:t>
            </a:r>
            <a:r>
              <a:rPr lang="en-US" altLang="zh-CN" sz="2000" dirty="0"/>
              <a:t>are</a:t>
            </a:r>
            <a:r>
              <a:rPr lang="zh-CN" altLang="en-US" sz="2000" dirty="0"/>
              <a:t> </a:t>
            </a:r>
            <a:r>
              <a:rPr lang="en-US" altLang="zh-CN" sz="2000" dirty="0"/>
              <a:t>naughty</a:t>
            </a:r>
            <a:r>
              <a:rPr lang="en-AU" sz="2000" dirty="0"/>
              <a:t> again, </a:t>
            </a:r>
            <a:r>
              <a:rPr lang="en-US" altLang="zh-CN" sz="2000" dirty="0"/>
              <a:t>by</a:t>
            </a:r>
            <a:r>
              <a:rPr lang="en-AU" sz="2000" dirty="0"/>
              <a:t> splatter</a:t>
            </a:r>
            <a:r>
              <a:rPr lang="en-US" altLang="zh-CN" sz="2000" dirty="0" err="1"/>
              <a:t>ing</a:t>
            </a:r>
            <a:r>
              <a:rPr lang="en-AU" sz="2000" dirty="0"/>
              <a:t> paint all over the floor.</a:t>
            </a:r>
          </a:p>
          <a:p>
            <a:pPr>
              <a:spcBef>
                <a:spcPts val="600"/>
              </a:spcBef>
              <a:spcAft>
                <a:spcPts val="600"/>
              </a:spcAft>
            </a:pPr>
            <a:r>
              <a:rPr lang="en-US" altLang="zh-CN" sz="2000" dirty="0"/>
              <a:t>T</a:t>
            </a:r>
            <a:r>
              <a:rPr lang="en-AU" sz="2000" dirty="0"/>
              <a:t>he class has made </a:t>
            </a:r>
            <a:r>
              <a:rPr lang="en-AU" sz="2000" b="1" i="1" dirty="0"/>
              <a:t>N</a:t>
            </a:r>
            <a:r>
              <a:rPr lang="en-AU" sz="2000" dirty="0"/>
              <a:t> paint splatters on </a:t>
            </a:r>
            <a:r>
              <a:rPr lang="en-US" altLang="zh-CN" sz="2000" dirty="0"/>
              <a:t>the</a:t>
            </a:r>
            <a:r>
              <a:rPr lang="zh-CN" altLang="en-US" sz="2000" dirty="0"/>
              <a:t> </a:t>
            </a:r>
            <a:r>
              <a:rPr lang="en-US" altLang="zh-CN" sz="2000" dirty="0"/>
              <a:t>floor</a:t>
            </a:r>
            <a:r>
              <a:rPr lang="en-AU" sz="2000" dirty="0"/>
              <a:t>. The </a:t>
            </a:r>
            <a:r>
              <a:rPr lang="en-AU" sz="2000" i="1" dirty="0" err="1"/>
              <a:t>i-th</a:t>
            </a:r>
            <a:r>
              <a:rPr lang="en-AU" sz="2000" dirty="0"/>
              <a:t> splatter is located </a:t>
            </a:r>
            <a:r>
              <a:rPr lang="en-AU" sz="2000" i="1" dirty="0"/>
              <a:t>xᵢ</a:t>
            </a:r>
            <a:r>
              <a:rPr lang="zh-CN" altLang="en-US" sz="2000" i="1" dirty="0"/>
              <a:t> </a:t>
            </a:r>
            <a:r>
              <a:rPr lang="en-AU" sz="2000" dirty="0"/>
              <a:t>c</a:t>
            </a:r>
            <a:r>
              <a:rPr lang="en-US" altLang="zh-CN" sz="2000" dirty="0" err="1"/>
              <a:t>ms</a:t>
            </a:r>
            <a:r>
              <a:rPr lang="en-AU" sz="2000" dirty="0"/>
              <a:t> from the left edge of the floor, and </a:t>
            </a:r>
            <a:r>
              <a:rPr lang="en-AU" sz="2000" i="1" dirty="0"/>
              <a:t>yᵢ</a:t>
            </a:r>
            <a:r>
              <a:rPr lang="en-AU" sz="2000" dirty="0"/>
              <a:t> c</a:t>
            </a:r>
            <a:r>
              <a:rPr lang="en-US" altLang="zh-CN" sz="2000" dirty="0" err="1"/>
              <a:t>ms</a:t>
            </a:r>
            <a:r>
              <a:rPr lang="en-AU" sz="2000" dirty="0"/>
              <a:t> from the bottom edge.</a:t>
            </a:r>
          </a:p>
          <a:p>
            <a:pPr>
              <a:spcBef>
                <a:spcPts val="600"/>
              </a:spcBef>
              <a:spcAft>
                <a:spcPts val="600"/>
              </a:spcAft>
            </a:pPr>
            <a:r>
              <a:rPr lang="en-AU" sz="2000" dirty="0"/>
              <a:t>Before the teacher gets back, you want to hide the evidence under a single canvas drop-sheet. </a:t>
            </a:r>
            <a:r>
              <a:rPr lang="en-US" altLang="zh-CN" sz="2000" dirty="0"/>
              <a:t>Y</a:t>
            </a:r>
            <a:r>
              <a:rPr lang="en-AU" sz="2000" dirty="0"/>
              <a:t>our canvas should be:</a:t>
            </a:r>
          </a:p>
          <a:p>
            <a:pPr marL="342900" lvl="0" indent="-342900">
              <a:spcBef>
                <a:spcPts val="0"/>
              </a:spcBef>
              <a:spcAft>
                <a:spcPts val="0"/>
              </a:spcAft>
              <a:buFont typeface="Arial" panose="020B0604020202020204" pitchFamily="34" charset="0"/>
              <a:buChar char="•"/>
            </a:pPr>
            <a:r>
              <a:rPr lang="en-AU" sz="1800" b="1" dirty="0"/>
              <a:t>square</a:t>
            </a:r>
            <a:r>
              <a:rPr lang="en-AU" sz="1800" dirty="0"/>
              <a:t> in shape,</a:t>
            </a:r>
          </a:p>
          <a:p>
            <a:pPr marL="342900" lvl="0" indent="-342900">
              <a:spcBef>
                <a:spcPts val="0"/>
              </a:spcBef>
              <a:spcAft>
                <a:spcPts val="0"/>
              </a:spcAft>
              <a:buFont typeface="Arial" panose="020B0604020202020204" pitchFamily="34" charset="0"/>
              <a:buChar char="•"/>
            </a:pPr>
            <a:r>
              <a:rPr lang="en-AU" sz="1800" dirty="0"/>
              <a:t>laid so its sides are parallel to the edges of the floor,</a:t>
            </a:r>
          </a:p>
          <a:p>
            <a:pPr marL="342900" lvl="0" indent="-342900">
              <a:spcBef>
                <a:spcPts val="0"/>
              </a:spcBef>
              <a:spcAft>
                <a:spcPts val="0"/>
              </a:spcAft>
              <a:buFont typeface="Arial" panose="020B0604020202020204" pitchFamily="34" charset="0"/>
              <a:buChar char="•"/>
            </a:pPr>
            <a:r>
              <a:rPr lang="en-AU" sz="1800" dirty="0"/>
              <a:t>large enough to cover </a:t>
            </a:r>
            <a:r>
              <a:rPr lang="en-AU" sz="1800" b="1" dirty="0"/>
              <a:t>all</a:t>
            </a:r>
            <a:r>
              <a:rPr lang="en-AU" sz="1800" dirty="0"/>
              <a:t> of the splatters.</a:t>
            </a:r>
          </a:p>
          <a:p>
            <a:pPr>
              <a:spcBef>
                <a:spcPts val="600"/>
              </a:spcBef>
              <a:spcAft>
                <a:spcPts val="600"/>
              </a:spcAft>
            </a:pPr>
            <a:r>
              <a:rPr lang="en-AU" sz="2000" dirty="0"/>
              <a:t>A splatter on the very edge of the canvas still counts as covered. You've decided to write a program that tells you the area of the smallest square canvas that will cover every splatter.</a:t>
            </a:r>
          </a:p>
        </p:txBody>
      </p:sp>
    </p:spTree>
    <p:extLst>
      <p:ext uri="{BB962C8B-B14F-4D97-AF65-F5344CB8AC3E}">
        <p14:creationId xmlns:p14="http://schemas.microsoft.com/office/powerpoint/2010/main" val="193775154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CD7385-B5C6-2C2E-8A97-62190261178E}"/>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845E1973-A20A-DD19-655C-EDA606770903}"/>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Week 13 problem 2</a:t>
            </a:r>
            <a:endParaRPr lang="en-AU" dirty="0"/>
          </a:p>
        </p:txBody>
      </p:sp>
      <p:sp>
        <p:nvSpPr>
          <p:cNvPr id="2" name="Text Placeholder 3">
            <a:extLst>
              <a:ext uri="{FF2B5EF4-FFF2-40B4-BE49-F238E27FC236}">
                <a16:creationId xmlns:a16="http://schemas.microsoft.com/office/drawing/2014/main" id="{FF95D11B-3A34-33C5-89C2-CC0543DD3280}"/>
              </a:ext>
            </a:extLst>
          </p:cNvPr>
          <p:cNvSpPr txBox="1">
            <a:spLocks/>
          </p:cNvSpPr>
          <p:nvPr/>
        </p:nvSpPr>
        <p:spPr>
          <a:xfrm>
            <a:off x="359998" y="1260000"/>
            <a:ext cx="7920000"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base"/>
            <a:r>
              <a:rPr lang="en-AU" sz="2800" b="1" i="0" dirty="0">
                <a:solidFill>
                  <a:srgbClr val="002060"/>
                </a:solidFill>
                <a:effectLst/>
              </a:rPr>
              <a:t>The Messy Expedition Folder</a:t>
            </a:r>
          </a:p>
          <a:p>
            <a:pPr>
              <a:spcBef>
                <a:spcPts val="600"/>
              </a:spcBef>
              <a:spcAft>
                <a:spcPts val="600"/>
              </a:spcAft>
            </a:pPr>
            <a:r>
              <a:rPr lang="en-AU" sz="2000" dirty="0"/>
              <a:t>Back from </a:t>
            </a:r>
            <a:r>
              <a:rPr lang="en-AU" sz="2000" dirty="0" err="1"/>
              <a:t>Xylogora</a:t>
            </a:r>
            <a:r>
              <a:rPr lang="en-AU" sz="2000" dirty="0"/>
              <a:t>, you dumped every file into one folder, all mixed together. Time to tidy up automatically.</a:t>
            </a:r>
          </a:p>
          <a:p>
            <a:pPr>
              <a:spcBef>
                <a:spcPts val="600"/>
              </a:spcBef>
              <a:spcAft>
                <a:spcPts val="600"/>
              </a:spcAft>
            </a:pPr>
            <a:r>
              <a:rPr lang="en-AU" sz="2000" b="1" dirty="0"/>
              <a:t>Your task.</a:t>
            </a:r>
            <a:r>
              <a:rPr lang="en-AU" sz="2000" dirty="0"/>
              <a:t> Write a function:</a:t>
            </a:r>
          </a:p>
          <a:p>
            <a:pPr>
              <a:spcBef>
                <a:spcPts val="600"/>
              </a:spcBef>
              <a:spcAft>
                <a:spcPts val="600"/>
              </a:spcAft>
            </a:pPr>
            <a:endParaRPr lang="en-AU" sz="1200" dirty="0"/>
          </a:p>
          <a:p>
            <a:pPr>
              <a:spcBef>
                <a:spcPts val="600"/>
              </a:spcBef>
              <a:spcAft>
                <a:spcPts val="600"/>
              </a:spcAft>
            </a:pPr>
            <a:r>
              <a:rPr lang="en-US" altLang="zh-CN" sz="2000" dirty="0"/>
              <a:t>I</a:t>
            </a:r>
            <a:r>
              <a:rPr lang="en-AU" sz="2000" dirty="0"/>
              <a:t>t looks at every </a:t>
            </a:r>
            <a:r>
              <a:rPr lang="en-AU" sz="2000" b="1" dirty="0"/>
              <a:t>file</a:t>
            </a:r>
            <a:r>
              <a:rPr lang="en-AU" sz="2000" dirty="0"/>
              <a:t> directly inside </a:t>
            </a:r>
            <a:r>
              <a:rPr lang="en-AU" sz="1600" dirty="0">
                <a:latin typeface="JetBrains Mono" panose="020B0509020102050004" pitchFamily="49" charset="77"/>
              </a:rPr>
              <a:t>folder</a:t>
            </a:r>
            <a:r>
              <a:rPr lang="en-AU" sz="2000" dirty="0"/>
              <a:t> and moves it into a subfolder named after its extension. So </a:t>
            </a:r>
            <a:r>
              <a:rPr lang="en-AU" sz="1600" dirty="0" err="1">
                <a:latin typeface="JetBrains Mono" panose="020B0509020102050004" pitchFamily="49" charset="77"/>
              </a:rPr>
              <a:t>kingfisher.jpg</a:t>
            </a:r>
            <a:r>
              <a:rPr lang="en-AU" sz="2000" dirty="0"/>
              <a:t> goes into a </a:t>
            </a:r>
            <a:r>
              <a:rPr lang="en-AU" sz="1600" dirty="0">
                <a:latin typeface="JetBrains Mono" panose="020B0509020102050004" pitchFamily="49" charset="77"/>
              </a:rPr>
              <a:t>jpg/</a:t>
            </a:r>
            <a:r>
              <a:rPr lang="en-AU" sz="2000" dirty="0"/>
              <a:t> subfolder, </a:t>
            </a:r>
            <a:r>
              <a:rPr lang="en-AU" sz="1600" dirty="0" err="1">
                <a:latin typeface="JetBrains Mono" panose="020B0509020102050004" pitchFamily="49" charset="77"/>
              </a:rPr>
              <a:t>field_notes.txt</a:t>
            </a:r>
            <a:r>
              <a:rPr lang="en-AU" sz="1600" dirty="0">
                <a:latin typeface="JetBrains Mono" panose="020B0509020102050004" pitchFamily="49" charset="77"/>
              </a:rPr>
              <a:t> </a:t>
            </a:r>
            <a:r>
              <a:rPr lang="en-AU" sz="2000" dirty="0"/>
              <a:t>into </a:t>
            </a:r>
            <a:r>
              <a:rPr lang="en-AU" sz="1600" dirty="0">
                <a:latin typeface="JetBrains Mono" panose="020B0509020102050004" pitchFamily="49" charset="77"/>
              </a:rPr>
              <a:t>txt/</a:t>
            </a:r>
            <a:r>
              <a:rPr lang="en-AU" sz="2000" dirty="0"/>
              <a:t>, </a:t>
            </a:r>
            <a:r>
              <a:rPr lang="en-AU" sz="1600" dirty="0" err="1">
                <a:latin typeface="JetBrains Mono" panose="020B0509020102050004" pitchFamily="49" charset="77"/>
              </a:rPr>
              <a:t>measurements.csv</a:t>
            </a:r>
            <a:r>
              <a:rPr lang="en-AU" sz="2000" dirty="0"/>
              <a:t> into </a:t>
            </a:r>
            <a:r>
              <a:rPr lang="en-AU" sz="1600" dirty="0">
                <a:latin typeface="JetBrains Mono" panose="020B0509020102050004" pitchFamily="49" charset="77"/>
              </a:rPr>
              <a:t>csv/</a:t>
            </a:r>
            <a:r>
              <a:rPr lang="en-AU" sz="2000" dirty="0"/>
              <a:t>. Create each subfolder only if it doesn't already exist.</a:t>
            </a:r>
          </a:p>
          <a:p>
            <a:pPr>
              <a:spcBef>
                <a:spcPts val="600"/>
              </a:spcBef>
              <a:spcAft>
                <a:spcPts val="600"/>
              </a:spcAft>
            </a:pPr>
            <a:r>
              <a:rPr lang="en-AU" sz="2000" b="1" dirty="0"/>
              <a:t>Example</a:t>
            </a:r>
            <a:r>
              <a:rPr lang="en-US" altLang="zh-CN" sz="2000" b="1" dirty="0"/>
              <a:t>:</a:t>
            </a:r>
            <a:r>
              <a:rPr lang="en-AU" sz="2000" dirty="0"/>
              <a:t> A folder containing </a:t>
            </a:r>
            <a:r>
              <a:rPr lang="en-AU" sz="1600" dirty="0" err="1">
                <a:latin typeface="JetBrains Mono" panose="020B0509020102050004" pitchFamily="49" charset="77"/>
              </a:rPr>
              <a:t>kingfisher.JPG</a:t>
            </a:r>
            <a:r>
              <a:rPr lang="en-AU" sz="2000" dirty="0"/>
              <a:t>, </a:t>
            </a:r>
            <a:r>
              <a:rPr lang="en-AU" sz="1600" dirty="0" err="1">
                <a:latin typeface="JetBrains Mono" panose="020B0509020102050004" pitchFamily="49" charset="77"/>
              </a:rPr>
              <a:t>wolphin.jpg</a:t>
            </a:r>
            <a:r>
              <a:rPr lang="en-AU" sz="2000" dirty="0"/>
              <a:t>, </a:t>
            </a:r>
            <a:r>
              <a:rPr lang="en-AU" sz="1600" dirty="0" err="1">
                <a:latin typeface="JetBrains Mono" panose="020B0509020102050004" pitchFamily="49" charset="77"/>
              </a:rPr>
              <a:t>field_notes.txt</a:t>
            </a:r>
            <a:r>
              <a:rPr lang="en-AU" sz="2000" dirty="0"/>
              <a:t>, </a:t>
            </a:r>
            <a:r>
              <a:rPr lang="en-AU" sz="1600" dirty="0" err="1">
                <a:latin typeface="JetBrains Mono" panose="020B0509020102050004" pitchFamily="49" charset="77"/>
              </a:rPr>
              <a:t>measurements.csv</a:t>
            </a:r>
            <a:r>
              <a:rPr lang="en-AU" sz="2000" dirty="0"/>
              <a:t>, </a:t>
            </a:r>
            <a:r>
              <a:rPr lang="en-AU" sz="1600" dirty="0">
                <a:latin typeface="JetBrains Mono" panose="020B0509020102050004" pitchFamily="49" charset="77"/>
              </a:rPr>
              <a:t>README</a:t>
            </a:r>
            <a:r>
              <a:rPr lang="en-AU" sz="2000" dirty="0"/>
              <a:t> becomes:</a:t>
            </a:r>
          </a:p>
          <a:p>
            <a:pPr>
              <a:spcBef>
                <a:spcPts val="600"/>
              </a:spcBef>
              <a:spcAft>
                <a:spcPts val="600"/>
              </a:spcAft>
            </a:pPr>
            <a:endParaRPr lang="en-AU" sz="2000" dirty="0"/>
          </a:p>
          <a:p>
            <a:pPr marL="9525" lvl="2"/>
            <a:endParaRPr lang="en-AU" sz="2000" dirty="0"/>
          </a:p>
        </p:txBody>
      </p:sp>
      <p:sp>
        <p:nvSpPr>
          <p:cNvPr id="3" name="TextBox 2">
            <a:extLst>
              <a:ext uri="{FF2B5EF4-FFF2-40B4-BE49-F238E27FC236}">
                <a16:creationId xmlns:a16="http://schemas.microsoft.com/office/drawing/2014/main" id="{15A6007E-BC3F-594A-7B1F-8A14D33FD6FE}"/>
              </a:ext>
            </a:extLst>
          </p:cNvPr>
          <p:cNvSpPr txBox="1"/>
          <p:nvPr/>
        </p:nvSpPr>
        <p:spPr>
          <a:xfrm>
            <a:off x="719998" y="2937758"/>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sz="1100" dirty="0">
                <a:latin typeface="JetBrains Mono" panose="020B0509020102050004" pitchFamily="49" charset="77"/>
              </a:rPr>
              <a:t>def </a:t>
            </a:r>
            <a:r>
              <a:rPr lang="en-AU" sz="1100" dirty="0" err="1">
                <a:latin typeface="JetBrains Mono" panose="020B0509020102050004" pitchFamily="49" charset="77"/>
              </a:rPr>
              <a:t>organi</a:t>
            </a:r>
            <a:r>
              <a:rPr lang="en-US" altLang="zh-CN" sz="1100" dirty="0">
                <a:latin typeface="JetBrains Mono" panose="020B0509020102050004" pitchFamily="49" charset="77"/>
              </a:rPr>
              <a:t>s</a:t>
            </a:r>
            <a:r>
              <a:rPr lang="en-AU" sz="1100" dirty="0" err="1">
                <a:latin typeface="JetBrains Mono" panose="020B0509020102050004" pitchFamily="49" charset="77"/>
              </a:rPr>
              <a:t>e_by_type</a:t>
            </a:r>
            <a:r>
              <a:rPr lang="en-AU" sz="1100" dirty="0">
                <a:latin typeface="JetBrains Mono" panose="020B0509020102050004" pitchFamily="49" charset="77"/>
              </a:rPr>
              <a:t>(folder): </a:t>
            </a:r>
          </a:p>
          <a:p>
            <a:pPr lvl="0">
              <a:spcBef>
                <a:spcPts val="450"/>
              </a:spcBef>
              <a:defRPr/>
            </a:pPr>
            <a:r>
              <a:rPr lang="zh-CN" altLang="en-US" sz="1100" dirty="0">
                <a:latin typeface="JetBrains Mono" panose="020B0509020102050004" pitchFamily="49" charset="77"/>
              </a:rPr>
              <a:t>    </a:t>
            </a:r>
            <a:r>
              <a:rPr lang="en-US" altLang="zh-CN" sz="1100" dirty="0">
                <a:latin typeface="JetBrains Mono" panose="020B0509020102050004" pitchFamily="49" charset="77"/>
              </a:rPr>
              <a:t>…</a:t>
            </a:r>
            <a:endParaRPr lang="en-AU" altLang="zh-CN" sz="1100" dirty="0">
              <a:latin typeface="JetBrains Mono" panose="020B0509020102050004" pitchFamily="49" charset="77"/>
            </a:endParaRPr>
          </a:p>
        </p:txBody>
      </p:sp>
      <p:sp>
        <p:nvSpPr>
          <p:cNvPr id="5" name="TextBox 4">
            <a:extLst>
              <a:ext uri="{FF2B5EF4-FFF2-40B4-BE49-F238E27FC236}">
                <a16:creationId xmlns:a16="http://schemas.microsoft.com/office/drawing/2014/main" id="{DC89C521-DA2F-EBD6-4B8E-6D3B9B5F24AF}"/>
              </a:ext>
            </a:extLst>
          </p:cNvPr>
          <p:cNvSpPr txBox="1"/>
          <p:nvPr/>
        </p:nvSpPr>
        <p:spPr>
          <a:xfrm>
            <a:off x="719998" y="5474454"/>
            <a:ext cx="7200000" cy="961802"/>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sz="1100" dirty="0">
                <a:latin typeface="JetBrains Mono" panose="020B0509020102050004" pitchFamily="49" charset="77"/>
              </a:rPr>
              <a:t>jpg/</a:t>
            </a:r>
            <a:r>
              <a:rPr lang="en-AU" sz="1100" dirty="0" err="1">
                <a:latin typeface="JetBrains Mono" panose="020B0509020102050004" pitchFamily="49" charset="77"/>
              </a:rPr>
              <a:t>kingfisher.JPG</a:t>
            </a:r>
            <a:r>
              <a:rPr lang="en-AU" sz="1100" dirty="0">
                <a:latin typeface="JetBrains Mono" panose="020B0509020102050004" pitchFamily="49" charset="77"/>
              </a:rPr>
              <a:t>   jpg/</a:t>
            </a:r>
            <a:r>
              <a:rPr lang="en-AU" sz="1100" dirty="0" err="1">
                <a:latin typeface="JetBrains Mono" panose="020B0509020102050004" pitchFamily="49" charset="77"/>
              </a:rPr>
              <a:t>wolphin.jpg</a:t>
            </a:r>
            <a:endParaRPr lang="en-AU" sz="1100" dirty="0">
              <a:latin typeface="JetBrains Mono" panose="020B0509020102050004" pitchFamily="49" charset="77"/>
            </a:endParaRPr>
          </a:p>
          <a:p>
            <a:pPr lvl="0">
              <a:spcBef>
                <a:spcPts val="450"/>
              </a:spcBef>
              <a:defRPr/>
            </a:pPr>
            <a:r>
              <a:rPr lang="en-AU" sz="1100" dirty="0">
                <a:latin typeface="JetBrains Mono" panose="020B0509020102050004" pitchFamily="49" charset="77"/>
              </a:rPr>
              <a:t>txt/</a:t>
            </a:r>
            <a:r>
              <a:rPr lang="en-AU" sz="1100" dirty="0" err="1">
                <a:latin typeface="JetBrains Mono" panose="020B0509020102050004" pitchFamily="49" charset="77"/>
              </a:rPr>
              <a:t>field_notes.txt</a:t>
            </a:r>
            <a:endParaRPr lang="en-AU" sz="1100" dirty="0">
              <a:latin typeface="JetBrains Mono" panose="020B0509020102050004" pitchFamily="49" charset="77"/>
            </a:endParaRPr>
          </a:p>
          <a:p>
            <a:pPr lvl="0">
              <a:spcBef>
                <a:spcPts val="450"/>
              </a:spcBef>
              <a:defRPr/>
            </a:pPr>
            <a:r>
              <a:rPr lang="en-AU" sz="1100" dirty="0">
                <a:latin typeface="JetBrains Mono" panose="020B0509020102050004" pitchFamily="49" charset="77"/>
              </a:rPr>
              <a:t>csv/</a:t>
            </a:r>
            <a:r>
              <a:rPr lang="en-AU" sz="1100" dirty="0" err="1">
                <a:latin typeface="JetBrains Mono" panose="020B0509020102050004" pitchFamily="49" charset="77"/>
              </a:rPr>
              <a:t>measurements.csv</a:t>
            </a:r>
            <a:endParaRPr lang="en-AU" sz="1100" dirty="0">
              <a:latin typeface="JetBrains Mono" panose="020B0509020102050004" pitchFamily="49" charset="77"/>
            </a:endParaRPr>
          </a:p>
          <a:p>
            <a:pPr lvl="0">
              <a:spcBef>
                <a:spcPts val="450"/>
              </a:spcBef>
              <a:defRPr/>
            </a:pPr>
            <a:r>
              <a:rPr lang="en-AU" sz="1100" dirty="0" err="1">
                <a:latin typeface="JetBrains Mono" panose="020B0509020102050004" pitchFamily="49" charset="77"/>
              </a:rPr>
              <a:t>no_extension</a:t>
            </a:r>
            <a:r>
              <a:rPr lang="en-AU" sz="1100" dirty="0">
                <a:latin typeface="JetBrains Mono" panose="020B0509020102050004" pitchFamily="49" charset="77"/>
              </a:rPr>
              <a:t>/README</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354069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93229-BD16-0B81-F0CE-B628AC17CA2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90C939CC-F267-ACD7-C09E-DEA9BB356518}"/>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Week 14 problem 1</a:t>
            </a:r>
            <a:endParaRPr lang="en-AU" dirty="0"/>
          </a:p>
        </p:txBody>
      </p:sp>
      <p:sp>
        <p:nvSpPr>
          <p:cNvPr id="2" name="Text Placeholder 3">
            <a:extLst>
              <a:ext uri="{FF2B5EF4-FFF2-40B4-BE49-F238E27FC236}">
                <a16:creationId xmlns:a16="http://schemas.microsoft.com/office/drawing/2014/main" id="{8B71514E-4201-5254-D66E-5403B2E0C98B}"/>
              </a:ext>
            </a:extLst>
          </p:cNvPr>
          <p:cNvSpPr txBox="1">
            <a:spLocks/>
          </p:cNvSpPr>
          <p:nvPr/>
        </p:nvSpPr>
        <p:spPr>
          <a:xfrm>
            <a:off x="359997" y="1260000"/>
            <a:ext cx="7440111"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base"/>
            <a:r>
              <a:rPr lang="en-US" altLang="zh-CN" sz="2800" b="1" i="0" dirty="0">
                <a:solidFill>
                  <a:srgbClr val="002060"/>
                </a:solidFill>
                <a:effectLst/>
              </a:rPr>
              <a:t>The Field Guide Census</a:t>
            </a:r>
            <a:r>
              <a:rPr lang="en-AU" sz="2800" b="1" i="0" dirty="0">
                <a:solidFill>
                  <a:srgbClr val="002060"/>
                </a:solidFill>
                <a:effectLst/>
              </a:rPr>
              <a:t>:</a:t>
            </a:r>
            <a:endParaRPr lang="en-US" altLang="zh-CN" sz="2800" b="1" i="0" dirty="0">
              <a:solidFill>
                <a:srgbClr val="002060"/>
              </a:solidFill>
              <a:effectLst/>
            </a:endParaRPr>
          </a:p>
          <a:p>
            <a:r>
              <a:rPr lang="en-AU" sz="2000" dirty="0"/>
              <a:t>MI7 wants an inventory of your entire research archive — every folder, every subfolder, right to the bottom. You need a report, not just a listing.</a:t>
            </a:r>
          </a:p>
          <a:p>
            <a:r>
              <a:rPr lang="en-AU" sz="2000" b="1" dirty="0"/>
              <a:t>Your task</a:t>
            </a:r>
            <a:r>
              <a:rPr lang="en-US" altLang="zh-CN" sz="2000" b="1" dirty="0"/>
              <a:t>:</a:t>
            </a:r>
            <a:r>
              <a:rPr lang="en-AU" sz="2000" dirty="0"/>
              <a:t> Write a function:</a:t>
            </a:r>
          </a:p>
          <a:p>
            <a:endParaRPr lang="en-AU" sz="1200" dirty="0"/>
          </a:p>
          <a:p>
            <a:r>
              <a:rPr lang="en-AU" sz="2000" dirty="0"/>
              <a:t>It walks the whole directory tree under root and prints a summary: how many files there are in total, their combined size in bytes, and the path of the single biggest file.</a:t>
            </a:r>
          </a:p>
          <a:p>
            <a:r>
              <a:rPr lang="en-AU" sz="2000" b="1" dirty="0"/>
              <a:t>Example output</a:t>
            </a:r>
            <a:r>
              <a:rPr lang="en-US" altLang="zh-CN" sz="2000" b="1" dirty="0"/>
              <a:t>:</a:t>
            </a:r>
            <a:endParaRPr lang="en-AU" sz="2000" dirty="0"/>
          </a:p>
        </p:txBody>
      </p:sp>
      <p:sp>
        <p:nvSpPr>
          <p:cNvPr id="3" name="TextBox 2">
            <a:extLst>
              <a:ext uri="{FF2B5EF4-FFF2-40B4-BE49-F238E27FC236}">
                <a16:creationId xmlns:a16="http://schemas.microsoft.com/office/drawing/2014/main" id="{949DC5A5-DD3D-4B4F-9686-58CBC5C41B20}"/>
              </a:ext>
            </a:extLst>
          </p:cNvPr>
          <p:cNvSpPr txBox="1"/>
          <p:nvPr/>
        </p:nvSpPr>
        <p:spPr>
          <a:xfrm>
            <a:off x="719998" y="3287381"/>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sz="1100" dirty="0">
                <a:latin typeface="JetBrains Mono" panose="020B0509020102050004" pitchFamily="49" charset="77"/>
              </a:rPr>
              <a:t>def census(root):</a:t>
            </a:r>
          </a:p>
          <a:p>
            <a:pPr lvl="0">
              <a:spcBef>
                <a:spcPts val="450"/>
              </a:spcBef>
              <a:defRPr/>
            </a:pPr>
            <a:r>
              <a:rPr lang="en-AU" sz="1100" dirty="0">
                <a:latin typeface="JetBrains Mono" panose="020B0509020102050004" pitchFamily="49" charset="77"/>
              </a:rPr>
              <a:t>    </a:t>
            </a:r>
            <a:r>
              <a:rPr lang="en-US" altLang="zh-CN" sz="1100" dirty="0">
                <a:latin typeface="JetBrains Mono" panose="020B0509020102050004" pitchFamily="49" charset="77"/>
              </a:rPr>
              <a:t>…</a:t>
            </a:r>
            <a:endParaRPr lang="en-AU" altLang="zh-CN" sz="1100" dirty="0">
              <a:latin typeface="JetBrains Mono" panose="020B0509020102050004" pitchFamily="49" charset="77"/>
            </a:endParaRPr>
          </a:p>
        </p:txBody>
      </p:sp>
      <p:sp>
        <p:nvSpPr>
          <p:cNvPr id="4" name="TextBox 3">
            <a:extLst>
              <a:ext uri="{FF2B5EF4-FFF2-40B4-BE49-F238E27FC236}">
                <a16:creationId xmlns:a16="http://schemas.microsoft.com/office/drawing/2014/main" id="{0517B23F-44CF-31DC-2AE2-8DAB43C2DF16}"/>
              </a:ext>
            </a:extLst>
          </p:cNvPr>
          <p:cNvSpPr txBox="1"/>
          <p:nvPr/>
        </p:nvSpPr>
        <p:spPr>
          <a:xfrm>
            <a:off x="719998" y="5241529"/>
            <a:ext cx="7200000" cy="728405"/>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sz="1100" dirty="0">
                <a:latin typeface="JetBrains Mono" panose="020B0509020102050004" pitchFamily="49" charset="77"/>
              </a:rPr>
              <a:t>Files found : 5</a:t>
            </a:r>
          </a:p>
          <a:p>
            <a:pPr lvl="0">
              <a:spcBef>
                <a:spcPts val="450"/>
              </a:spcBef>
              <a:defRPr/>
            </a:pPr>
            <a:r>
              <a:rPr lang="en-AU" sz="1100" dirty="0">
                <a:latin typeface="JetBrains Mono" panose="020B0509020102050004" pitchFamily="49" charset="77"/>
              </a:rPr>
              <a:t>Total size  : 18 bytes</a:t>
            </a:r>
          </a:p>
          <a:p>
            <a:pPr lvl="0">
              <a:spcBef>
                <a:spcPts val="450"/>
              </a:spcBef>
              <a:defRPr/>
            </a:pPr>
            <a:r>
              <a:rPr lang="en-AU" sz="1100" dirty="0">
                <a:latin typeface="JetBrains Mono" panose="020B0509020102050004" pitchFamily="49" charset="77"/>
              </a:rPr>
              <a:t>Biggest file: tree/photos/</a:t>
            </a:r>
            <a:r>
              <a:rPr lang="en-AU" sz="1100" dirty="0" err="1">
                <a:latin typeface="JetBrains Mono" panose="020B0509020102050004" pitchFamily="49" charset="77"/>
              </a:rPr>
              <a:t>big.jpg</a:t>
            </a:r>
            <a:r>
              <a:rPr lang="en-AU" sz="1100" dirty="0">
                <a:latin typeface="JetBrains Mono" panose="020B0509020102050004" pitchFamily="49" charset="77"/>
              </a:rPr>
              <a:t> (10 bytes)</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3751567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9193C-B7E4-A5A9-1E7D-854FD7F3B3F6}"/>
            </a:ext>
          </a:extLst>
        </p:cNvPr>
        <p:cNvGrpSpPr/>
        <p:nvPr/>
      </p:nvGrpSpPr>
      <p:grpSpPr>
        <a:xfrm>
          <a:off x="0" y="0"/>
          <a:ext cx="0" cy="0"/>
          <a:chOff x="0" y="0"/>
          <a:chExt cx="0" cy="0"/>
        </a:xfrm>
      </p:grpSpPr>
      <p:sp>
        <p:nvSpPr>
          <p:cNvPr id="14" name="Text Placeholder 3">
            <a:extLst>
              <a:ext uri="{FF2B5EF4-FFF2-40B4-BE49-F238E27FC236}">
                <a16:creationId xmlns:a16="http://schemas.microsoft.com/office/drawing/2014/main" id="{CC8BF0E4-2D72-AB51-5A9C-8524A2FFF8A6}"/>
              </a:ext>
            </a:extLst>
          </p:cNvPr>
          <p:cNvSpPr txBox="1">
            <a:spLocks/>
          </p:cNvSpPr>
          <p:nvPr/>
        </p:nvSpPr>
        <p:spPr>
          <a:xfrm>
            <a:off x="360000" y="1620000"/>
            <a:ext cx="6243067" cy="2619756"/>
          </a:xfrm>
          <a:prstGeom prst="rect">
            <a:avLst/>
          </a:prstGeom>
        </p:spPr>
        <p:txBody>
          <a:bodyPr vert="horz" lIns="91440" tIns="45720" rIns="91440" bIns="45720" rtlCol="0">
            <a:norm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285750" indent="-285750">
              <a:spcBef>
                <a:spcPts val="450"/>
              </a:spcBef>
              <a:buFont typeface="Arial" panose="020B0604020202020204" pitchFamily="34" charset="0"/>
              <a:buChar char="•"/>
            </a:pPr>
            <a:endParaRPr lang="en-US" sz="2000" b="1">
              <a:solidFill>
                <a:srgbClr val="FF0000"/>
              </a:solidFill>
            </a:endParaRPr>
          </a:p>
        </p:txBody>
      </p:sp>
      <p:sp>
        <p:nvSpPr>
          <p:cNvPr id="6" name="Title 1">
            <a:extLst>
              <a:ext uri="{FF2B5EF4-FFF2-40B4-BE49-F238E27FC236}">
                <a16:creationId xmlns:a16="http://schemas.microsoft.com/office/drawing/2014/main" id="{0EA803CD-01C4-7E7E-8785-EB4536ABCD58}"/>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dirty="0"/>
              <a:t>Week 1</a:t>
            </a:r>
            <a:r>
              <a:rPr lang="en-US" dirty="0"/>
              <a:t>4</a:t>
            </a:r>
            <a:r>
              <a:rPr lang="en-AU" dirty="0"/>
              <a:t> Problem </a:t>
            </a:r>
            <a:r>
              <a:rPr lang="en-US" dirty="0"/>
              <a:t>2</a:t>
            </a:r>
            <a:endParaRPr lang="en-AU" dirty="0"/>
          </a:p>
        </p:txBody>
      </p:sp>
      <p:sp>
        <p:nvSpPr>
          <p:cNvPr id="2" name="Text Placeholder 3">
            <a:extLst>
              <a:ext uri="{FF2B5EF4-FFF2-40B4-BE49-F238E27FC236}">
                <a16:creationId xmlns:a16="http://schemas.microsoft.com/office/drawing/2014/main" id="{67BFC2AE-BDE8-2025-1A5C-6F727757CCB6}"/>
              </a:ext>
            </a:extLst>
          </p:cNvPr>
          <p:cNvSpPr txBox="1">
            <a:spLocks/>
          </p:cNvSpPr>
          <p:nvPr/>
        </p:nvSpPr>
        <p:spPr>
          <a:xfrm>
            <a:off x="359998" y="1260000"/>
            <a:ext cx="7920000"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defTabSz="914400" fontAlgn="base">
              <a:spcBef>
                <a:spcPts val="0"/>
              </a:spcBef>
              <a:spcAft>
                <a:spcPts val="0"/>
              </a:spcAft>
              <a:defRPr/>
            </a:pPr>
            <a:r>
              <a:rPr kumimoji="0" lang="en-US" altLang="zh-CN" sz="2800" b="1" i="0" u="none" strike="noStrike" kern="1200" cap="none" spc="0" normalizeH="0" baseline="0" noProof="0" dirty="0">
                <a:ln>
                  <a:noFill/>
                </a:ln>
                <a:solidFill>
                  <a:srgbClr val="002060"/>
                </a:solidFill>
                <a:effectLst/>
                <a:uLnTx/>
                <a:uFillTx/>
                <a:latin typeface="Avenir Next LT Pro Light"/>
                <a:ea typeface="+mn-ea"/>
                <a:cs typeface="+mn-cs"/>
              </a:rPr>
              <a:t>Email</a:t>
            </a:r>
            <a:r>
              <a:rPr kumimoji="0" lang="zh-CN" altLang="en-US" sz="2800" b="1" i="0" u="none" strike="noStrike" kern="1200" cap="none" spc="0" normalizeH="0" baseline="0" noProof="0" dirty="0">
                <a:ln>
                  <a:noFill/>
                </a:ln>
                <a:solidFill>
                  <a:srgbClr val="002060"/>
                </a:solidFill>
                <a:effectLst/>
                <a:uLnTx/>
                <a:uFillTx/>
                <a:latin typeface="Avenir Next LT Pro Light"/>
                <a:ea typeface="+mn-ea"/>
                <a:cs typeface="+mn-cs"/>
              </a:rPr>
              <a:t> </a:t>
            </a:r>
            <a:r>
              <a:rPr kumimoji="0" lang="en-US" altLang="zh-CN" sz="2800" b="1" i="0" u="none" strike="noStrike" kern="1200" cap="none" spc="0" normalizeH="0" baseline="0" noProof="0" dirty="0">
                <a:ln>
                  <a:noFill/>
                </a:ln>
                <a:solidFill>
                  <a:srgbClr val="002060"/>
                </a:solidFill>
                <a:effectLst/>
                <a:uLnTx/>
                <a:uFillTx/>
                <a:latin typeface="Avenir Next LT Pro Light"/>
                <a:ea typeface="+mn-ea"/>
                <a:cs typeface="+mn-cs"/>
              </a:rPr>
              <a:t>Validator</a:t>
            </a:r>
            <a:r>
              <a:rPr kumimoji="0" lang="zh-CN" altLang="en-US" sz="2800" b="1" i="0" u="none" strike="noStrike" kern="1200" cap="none" spc="0" normalizeH="0" baseline="0" noProof="0" dirty="0">
                <a:ln>
                  <a:noFill/>
                </a:ln>
                <a:solidFill>
                  <a:srgbClr val="002060"/>
                </a:solidFill>
                <a:effectLst/>
                <a:uLnTx/>
                <a:uFillTx/>
                <a:latin typeface="Avenir Next LT Pro Light"/>
                <a:ea typeface="+mn-ea"/>
                <a:cs typeface="+mn-cs"/>
              </a:rPr>
              <a:t> </a:t>
            </a:r>
            <a:r>
              <a:rPr kumimoji="0" lang="en-US" altLang="zh-CN" sz="2800" b="1" i="0" u="none" strike="noStrike" kern="1200" cap="none" spc="0" normalizeH="0" baseline="0" noProof="0" dirty="0">
                <a:ln>
                  <a:noFill/>
                </a:ln>
                <a:solidFill>
                  <a:srgbClr val="002060"/>
                </a:solidFill>
                <a:effectLst/>
                <a:uLnTx/>
                <a:uFillTx/>
                <a:latin typeface="Avenir Next LT Pro Light"/>
                <a:ea typeface="+mn-ea"/>
                <a:cs typeface="+mn-cs"/>
              </a:rPr>
              <a:t>Extension</a:t>
            </a:r>
            <a:r>
              <a:rPr kumimoji="0" lang="en-AU" sz="2800" b="1" i="0" u="none" strike="noStrike" kern="1200" cap="none" spc="0" normalizeH="0" baseline="0" noProof="0" dirty="0">
                <a:ln>
                  <a:noFill/>
                </a:ln>
                <a:solidFill>
                  <a:srgbClr val="002060"/>
                </a:solidFill>
                <a:effectLst/>
                <a:uLnTx/>
                <a:uFillTx/>
                <a:latin typeface="Avenir Next LT Pro Light"/>
                <a:ea typeface="+mn-ea"/>
                <a:cs typeface="+mn-cs"/>
              </a:rPr>
              <a:t>:</a:t>
            </a:r>
            <a:r>
              <a:rPr kumimoji="0" lang="zh-CN" altLang="en-US" sz="2800" b="1" i="0" u="none" strike="noStrike" kern="1200" cap="none" spc="0" normalizeH="0" baseline="0" noProof="0" dirty="0">
                <a:ln>
                  <a:noFill/>
                </a:ln>
                <a:solidFill>
                  <a:srgbClr val="002060"/>
                </a:solidFill>
                <a:effectLst/>
                <a:uLnTx/>
                <a:uFillTx/>
                <a:latin typeface="Avenir Next LT Pro Light"/>
                <a:ea typeface="+mn-ea"/>
                <a:cs typeface="+mn-cs"/>
              </a:rPr>
              <a:t> </a:t>
            </a:r>
            <a:r>
              <a:rPr lang="en-US" altLang="zh-CN" sz="2800" b="1" dirty="0">
                <a:solidFill>
                  <a:srgbClr val="002060"/>
                </a:solidFill>
                <a:latin typeface="Avenir Next LT Pro Light"/>
              </a:rPr>
              <a:t>Discount</a:t>
            </a:r>
            <a:r>
              <a:rPr lang="zh-CN" altLang="en-US" sz="2800" b="1" dirty="0">
                <a:solidFill>
                  <a:srgbClr val="002060"/>
                </a:solidFill>
                <a:latin typeface="Avenir Next LT Pro Light"/>
              </a:rPr>
              <a:t> </a:t>
            </a:r>
            <a:r>
              <a:rPr lang="en-US" altLang="zh-CN" sz="2800" b="1" dirty="0">
                <a:solidFill>
                  <a:srgbClr val="002060"/>
                </a:solidFill>
                <a:latin typeface="Avenir Next LT Pro Light"/>
              </a:rPr>
              <a:t>Vouchers</a:t>
            </a:r>
            <a:endParaRPr kumimoji="0" lang="en-AU" sz="2800" b="1" i="0" u="none" strike="noStrike" kern="1200" cap="none" spc="0" normalizeH="0" baseline="0" noProof="0" dirty="0">
              <a:ln>
                <a:noFill/>
              </a:ln>
              <a:solidFill>
                <a:srgbClr val="002060"/>
              </a:solidFill>
              <a:effectLst/>
              <a:uLnTx/>
              <a:uFillTx/>
              <a:latin typeface="Avenir Next LT Pro Light"/>
              <a:ea typeface="+mn-ea"/>
              <a:cs typeface="+mn-cs"/>
            </a:endParaRPr>
          </a:p>
          <a:p>
            <a:pPr>
              <a:spcBef>
                <a:spcPts val="600"/>
              </a:spcBef>
              <a:spcAft>
                <a:spcPts val="600"/>
              </a:spcAft>
            </a:pPr>
            <a:r>
              <a:rPr lang="en-AU" sz="2000" dirty="0"/>
              <a:t>An online store gives customers discount voucher codes. Your program should decide whether a voucher code being entered is a valid one or not.</a:t>
            </a:r>
          </a:p>
          <a:p>
            <a:pPr>
              <a:spcBef>
                <a:spcPts val="600"/>
              </a:spcBef>
              <a:spcAft>
                <a:spcPts val="600"/>
              </a:spcAft>
            </a:pPr>
            <a:r>
              <a:rPr lang="en-AU" sz="2000" dirty="0"/>
              <a:t>Some of the validation checks that your program should complete are as follows:</a:t>
            </a:r>
          </a:p>
          <a:p>
            <a:pPr marL="342900" indent="-342900">
              <a:spcBef>
                <a:spcPts val="300"/>
              </a:spcBef>
              <a:spcAft>
                <a:spcPts val="300"/>
              </a:spcAft>
              <a:buFont typeface="Arial" panose="020B0604020202020204" pitchFamily="34" charset="0"/>
              <a:buChar char="•"/>
            </a:pPr>
            <a:r>
              <a:rPr lang="en-AU" sz="1800" dirty="0"/>
              <a:t>The code should contain one and only one "-" (hyphen) sign</a:t>
            </a:r>
          </a:p>
          <a:p>
            <a:pPr marL="342900" indent="-342900">
              <a:spcBef>
                <a:spcPts val="300"/>
              </a:spcBef>
              <a:spcAft>
                <a:spcPts val="300"/>
              </a:spcAft>
              <a:buFont typeface="Arial" panose="020B0604020202020204" pitchFamily="34" charset="0"/>
              <a:buChar char="•"/>
            </a:pPr>
            <a:r>
              <a:rPr lang="en-AU" sz="1800" dirty="0"/>
              <a:t>The code should contain at least one digit (0–9) located after the "-" sign. However it may contain more than one digit for larger discount batches (e.g. SUMMER-2025)</a:t>
            </a:r>
          </a:p>
          <a:p>
            <a:pPr marL="342900" indent="-342900">
              <a:spcBef>
                <a:spcPts val="300"/>
              </a:spcBef>
              <a:spcAft>
                <a:spcPts val="300"/>
              </a:spcAft>
              <a:buFont typeface="Arial" panose="020B0604020202020204" pitchFamily="34" charset="0"/>
              <a:buChar char="•"/>
            </a:pPr>
            <a:r>
              <a:rPr lang="en-AU" sz="1800" dirty="0"/>
              <a:t>The code cannot contain any space or "*" signs</a:t>
            </a:r>
          </a:p>
          <a:p>
            <a:pPr marL="342900" indent="-342900">
              <a:spcBef>
                <a:spcPts val="300"/>
              </a:spcBef>
              <a:spcAft>
                <a:spcPts val="300"/>
              </a:spcAft>
              <a:buFont typeface="Arial" panose="020B0604020202020204" pitchFamily="34" charset="0"/>
              <a:buChar char="•"/>
            </a:pPr>
            <a:r>
              <a:rPr lang="en-AU" sz="1800" dirty="0"/>
              <a:t>The "-" sign cannot be in the first position and there should be at least 1 character between the start of the code and the "-" sign</a:t>
            </a:r>
          </a:p>
          <a:p>
            <a:pPr marL="342900" indent="-342900">
              <a:spcBef>
                <a:spcPts val="300"/>
              </a:spcBef>
              <a:spcAft>
                <a:spcPts val="300"/>
              </a:spcAft>
              <a:buFont typeface="Arial" panose="020B0604020202020204" pitchFamily="34" charset="0"/>
              <a:buChar char="•"/>
            </a:pPr>
            <a:r>
              <a:rPr lang="en-AU" sz="1800" dirty="0"/>
              <a:t>The code cannot end with a "-" sign</a:t>
            </a:r>
          </a:p>
        </p:txBody>
      </p:sp>
    </p:spTree>
    <p:extLst>
      <p:ext uri="{BB962C8B-B14F-4D97-AF65-F5344CB8AC3E}">
        <p14:creationId xmlns:p14="http://schemas.microsoft.com/office/powerpoint/2010/main" val="239139095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D7C446-8F27-75BD-6933-D13D3A825A36}"/>
            </a:ext>
          </a:extLst>
        </p:cNvPr>
        <p:cNvGrpSpPr/>
        <p:nvPr/>
      </p:nvGrpSpPr>
      <p:grpSpPr>
        <a:xfrm>
          <a:off x="0" y="0"/>
          <a:ext cx="0" cy="0"/>
          <a:chOff x="0" y="0"/>
          <a:chExt cx="0" cy="0"/>
        </a:xfrm>
      </p:grpSpPr>
      <p:sp>
        <p:nvSpPr>
          <p:cNvPr id="10" name="Title 1">
            <a:extLst>
              <a:ext uri="{FF2B5EF4-FFF2-40B4-BE49-F238E27FC236}">
                <a16:creationId xmlns:a16="http://schemas.microsoft.com/office/drawing/2014/main" id="{6C6373BA-0577-A18A-0DDF-68E0EFD85193}"/>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Week 14 problem 3</a:t>
            </a:r>
            <a:endParaRPr lang="en-AU" dirty="0"/>
          </a:p>
        </p:txBody>
      </p:sp>
      <p:sp>
        <p:nvSpPr>
          <p:cNvPr id="2" name="Text Placeholder 3">
            <a:extLst>
              <a:ext uri="{FF2B5EF4-FFF2-40B4-BE49-F238E27FC236}">
                <a16:creationId xmlns:a16="http://schemas.microsoft.com/office/drawing/2014/main" id="{F438EF63-E1DA-7769-EF4F-B6E47130E0C1}"/>
              </a:ext>
            </a:extLst>
          </p:cNvPr>
          <p:cNvSpPr txBox="1">
            <a:spLocks/>
          </p:cNvSpPr>
          <p:nvPr/>
        </p:nvSpPr>
        <p:spPr>
          <a:xfrm>
            <a:off x="359998" y="1260000"/>
            <a:ext cx="7920000"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base"/>
            <a:r>
              <a:rPr lang="en-AU" sz="2800" b="1" i="0" dirty="0">
                <a:solidFill>
                  <a:srgbClr val="002060"/>
                </a:solidFill>
                <a:effectLst/>
              </a:rPr>
              <a:t>Sieve Extension: The Stepping Stones</a:t>
            </a:r>
          </a:p>
          <a:p>
            <a:pPr marL="9525" lvl="2">
              <a:spcBef>
                <a:spcPts val="600"/>
              </a:spcBef>
              <a:spcAft>
                <a:spcPts val="600"/>
              </a:spcAft>
            </a:pPr>
            <a:r>
              <a:rPr lang="en-AU" sz="2000" dirty="0"/>
              <a:t>A line of stepping stones stretches across the pond, numbered 2, 3, 4, … up to N. Some stones are solid and safe to stand on; the rest are rotten and will sink. They all look the same, so the ranger gives you a rule to find the solid ones:</a:t>
            </a:r>
          </a:p>
          <a:p>
            <a:pPr marL="498475" lvl="4">
              <a:spcBef>
                <a:spcPts val="300"/>
              </a:spcBef>
              <a:spcAft>
                <a:spcPts val="300"/>
              </a:spcAft>
            </a:pPr>
            <a:r>
              <a:rPr lang="en-AU" sz="1800" i="1" dirty="0">
                <a:solidFill>
                  <a:schemeClr val="tx1">
                    <a:lumMod val="75000"/>
                    <a:lumOff val="25000"/>
                  </a:schemeClr>
                </a:solidFill>
              </a:rPr>
              <a:t>Look at the lowest stone you haven't checked yet — it's solid, so mark it safe. Then every stone whose number is a multiple of it (double, triple, quadruple, …) is rotten. Watch them sink.  Move to the next stone still floating and do the same again.</a:t>
            </a:r>
          </a:p>
          <a:p>
            <a:pPr marL="9525" lvl="2">
              <a:spcBef>
                <a:spcPts val="600"/>
              </a:spcBef>
              <a:spcAft>
                <a:spcPts val="600"/>
              </a:spcAft>
            </a:pPr>
            <a:r>
              <a:rPr lang="en-AU" sz="2000" dirty="0"/>
              <a:t>You keep going until every stone has been dealt with. The stones still floating at the end are the solid ones.</a:t>
            </a:r>
          </a:p>
          <a:p>
            <a:pPr marL="9525" lvl="2">
              <a:spcBef>
                <a:spcPts val="600"/>
              </a:spcBef>
              <a:spcAft>
                <a:spcPts val="600"/>
              </a:spcAft>
            </a:pPr>
            <a:r>
              <a:rPr lang="en-AU" sz="2000" b="1" dirty="0"/>
              <a:t>Your task: </a:t>
            </a:r>
            <a:r>
              <a:rPr lang="en-AU" sz="2000" dirty="0"/>
              <a:t>write a function </a:t>
            </a:r>
            <a:r>
              <a:rPr lang="en-AU" sz="1600" dirty="0" err="1">
                <a:latin typeface="JetBrains Mono" panose="020B0509020102050004" pitchFamily="49" charset="77"/>
              </a:rPr>
              <a:t>solid_stones</a:t>
            </a:r>
            <a:r>
              <a:rPr lang="en-AU" sz="1600" dirty="0">
                <a:latin typeface="JetBrains Mono" panose="020B0509020102050004" pitchFamily="49" charset="77"/>
              </a:rPr>
              <a:t>(n)</a:t>
            </a:r>
            <a:r>
              <a:rPr lang="en-AU" sz="1800" dirty="0">
                <a:latin typeface="JetBrains Mono" panose="020B0509020102050004" pitchFamily="49" charset="77"/>
              </a:rPr>
              <a:t> </a:t>
            </a:r>
            <a:r>
              <a:rPr lang="en-AU" sz="2000" dirty="0"/>
              <a:t>that returns the list of solid stone numbers from 2 to n.</a:t>
            </a:r>
          </a:p>
          <a:p>
            <a:pPr marL="9525" lvl="2">
              <a:spcBef>
                <a:spcPts val="600"/>
              </a:spcBef>
              <a:spcAft>
                <a:spcPts val="600"/>
              </a:spcAft>
            </a:pPr>
            <a:r>
              <a:rPr lang="en-AU" sz="2000" b="1" dirty="0"/>
              <a:t>Example: </a:t>
            </a:r>
            <a:r>
              <a:rPr lang="en-AU" sz="1600" dirty="0" err="1">
                <a:latin typeface="JetBrains Mono" panose="020B0509020102050004" pitchFamily="49" charset="77"/>
              </a:rPr>
              <a:t>solid_stones</a:t>
            </a:r>
            <a:r>
              <a:rPr lang="en-AU" sz="1600" dirty="0">
                <a:latin typeface="JetBrains Mono" panose="020B0509020102050004" pitchFamily="49" charset="77"/>
              </a:rPr>
              <a:t>(20)</a:t>
            </a:r>
            <a:r>
              <a:rPr lang="en-AU" sz="1800" dirty="0"/>
              <a:t> </a:t>
            </a:r>
            <a:r>
              <a:rPr lang="en-AU" sz="2000" dirty="0"/>
              <a:t>returns </a:t>
            </a:r>
            <a:r>
              <a:rPr lang="en-AU" sz="1600" dirty="0">
                <a:latin typeface="JetBrains Mono" panose="020B0509020102050004" pitchFamily="49" charset="77"/>
              </a:rPr>
              <a:t>[2, 3, 5, 7, 11, 13, 17, 19]</a:t>
            </a:r>
            <a:r>
              <a:rPr lang="en-AU" sz="2000" dirty="0"/>
              <a:t>.</a:t>
            </a:r>
          </a:p>
          <a:p>
            <a:pPr marL="9525" lvl="2">
              <a:spcBef>
                <a:spcPts val="600"/>
              </a:spcBef>
              <a:spcAft>
                <a:spcPts val="600"/>
              </a:spcAft>
            </a:pPr>
            <a:endParaRPr lang="en-AU" sz="2000" dirty="0"/>
          </a:p>
          <a:p>
            <a:pPr marL="9525" lvl="2"/>
            <a:endParaRPr lang="en-AU" sz="2000" dirty="0"/>
          </a:p>
        </p:txBody>
      </p:sp>
    </p:spTree>
    <p:extLst>
      <p:ext uri="{BB962C8B-B14F-4D97-AF65-F5344CB8AC3E}">
        <p14:creationId xmlns:p14="http://schemas.microsoft.com/office/powerpoint/2010/main" val="69740091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3F899D5-D335-EA29-C311-80949900EDF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5797DD8-DD6B-70BF-3746-7F7388AECB0A}"/>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US" altLang="zh-CN" dirty="0"/>
              <a:t>Week 14 problem 1</a:t>
            </a:r>
            <a:endParaRPr lang="en-AU" dirty="0"/>
          </a:p>
        </p:txBody>
      </p:sp>
      <p:sp>
        <p:nvSpPr>
          <p:cNvPr id="2" name="Text Placeholder 3">
            <a:extLst>
              <a:ext uri="{FF2B5EF4-FFF2-40B4-BE49-F238E27FC236}">
                <a16:creationId xmlns:a16="http://schemas.microsoft.com/office/drawing/2014/main" id="{DA19E585-2485-8BE5-1AAB-8CEC5947861B}"/>
              </a:ext>
            </a:extLst>
          </p:cNvPr>
          <p:cNvSpPr txBox="1">
            <a:spLocks/>
          </p:cNvSpPr>
          <p:nvPr/>
        </p:nvSpPr>
        <p:spPr>
          <a:xfrm>
            <a:off x="359997" y="1260000"/>
            <a:ext cx="7440111"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base"/>
            <a:r>
              <a:rPr lang="en-US" altLang="zh-CN" sz="2800" b="1" i="0" dirty="0">
                <a:solidFill>
                  <a:srgbClr val="002060"/>
                </a:solidFill>
                <a:effectLst/>
              </a:rPr>
              <a:t>The Field Guide Census</a:t>
            </a:r>
            <a:r>
              <a:rPr lang="en-AU" sz="2800" b="1" i="0" dirty="0">
                <a:solidFill>
                  <a:srgbClr val="002060"/>
                </a:solidFill>
                <a:effectLst/>
              </a:rPr>
              <a:t>:</a:t>
            </a:r>
            <a:endParaRPr lang="en-US" altLang="zh-CN" sz="2800" b="1" i="0" dirty="0">
              <a:solidFill>
                <a:srgbClr val="002060"/>
              </a:solidFill>
              <a:effectLst/>
            </a:endParaRPr>
          </a:p>
          <a:p>
            <a:r>
              <a:rPr lang="en-AU" sz="2000" dirty="0"/>
              <a:t>MI7 wants an inventory of your entire research archive — every folder, every subfolder, right to the bottom. You need a report, not just a listing.</a:t>
            </a:r>
          </a:p>
          <a:p>
            <a:r>
              <a:rPr lang="en-AU" sz="2000" b="1" dirty="0"/>
              <a:t>Your task</a:t>
            </a:r>
            <a:r>
              <a:rPr lang="en-US" altLang="zh-CN" sz="2000" b="1" dirty="0"/>
              <a:t>:</a:t>
            </a:r>
            <a:r>
              <a:rPr lang="en-AU" sz="2000" dirty="0"/>
              <a:t> Write a function:</a:t>
            </a:r>
          </a:p>
          <a:p>
            <a:endParaRPr lang="en-AU" sz="1200" dirty="0"/>
          </a:p>
          <a:p>
            <a:r>
              <a:rPr lang="en-AU" sz="2000" dirty="0"/>
              <a:t>It walks the whole directory tree under root and prints a summary: how many files there are in total, their combined size in bytes, and the path of the single biggest file.</a:t>
            </a:r>
          </a:p>
          <a:p>
            <a:r>
              <a:rPr lang="en-AU" sz="2000" b="1" dirty="0"/>
              <a:t>Example output</a:t>
            </a:r>
            <a:r>
              <a:rPr lang="en-US" altLang="zh-CN" sz="2000" b="1" dirty="0"/>
              <a:t>:</a:t>
            </a:r>
            <a:endParaRPr lang="en-AU" sz="2000" dirty="0"/>
          </a:p>
        </p:txBody>
      </p:sp>
      <p:sp>
        <p:nvSpPr>
          <p:cNvPr id="3" name="TextBox 2">
            <a:extLst>
              <a:ext uri="{FF2B5EF4-FFF2-40B4-BE49-F238E27FC236}">
                <a16:creationId xmlns:a16="http://schemas.microsoft.com/office/drawing/2014/main" id="{C45EA83A-93D7-6EF7-6E35-20F4F75A3C24}"/>
              </a:ext>
            </a:extLst>
          </p:cNvPr>
          <p:cNvSpPr txBox="1"/>
          <p:nvPr/>
        </p:nvSpPr>
        <p:spPr>
          <a:xfrm>
            <a:off x="719998" y="3287381"/>
            <a:ext cx="7200000" cy="495007"/>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sz="1100" dirty="0">
                <a:latin typeface="JetBrains Mono" panose="020B0509020102050004" pitchFamily="49" charset="77"/>
              </a:rPr>
              <a:t>def census(root):</a:t>
            </a:r>
          </a:p>
          <a:p>
            <a:pPr lvl="0">
              <a:spcBef>
                <a:spcPts val="450"/>
              </a:spcBef>
              <a:defRPr/>
            </a:pPr>
            <a:r>
              <a:rPr lang="en-AU" sz="1100" dirty="0">
                <a:latin typeface="JetBrains Mono" panose="020B0509020102050004" pitchFamily="49" charset="77"/>
              </a:rPr>
              <a:t>    </a:t>
            </a:r>
            <a:r>
              <a:rPr lang="en-US" altLang="zh-CN" sz="1100" dirty="0">
                <a:latin typeface="JetBrains Mono" panose="020B0509020102050004" pitchFamily="49" charset="77"/>
              </a:rPr>
              <a:t>…</a:t>
            </a:r>
            <a:endParaRPr lang="en-AU" altLang="zh-CN" sz="1100" dirty="0">
              <a:latin typeface="JetBrains Mono" panose="020B0509020102050004" pitchFamily="49" charset="77"/>
            </a:endParaRPr>
          </a:p>
        </p:txBody>
      </p:sp>
      <p:sp>
        <p:nvSpPr>
          <p:cNvPr id="4" name="TextBox 3">
            <a:extLst>
              <a:ext uri="{FF2B5EF4-FFF2-40B4-BE49-F238E27FC236}">
                <a16:creationId xmlns:a16="http://schemas.microsoft.com/office/drawing/2014/main" id="{D09A8D92-3187-2E8E-369C-8D016D76D2FE}"/>
              </a:ext>
            </a:extLst>
          </p:cNvPr>
          <p:cNvSpPr txBox="1"/>
          <p:nvPr/>
        </p:nvSpPr>
        <p:spPr>
          <a:xfrm>
            <a:off x="719998" y="5241529"/>
            <a:ext cx="7200000" cy="728405"/>
          </a:xfrm>
          <a:prstGeom prst="rect">
            <a:avLst/>
          </a:prstGeom>
          <a:solidFill>
            <a:schemeClr val="bg1">
              <a:lumMod val="95000"/>
            </a:schemeClr>
          </a:solidFill>
          <a:ln>
            <a:solidFill>
              <a:schemeClr val="bg1">
                <a:lumMod val="50000"/>
              </a:schemeClr>
            </a:solidFill>
          </a:ln>
        </p:spPr>
        <p:txBody>
          <a:bodyPr wrap="square" rtlCol="0" anchor="ctr" anchorCtr="0">
            <a:spAutoFit/>
          </a:bodyPr>
          <a:lstStyle/>
          <a:p>
            <a:pPr lvl="0">
              <a:spcBef>
                <a:spcPts val="450"/>
              </a:spcBef>
              <a:defRPr/>
            </a:pPr>
            <a:r>
              <a:rPr lang="en-AU" sz="1100" dirty="0">
                <a:latin typeface="JetBrains Mono" panose="020B0509020102050004" pitchFamily="49" charset="77"/>
              </a:rPr>
              <a:t>Files found : 5</a:t>
            </a:r>
          </a:p>
          <a:p>
            <a:pPr lvl="0">
              <a:spcBef>
                <a:spcPts val="450"/>
              </a:spcBef>
              <a:defRPr/>
            </a:pPr>
            <a:r>
              <a:rPr lang="en-AU" sz="1100" dirty="0">
                <a:latin typeface="JetBrains Mono" panose="020B0509020102050004" pitchFamily="49" charset="77"/>
              </a:rPr>
              <a:t>Total size  : 18 bytes</a:t>
            </a:r>
          </a:p>
          <a:p>
            <a:pPr lvl="0">
              <a:spcBef>
                <a:spcPts val="450"/>
              </a:spcBef>
              <a:defRPr/>
            </a:pPr>
            <a:r>
              <a:rPr lang="en-AU" sz="1100" dirty="0">
                <a:latin typeface="JetBrains Mono" panose="020B0509020102050004" pitchFamily="49" charset="77"/>
              </a:rPr>
              <a:t>Biggest file: tree/photos/</a:t>
            </a:r>
            <a:r>
              <a:rPr lang="en-AU" sz="1100" dirty="0" err="1">
                <a:latin typeface="JetBrains Mono" panose="020B0509020102050004" pitchFamily="49" charset="77"/>
              </a:rPr>
              <a:t>big.jpg</a:t>
            </a:r>
            <a:r>
              <a:rPr lang="en-AU" sz="1100" dirty="0">
                <a:latin typeface="JetBrains Mono" panose="020B0509020102050004" pitchFamily="49" charset="77"/>
              </a:rPr>
              <a:t> (10 bytes)</a:t>
            </a:r>
            <a:endParaRPr lang="en-AU" altLang="zh-CN" sz="1100" dirty="0">
              <a:latin typeface="JetBrains Mono" panose="020B0509020102050004" pitchFamily="49" charset="77"/>
            </a:endParaRPr>
          </a:p>
        </p:txBody>
      </p:sp>
    </p:spTree>
    <p:extLst>
      <p:ext uri="{BB962C8B-B14F-4D97-AF65-F5344CB8AC3E}">
        <p14:creationId xmlns:p14="http://schemas.microsoft.com/office/powerpoint/2010/main" val="20837605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6D1EB13-886A-FB2E-8FEA-7BB33FBF16FA}"/>
            </a:ext>
          </a:extLst>
        </p:cNvPr>
        <p:cNvGrpSpPr/>
        <p:nvPr/>
      </p:nvGrpSpPr>
      <p:grpSpPr>
        <a:xfrm>
          <a:off x="0" y="0"/>
          <a:ext cx="0" cy="0"/>
          <a:chOff x="0" y="0"/>
          <a:chExt cx="0" cy="0"/>
        </a:xfrm>
      </p:grpSpPr>
      <p:sp>
        <p:nvSpPr>
          <p:cNvPr id="14" name="Text Placeholder 3">
            <a:extLst>
              <a:ext uri="{FF2B5EF4-FFF2-40B4-BE49-F238E27FC236}">
                <a16:creationId xmlns:a16="http://schemas.microsoft.com/office/drawing/2014/main" id="{96C0630B-E275-4D8A-F37E-0393E31C443F}"/>
              </a:ext>
            </a:extLst>
          </p:cNvPr>
          <p:cNvSpPr txBox="1">
            <a:spLocks/>
          </p:cNvSpPr>
          <p:nvPr/>
        </p:nvSpPr>
        <p:spPr>
          <a:xfrm>
            <a:off x="360000" y="1620000"/>
            <a:ext cx="6243067" cy="2619756"/>
          </a:xfrm>
          <a:prstGeom prst="rect">
            <a:avLst/>
          </a:prstGeom>
        </p:spPr>
        <p:txBody>
          <a:bodyPr vert="horz" lIns="91440" tIns="45720" rIns="91440" bIns="45720" rtlCol="0">
            <a:norm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285750" indent="-285750">
              <a:spcBef>
                <a:spcPts val="450"/>
              </a:spcBef>
              <a:buFont typeface="Arial" panose="020B0604020202020204" pitchFamily="34" charset="0"/>
              <a:buChar char="•"/>
            </a:pPr>
            <a:endParaRPr lang="en-US" sz="2000" b="1">
              <a:solidFill>
                <a:srgbClr val="FF0000"/>
              </a:solidFill>
            </a:endParaRPr>
          </a:p>
        </p:txBody>
      </p:sp>
      <p:sp>
        <p:nvSpPr>
          <p:cNvPr id="6" name="Title 1">
            <a:extLst>
              <a:ext uri="{FF2B5EF4-FFF2-40B4-BE49-F238E27FC236}">
                <a16:creationId xmlns:a16="http://schemas.microsoft.com/office/drawing/2014/main" id="{1276FB9F-907A-6A7E-B84B-168237DB3C2D}"/>
              </a:ext>
            </a:extLst>
          </p:cNvPr>
          <p:cNvSpPr txBox="1">
            <a:spLocks/>
          </p:cNvSpPr>
          <p:nvPr/>
        </p:nvSpPr>
        <p:spPr>
          <a:xfrm>
            <a:off x="360000" y="360000"/>
            <a:ext cx="7920000" cy="720000"/>
          </a:xfrm>
          <a:prstGeom prst="rect">
            <a:avLst/>
          </a:prstGeom>
        </p:spPr>
        <p:txBody>
          <a:bodyPr vert="horz" lIns="91440" tIns="45720" rIns="91440" bIns="45720" rtlCol="0" anchor="b">
            <a:normAutofit/>
          </a:bodyPr>
          <a:lstStyle>
            <a:lvl1pPr algn="l" defTabSz="685800" rtl="0" eaLnBrk="1" latinLnBrk="0" hangingPunct="1">
              <a:lnSpc>
                <a:spcPct val="90000"/>
              </a:lnSpc>
              <a:spcBef>
                <a:spcPct val="0"/>
              </a:spcBef>
              <a:buNone/>
              <a:defRPr sz="2100" b="1" kern="1200" cap="all" baseline="0">
                <a:solidFill>
                  <a:schemeClr val="tx1"/>
                </a:solidFill>
                <a:latin typeface="+mj-lt"/>
                <a:ea typeface="+mj-ea"/>
                <a:cs typeface="+mj-cs"/>
              </a:defRPr>
            </a:lvl1pPr>
          </a:lstStyle>
          <a:p>
            <a:pPr fontAlgn="base"/>
            <a:r>
              <a:rPr lang="en-AU" dirty="0"/>
              <a:t>Week 1</a:t>
            </a:r>
            <a:r>
              <a:rPr lang="en-US" dirty="0"/>
              <a:t>4</a:t>
            </a:r>
            <a:r>
              <a:rPr lang="en-AU" dirty="0"/>
              <a:t> Problem </a:t>
            </a:r>
            <a:r>
              <a:rPr lang="en-US" dirty="0"/>
              <a:t>2</a:t>
            </a:r>
            <a:endParaRPr lang="en-AU" dirty="0"/>
          </a:p>
        </p:txBody>
      </p:sp>
      <p:sp>
        <p:nvSpPr>
          <p:cNvPr id="2" name="Text Placeholder 3">
            <a:extLst>
              <a:ext uri="{FF2B5EF4-FFF2-40B4-BE49-F238E27FC236}">
                <a16:creationId xmlns:a16="http://schemas.microsoft.com/office/drawing/2014/main" id="{2BFB8337-4FCD-8412-928A-5DB0EBC9419F}"/>
              </a:ext>
            </a:extLst>
          </p:cNvPr>
          <p:cNvSpPr txBox="1">
            <a:spLocks/>
          </p:cNvSpPr>
          <p:nvPr/>
        </p:nvSpPr>
        <p:spPr>
          <a:xfrm>
            <a:off x="359998" y="1260000"/>
            <a:ext cx="7920000" cy="5238000"/>
          </a:xfrm>
          <a:prstGeom prst="rect">
            <a:avLst/>
          </a:prstGeom>
        </p:spPr>
        <p:txBody>
          <a:bodyPr vert="horz" lIns="91440" tIns="45720" rIns="91440" bIns="45720" rtlCol="0">
            <a:noAutofit/>
          </a:bodyPr>
          <a:lstStyle>
            <a:lvl1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1pPr>
            <a:lvl2pPr marL="171450" indent="-17145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2pPr>
            <a:lvl3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3pPr>
            <a:lvl4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4pPr>
            <a:lvl5pPr marL="0" indent="0" algn="l" defTabSz="685800" rtl="0" eaLnBrk="1" latinLnBrk="0" hangingPunct="1">
              <a:lnSpc>
                <a:spcPct val="100000"/>
              </a:lnSpc>
              <a:spcBef>
                <a:spcPts val="750"/>
              </a:spcBef>
              <a:spcAft>
                <a:spcPts val="450"/>
              </a:spcAft>
              <a:buFont typeface="+mj-lt"/>
              <a:buNone/>
              <a:defRPr sz="15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defTabSz="914400" fontAlgn="base">
              <a:spcBef>
                <a:spcPts val="0"/>
              </a:spcBef>
              <a:spcAft>
                <a:spcPts val="0"/>
              </a:spcAft>
              <a:defRPr/>
            </a:pPr>
            <a:r>
              <a:rPr kumimoji="0" lang="en-US" altLang="zh-CN" sz="2800" b="1" i="0" u="none" strike="noStrike" kern="1200" cap="none" spc="0" normalizeH="0" baseline="0" noProof="0" dirty="0">
                <a:ln>
                  <a:noFill/>
                </a:ln>
                <a:solidFill>
                  <a:srgbClr val="002060"/>
                </a:solidFill>
                <a:effectLst/>
                <a:uLnTx/>
                <a:uFillTx/>
                <a:latin typeface="Avenir Next LT Pro Light"/>
                <a:ea typeface="+mn-ea"/>
                <a:cs typeface="+mn-cs"/>
              </a:rPr>
              <a:t>Email</a:t>
            </a:r>
            <a:r>
              <a:rPr kumimoji="0" lang="zh-CN" altLang="en-US" sz="2800" b="1" i="0" u="none" strike="noStrike" kern="1200" cap="none" spc="0" normalizeH="0" baseline="0" noProof="0" dirty="0">
                <a:ln>
                  <a:noFill/>
                </a:ln>
                <a:solidFill>
                  <a:srgbClr val="002060"/>
                </a:solidFill>
                <a:effectLst/>
                <a:uLnTx/>
                <a:uFillTx/>
                <a:latin typeface="Avenir Next LT Pro Light"/>
                <a:ea typeface="+mn-ea"/>
                <a:cs typeface="+mn-cs"/>
              </a:rPr>
              <a:t> </a:t>
            </a:r>
            <a:r>
              <a:rPr kumimoji="0" lang="en-US" altLang="zh-CN" sz="2800" b="1" i="0" u="none" strike="noStrike" kern="1200" cap="none" spc="0" normalizeH="0" baseline="0" noProof="0" dirty="0">
                <a:ln>
                  <a:noFill/>
                </a:ln>
                <a:solidFill>
                  <a:srgbClr val="002060"/>
                </a:solidFill>
                <a:effectLst/>
                <a:uLnTx/>
                <a:uFillTx/>
                <a:latin typeface="Avenir Next LT Pro Light"/>
                <a:ea typeface="+mn-ea"/>
                <a:cs typeface="+mn-cs"/>
              </a:rPr>
              <a:t>Validator</a:t>
            </a:r>
            <a:r>
              <a:rPr kumimoji="0" lang="zh-CN" altLang="en-US" sz="2800" b="1" i="0" u="none" strike="noStrike" kern="1200" cap="none" spc="0" normalizeH="0" baseline="0" noProof="0" dirty="0">
                <a:ln>
                  <a:noFill/>
                </a:ln>
                <a:solidFill>
                  <a:srgbClr val="002060"/>
                </a:solidFill>
                <a:effectLst/>
                <a:uLnTx/>
                <a:uFillTx/>
                <a:latin typeface="Avenir Next LT Pro Light"/>
                <a:ea typeface="+mn-ea"/>
                <a:cs typeface="+mn-cs"/>
              </a:rPr>
              <a:t> </a:t>
            </a:r>
            <a:r>
              <a:rPr kumimoji="0" lang="en-US" altLang="zh-CN" sz="2800" b="1" i="0" u="none" strike="noStrike" kern="1200" cap="none" spc="0" normalizeH="0" baseline="0" noProof="0" dirty="0">
                <a:ln>
                  <a:noFill/>
                </a:ln>
                <a:solidFill>
                  <a:srgbClr val="002060"/>
                </a:solidFill>
                <a:effectLst/>
                <a:uLnTx/>
                <a:uFillTx/>
                <a:latin typeface="Avenir Next LT Pro Light"/>
                <a:ea typeface="+mn-ea"/>
                <a:cs typeface="+mn-cs"/>
              </a:rPr>
              <a:t>Extension</a:t>
            </a:r>
            <a:r>
              <a:rPr kumimoji="0" lang="en-AU" sz="2800" b="1" i="0" u="none" strike="noStrike" kern="1200" cap="none" spc="0" normalizeH="0" baseline="0" noProof="0" dirty="0">
                <a:ln>
                  <a:noFill/>
                </a:ln>
                <a:solidFill>
                  <a:srgbClr val="002060"/>
                </a:solidFill>
                <a:effectLst/>
                <a:uLnTx/>
                <a:uFillTx/>
                <a:latin typeface="Avenir Next LT Pro Light"/>
                <a:ea typeface="+mn-ea"/>
                <a:cs typeface="+mn-cs"/>
              </a:rPr>
              <a:t>:</a:t>
            </a:r>
            <a:r>
              <a:rPr kumimoji="0" lang="zh-CN" altLang="en-US" sz="2800" b="1" i="0" u="none" strike="noStrike" kern="1200" cap="none" spc="0" normalizeH="0" baseline="0" noProof="0" dirty="0">
                <a:ln>
                  <a:noFill/>
                </a:ln>
                <a:solidFill>
                  <a:srgbClr val="002060"/>
                </a:solidFill>
                <a:effectLst/>
                <a:uLnTx/>
                <a:uFillTx/>
                <a:latin typeface="Avenir Next LT Pro Light"/>
                <a:ea typeface="+mn-ea"/>
                <a:cs typeface="+mn-cs"/>
              </a:rPr>
              <a:t> </a:t>
            </a:r>
            <a:r>
              <a:rPr lang="en-US" altLang="zh-CN" sz="2800" b="1" dirty="0">
                <a:solidFill>
                  <a:srgbClr val="002060"/>
                </a:solidFill>
                <a:latin typeface="Avenir Next LT Pro Light"/>
              </a:rPr>
              <a:t>Discount</a:t>
            </a:r>
            <a:r>
              <a:rPr lang="zh-CN" altLang="en-US" sz="2800" b="1" dirty="0">
                <a:solidFill>
                  <a:srgbClr val="002060"/>
                </a:solidFill>
                <a:latin typeface="Avenir Next LT Pro Light"/>
              </a:rPr>
              <a:t> </a:t>
            </a:r>
            <a:r>
              <a:rPr lang="en-US" altLang="zh-CN" sz="2800" b="1" dirty="0">
                <a:solidFill>
                  <a:srgbClr val="002060"/>
                </a:solidFill>
                <a:latin typeface="Avenir Next LT Pro Light"/>
              </a:rPr>
              <a:t>Vouchers</a:t>
            </a:r>
            <a:endParaRPr kumimoji="0" lang="en-AU" sz="2800" b="1" i="0" u="none" strike="noStrike" kern="1200" cap="none" spc="0" normalizeH="0" baseline="0" noProof="0" dirty="0">
              <a:ln>
                <a:noFill/>
              </a:ln>
              <a:solidFill>
                <a:srgbClr val="002060"/>
              </a:solidFill>
              <a:effectLst/>
              <a:uLnTx/>
              <a:uFillTx/>
              <a:latin typeface="Avenir Next LT Pro Light"/>
              <a:ea typeface="+mn-ea"/>
              <a:cs typeface="+mn-cs"/>
            </a:endParaRPr>
          </a:p>
          <a:p>
            <a:pPr>
              <a:spcBef>
                <a:spcPts val="600"/>
              </a:spcBef>
              <a:spcAft>
                <a:spcPts val="600"/>
              </a:spcAft>
            </a:pPr>
            <a:r>
              <a:rPr lang="en-AU" sz="2000" dirty="0"/>
              <a:t>An online store gives customers discount voucher codes. Your program should decide whether a voucher code being entered is a valid one or not.</a:t>
            </a:r>
          </a:p>
          <a:p>
            <a:pPr>
              <a:spcBef>
                <a:spcPts val="600"/>
              </a:spcBef>
              <a:spcAft>
                <a:spcPts val="600"/>
              </a:spcAft>
            </a:pPr>
            <a:r>
              <a:rPr lang="en-AU" sz="2000" dirty="0"/>
              <a:t>Some of the validation checks that your program should complete are as follows:</a:t>
            </a:r>
          </a:p>
          <a:p>
            <a:pPr marL="342900" indent="-342900">
              <a:spcBef>
                <a:spcPts val="300"/>
              </a:spcBef>
              <a:spcAft>
                <a:spcPts val="300"/>
              </a:spcAft>
              <a:buFont typeface="Arial" panose="020B0604020202020204" pitchFamily="34" charset="0"/>
              <a:buChar char="•"/>
            </a:pPr>
            <a:r>
              <a:rPr lang="en-AU" sz="1800" dirty="0"/>
              <a:t>The code should contain one and only one "-" (hyphen) sign</a:t>
            </a:r>
          </a:p>
          <a:p>
            <a:pPr marL="342900" indent="-342900">
              <a:spcBef>
                <a:spcPts val="300"/>
              </a:spcBef>
              <a:spcAft>
                <a:spcPts val="300"/>
              </a:spcAft>
              <a:buFont typeface="Arial" panose="020B0604020202020204" pitchFamily="34" charset="0"/>
              <a:buChar char="•"/>
            </a:pPr>
            <a:r>
              <a:rPr lang="en-AU" sz="1800" dirty="0"/>
              <a:t>The code should contain at least one digit (0–9) located after the "-" sign. However it may contain more than one digit for larger discount batches (e.g. SUMMER-2025)</a:t>
            </a:r>
          </a:p>
          <a:p>
            <a:pPr marL="342900" indent="-342900">
              <a:spcBef>
                <a:spcPts val="300"/>
              </a:spcBef>
              <a:spcAft>
                <a:spcPts val="300"/>
              </a:spcAft>
              <a:buFont typeface="Arial" panose="020B0604020202020204" pitchFamily="34" charset="0"/>
              <a:buChar char="•"/>
            </a:pPr>
            <a:r>
              <a:rPr lang="en-AU" sz="1800" dirty="0"/>
              <a:t>The code cannot contain any space or "*" signs</a:t>
            </a:r>
          </a:p>
          <a:p>
            <a:pPr marL="342900" indent="-342900">
              <a:spcBef>
                <a:spcPts val="300"/>
              </a:spcBef>
              <a:spcAft>
                <a:spcPts val="300"/>
              </a:spcAft>
              <a:buFont typeface="Arial" panose="020B0604020202020204" pitchFamily="34" charset="0"/>
              <a:buChar char="•"/>
            </a:pPr>
            <a:r>
              <a:rPr lang="en-AU" sz="1800" dirty="0"/>
              <a:t>The "-" sign cannot be in the first position and there should be at least 1 character between the start of the code and the "-" sign</a:t>
            </a:r>
          </a:p>
          <a:p>
            <a:pPr marL="342900" indent="-342900">
              <a:spcBef>
                <a:spcPts val="300"/>
              </a:spcBef>
              <a:spcAft>
                <a:spcPts val="300"/>
              </a:spcAft>
              <a:buFont typeface="Arial" panose="020B0604020202020204" pitchFamily="34" charset="0"/>
              <a:buChar char="•"/>
            </a:pPr>
            <a:r>
              <a:rPr lang="en-AU" sz="1800" dirty="0"/>
              <a:t>The code cannot end with a "-" sign</a:t>
            </a:r>
          </a:p>
        </p:txBody>
      </p:sp>
    </p:spTree>
    <p:extLst>
      <p:ext uri="{BB962C8B-B14F-4D97-AF65-F5344CB8AC3E}">
        <p14:creationId xmlns:p14="http://schemas.microsoft.com/office/powerpoint/2010/main" val="354947994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7E8D25-D403-2E2B-50DA-B21A0500AB0E}"/>
              </a:ext>
            </a:extLst>
          </p:cNvPr>
          <p:cNvSpPr>
            <a:spLocks noGrp="1"/>
          </p:cNvSpPr>
          <p:nvPr>
            <p:ph type="title"/>
          </p:nvPr>
        </p:nvSpPr>
        <p:spPr>
          <a:xfrm>
            <a:off x="683514" y="1236012"/>
            <a:ext cx="4331742" cy="2463699"/>
          </a:xfrm>
        </p:spPr>
        <p:txBody>
          <a:bodyPr/>
          <a:lstStyle/>
          <a:p>
            <a:r>
              <a:rPr lang="en-US"/>
              <a:t>Thank you </a:t>
            </a:r>
          </a:p>
        </p:txBody>
      </p:sp>
      <p:sp>
        <p:nvSpPr>
          <p:cNvPr id="3" name="Text Placeholder 2">
            <a:extLst>
              <a:ext uri="{FF2B5EF4-FFF2-40B4-BE49-F238E27FC236}">
                <a16:creationId xmlns:a16="http://schemas.microsoft.com/office/drawing/2014/main" id="{1EC6DB3D-3AE2-9478-3245-FE2F98B96EC7}"/>
              </a:ext>
            </a:extLst>
          </p:cNvPr>
          <p:cNvSpPr>
            <a:spLocks noGrp="1"/>
          </p:cNvSpPr>
          <p:nvPr>
            <p:ph type="body" sz="quarter" idx="13"/>
          </p:nvPr>
        </p:nvSpPr>
        <p:spPr>
          <a:xfrm>
            <a:off x="683515" y="3861768"/>
            <a:ext cx="4345686" cy="1760220"/>
          </a:xfrm>
        </p:spPr>
        <p:txBody>
          <a:bodyPr/>
          <a:lstStyle/>
          <a:p>
            <a:endParaRPr lang="en-US"/>
          </a:p>
        </p:txBody>
      </p:sp>
    </p:spTree>
    <p:extLst>
      <p:ext uri="{BB962C8B-B14F-4D97-AF65-F5344CB8AC3E}">
        <p14:creationId xmlns:p14="http://schemas.microsoft.com/office/powerpoint/2010/main" val="3493061142"/>
      </p:ext>
    </p:extLst>
  </p:cSld>
  <p:clrMapOvr>
    <a:masterClrMapping/>
  </p:clrMapOvr>
</p:sld>
</file>

<file path=ppt/theme/theme1.xml><?xml version="1.0" encoding="utf-8"?>
<a:theme xmlns:a="http://schemas.openxmlformats.org/drawingml/2006/main" name="Custom">
  <a:themeElements>
    <a:clrScheme name="Custom 82">
      <a:dk1>
        <a:sysClr val="windowText" lastClr="000000"/>
      </a:dk1>
      <a:lt1>
        <a:sysClr val="window" lastClr="FFFFFF"/>
      </a:lt1>
      <a:dk2>
        <a:srgbClr val="0A4054"/>
      </a:dk2>
      <a:lt2>
        <a:srgbClr val="E7E6E6"/>
      </a:lt2>
      <a:accent1>
        <a:srgbClr val="66B2B0"/>
      </a:accent1>
      <a:accent2>
        <a:srgbClr val="F2494C"/>
      </a:accent2>
      <a:accent3>
        <a:srgbClr val="F39891"/>
      </a:accent3>
      <a:accent4>
        <a:srgbClr val="F9AA19"/>
      </a:accent4>
      <a:accent5>
        <a:srgbClr val="F9C996"/>
      </a:accent5>
      <a:accent6>
        <a:srgbClr val="9FD1D0"/>
      </a:accent6>
      <a:hlink>
        <a:srgbClr val="0563C1"/>
      </a:hlink>
      <a:folHlink>
        <a:srgbClr val="954F72"/>
      </a:folHlink>
    </a:clrScheme>
    <a:fontScheme name="Custom 117">
      <a:majorFont>
        <a:latin typeface="Posterama"/>
        <a:ea typeface=""/>
        <a:cs typeface=""/>
      </a:majorFont>
      <a:minorFont>
        <a:latin typeface="Avenir Next LT Pro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New Microsoft PowerPoint Presentation.pptx" id="{B4288717-D280-4BC3-A8A3-F28918E413C0}" vid="{EBB7C11A-D9CB-4DDA-B998-5090724995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089C3EA-D4A5-D34A-8988-1F98B1B5239D}">
  <we:reference id="wa200010725" version="1.0.0.1" store="en-US" storeType="OMEX"/>
  <we:alternateReferences>
    <we:reference id="wa200010725" version="1.0.0.1" store="" storeType="OMEX"/>
  </we:alternateReferences>
  <we:properties>
    <we:property name="claude.fileId" value="&quot;89cb62cd-dd25-469f-8fb5-085767e86792&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C5040CA-20CC-43C6-BC0C-8D8696B6AF89}">
  <ds:schemaRefs>
    <ds:schemaRef ds:uri="230e9df3-be65-4c73-a93b-d1236ebd677e"/>
    <ds:schemaRef ds:uri="71af3243-3dd4-4a8d-8c0d-dd76da1f02a5"/>
    <ds:schemaRef ds:uri="http://schemas.microsoft.com/office/2006/metadata/properties"/>
    <ds:schemaRef ds:uri="http://schemas.microsoft.com/office/infopath/2007/PartnerControls"/>
    <ds:schemaRef ds:uri="http://schemas.microsoft.com/sharepoint/v3"/>
  </ds:schemaRefs>
</ds:datastoreItem>
</file>

<file path=customXml/itemProps2.xml><?xml version="1.0" encoding="utf-8"?>
<ds:datastoreItem xmlns:ds="http://schemas.openxmlformats.org/officeDocument/2006/customXml" ds:itemID="{CC02FA78-7B40-45E2-B806-470B0FC280F6}">
  <ds:schemaRefs>
    <ds:schemaRef ds:uri="http://schemas.microsoft.com/sharepoint/v3/contenttype/forms"/>
  </ds:schemaRefs>
</ds:datastoreItem>
</file>

<file path=customXml/itemProps3.xml><?xml version="1.0" encoding="utf-8"?>
<ds:datastoreItem xmlns:ds="http://schemas.openxmlformats.org/officeDocument/2006/customXml" ds:itemID="{BFBA14A9-9290-4E1F-A1C4-0305BFA570E9}">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Course presentation template</Template>
  <TotalTime>2897</TotalTime>
  <Words>8051</Words>
  <Application>Microsoft Macintosh PowerPoint</Application>
  <PresentationFormat>On-screen Show (4:3)</PresentationFormat>
  <Paragraphs>912</Paragraphs>
  <Slides>92</Slides>
  <Notes>32</Notes>
  <HiddenSlides>10</HiddenSlides>
  <MMClips>2</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92</vt:i4>
      </vt:variant>
    </vt:vector>
  </HeadingPairs>
  <TitlesOfParts>
    <vt:vector size="102" baseType="lpstr">
      <vt:lpstr>Inter</vt:lpstr>
      <vt:lpstr>LingWai SC Medium</vt:lpstr>
      <vt:lpstr>Arial</vt:lpstr>
      <vt:lpstr>Avenir Next LT Pro Light</vt:lpstr>
      <vt:lpstr>Calibri</vt:lpstr>
      <vt:lpstr>Cambria Math</vt:lpstr>
      <vt:lpstr>Consolas</vt:lpstr>
      <vt:lpstr>JetBrains Mono</vt:lpstr>
      <vt:lpstr>Posterama</vt:lpstr>
      <vt:lpstr>Custom</vt:lpstr>
      <vt:lpstr>Python Problem Solver </vt:lpstr>
      <vt:lpstr>Get to know each other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Exercises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Bryan Sun</dc:creator>
  <cp:lastModifiedBy>Bryan Sun</cp:lastModifiedBy>
  <cp:revision>2</cp:revision>
  <dcterms:created xsi:type="dcterms:W3CDTF">2025-10-07T06:51:56Z</dcterms:created>
  <dcterms:modified xsi:type="dcterms:W3CDTF">2026-08-28T12:11:19Z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