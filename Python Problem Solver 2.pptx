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335" r:id="rId5"/>
    <p:sldId id="339" r:id="rId6"/>
    <p:sldId id="403" r:id="rId7"/>
    <p:sldId id="610" r:id="rId8"/>
    <p:sldId id="611" r:id="rId9"/>
    <p:sldId id="612" r:id="rId10"/>
    <p:sldId id="613" r:id="rId11"/>
    <p:sldId id="614" r:id="rId12"/>
    <p:sldId id="615" r:id="rId13"/>
    <p:sldId id="604" r:id="rId14"/>
    <p:sldId id="605" r:id="rId15"/>
    <p:sldId id="606" r:id="rId16"/>
    <p:sldId id="607" r:id="rId17"/>
    <p:sldId id="608" r:id="rId18"/>
    <p:sldId id="609" r:id="rId19"/>
    <p:sldId id="597" r:id="rId20"/>
    <p:sldId id="598" r:id="rId21"/>
    <p:sldId id="619" r:id="rId22"/>
    <p:sldId id="616" r:id="rId23"/>
    <p:sldId id="617" r:id="rId24"/>
    <p:sldId id="618" r:id="rId25"/>
    <p:sldId id="472" r:id="rId26"/>
    <p:sldId id="465" r:id="rId27"/>
    <p:sldId id="466" r:id="rId28"/>
    <p:sldId id="467" r:id="rId29"/>
    <p:sldId id="347" r:id="rId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878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645BF-0A81-784B-A7FE-60D9BF5E01AB}" v="388" dt="2026-07-27T09:09:53.600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20"/>
    <p:restoredTop sz="94667"/>
  </p:normalViewPr>
  <p:slideViewPr>
    <p:cSldViewPr snapToGrid="0">
      <p:cViewPr varScale="1">
        <p:scale>
          <a:sx n="93" d="100"/>
          <a:sy n="93" d="100"/>
        </p:scale>
        <p:origin x="800" y="200"/>
      </p:cViewPr>
      <p:guideLst>
        <p:guide pos="4878"/>
        <p:guide orient="horz" pos="3696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40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undo redo custSel addSld delSld modSld sldOrd">
      <pc:chgData name="Bryan Sun" userId="851caa7714272873" providerId="LiveId" clId="{1DF0C224-3A3E-55A6-A8D1-F8F2208D385B}" dt="2026-07-27T09:10:05.331" v="29969" actId="2696"/>
      <pc:docMkLst>
        <pc:docMk/>
      </pc:docMkLst>
      <pc:sldChg chg="modSp add mod">
        <pc:chgData name="Bryan Sun" userId="851caa7714272873" providerId="LiveId" clId="{1DF0C224-3A3E-55A6-A8D1-F8F2208D385B}" dt="2026-07-24T13:02:54.286" v="29847" actId="313"/>
        <pc:sldMkLst>
          <pc:docMk/>
          <pc:sldMk cId="2617812247" sldId="465"/>
        </pc:sldMkLst>
        <pc:spChg chg="mod">
          <ac:chgData name="Bryan Sun" userId="851caa7714272873" providerId="LiveId" clId="{1DF0C224-3A3E-55A6-A8D1-F8F2208D385B}" dt="2026-07-24T13:02:54.286" v="29847" actId="313"/>
          <ac:spMkLst>
            <pc:docMk/>
            <pc:sldMk cId="2617812247" sldId="465"/>
            <ac:spMk id="2" creationId="{D1D80888-D000-36FF-D6F1-43DE955C761E}"/>
          </ac:spMkLst>
        </pc:spChg>
        <pc:spChg chg="mod">
          <ac:chgData name="Bryan Sun" userId="851caa7714272873" providerId="LiveId" clId="{1DF0C224-3A3E-55A6-A8D1-F8F2208D385B}" dt="2026-07-24T12:50:23.385" v="29001" actId="20577"/>
          <ac:spMkLst>
            <pc:docMk/>
            <pc:sldMk cId="2617812247" sldId="465"/>
            <ac:spMk id="10" creationId="{963F2E24-FD1A-CC22-E82E-C6CA3CB1BB8D}"/>
          </ac:spMkLst>
        </pc:spChg>
      </pc:sldChg>
      <pc:sldChg chg="delSp modSp add mod">
        <pc:chgData name="Bryan Sun" userId="851caa7714272873" providerId="LiveId" clId="{1DF0C224-3A3E-55A6-A8D1-F8F2208D385B}" dt="2026-07-24T13:02:07.626" v="29799" actId="478"/>
        <pc:sldMkLst>
          <pc:docMk/>
          <pc:sldMk cId="1410675619" sldId="466"/>
        </pc:sldMkLst>
        <pc:spChg chg="mod">
          <ac:chgData name="Bryan Sun" userId="851caa7714272873" providerId="LiveId" clId="{1DF0C224-3A3E-55A6-A8D1-F8F2208D385B}" dt="2026-07-24T13:02:02.482" v="29798" actId="20577"/>
          <ac:spMkLst>
            <pc:docMk/>
            <pc:sldMk cId="1410675619" sldId="466"/>
            <ac:spMk id="2" creationId="{4260180E-812F-C27D-9F4A-E1101FBB38D6}"/>
          </ac:spMkLst>
        </pc:spChg>
        <pc:spChg chg="mod">
          <ac:chgData name="Bryan Sun" userId="851caa7714272873" providerId="LiveId" clId="{1DF0C224-3A3E-55A6-A8D1-F8F2208D385B}" dt="2026-07-24T12:58:43.634" v="29405" actId="20577"/>
          <ac:spMkLst>
            <pc:docMk/>
            <pc:sldMk cId="1410675619" sldId="466"/>
            <ac:spMk id="5" creationId="{1E2CF0C3-2842-DCFB-BF4D-C444CA9B3751}"/>
          </ac:spMkLst>
        </pc:spChg>
      </pc:sldChg>
      <pc:sldChg chg="delSp modSp add mod">
        <pc:chgData name="Bryan Sun" userId="851caa7714272873" providerId="LiveId" clId="{1DF0C224-3A3E-55A6-A8D1-F8F2208D385B}" dt="2026-07-25T08:26:14.098" v="29966" actId="20577"/>
        <pc:sldMkLst>
          <pc:docMk/>
          <pc:sldMk cId="685707581" sldId="467"/>
        </pc:sldMkLst>
        <pc:spChg chg="mod">
          <ac:chgData name="Bryan Sun" userId="851caa7714272873" providerId="LiveId" clId="{1DF0C224-3A3E-55A6-A8D1-F8F2208D385B}" dt="2026-07-25T08:26:14.098" v="29966" actId="20577"/>
          <ac:spMkLst>
            <pc:docMk/>
            <pc:sldMk cId="685707581" sldId="467"/>
            <ac:spMk id="2" creationId="{E9FB3846-E66C-DAF3-6697-7B06E8C3B8F9}"/>
          </ac:spMkLst>
        </pc:spChg>
        <pc:spChg chg="mod">
          <ac:chgData name="Bryan Sun" userId="851caa7714272873" providerId="LiveId" clId="{1DF0C224-3A3E-55A6-A8D1-F8F2208D385B}" dt="2026-07-24T13:02:17.235" v="29802" actId="6549"/>
          <ac:spMkLst>
            <pc:docMk/>
            <pc:sldMk cId="685707581" sldId="467"/>
            <ac:spMk id="6" creationId="{2D377869-52DB-B34C-066A-47ECD9679963}"/>
          </ac:spMkLst>
        </pc:spChg>
      </pc:sldChg>
      <pc:sldChg chg="modSp add mod">
        <pc:chgData name="Bryan Sun" userId="851caa7714272873" providerId="LiveId" clId="{1DF0C224-3A3E-55A6-A8D1-F8F2208D385B}" dt="2026-06-27T09:25:50.034" v="27539" actId="6549"/>
        <pc:sldMkLst>
          <pc:docMk/>
          <pc:sldMk cId="3523419303" sldId="597"/>
        </pc:sldMkLst>
        <pc:spChg chg="mod">
          <ac:chgData name="Bryan Sun" userId="851caa7714272873" providerId="LiveId" clId="{1DF0C224-3A3E-55A6-A8D1-F8F2208D385B}" dt="2026-06-27T09:25:50.034" v="27539" actId="6549"/>
          <ac:spMkLst>
            <pc:docMk/>
            <pc:sldMk cId="3523419303" sldId="597"/>
            <ac:spMk id="10" creationId="{6BF614CF-4093-2D09-90F0-F9314A074C58}"/>
          </ac:spMkLst>
        </pc:spChg>
      </pc:sldChg>
      <pc:sldChg chg="modSp add mod">
        <pc:chgData name="Bryan Sun" userId="851caa7714272873" providerId="LiveId" clId="{1DF0C224-3A3E-55A6-A8D1-F8F2208D385B}" dt="2026-06-27T09:25:58.282" v="27540" actId="20577"/>
        <pc:sldMkLst>
          <pc:docMk/>
          <pc:sldMk cId="2456280854" sldId="598"/>
        </pc:sldMkLst>
        <pc:spChg chg="mod">
          <ac:chgData name="Bryan Sun" userId="851caa7714272873" providerId="LiveId" clId="{1DF0C224-3A3E-55A6-A8D1-F8F2208D385B}" dt="2026-06-27T09:25:58.282" v="27540" actId="20577"/>
          <ac:spMkLst>
            <pc:docMk/>
            <pc:sldMk cId="2456280854" sldId="598"/>
            <ac:spMk id="2" creationId="{554F86D1-BB4B-8C5E-68BA-28E648137CE6}"/>
          </ac:spMkLst>
        </pc:spChg>
      </pc:sldChg>
      <pc:sldChg chg="addSp modSp add del mod modAnim">
        <pc:chgData name="Bryan Sun" userId="851caa7714272873" providerId="LiveId" clId="{1DF0C224-3A3E-55A6-A8D1-F8F2208D385B}" dt="2026-07-27T09:10:05.331" v="29969" actId="2696"/>
        <pc:sldMkLst>
          <pc:docMk/>
          <pc:sldMk cId="188806163" sldId="599"/>
        </pc:sldMkLst>
        <pc:spChg chg="mod">
          <ac:chgData name="Bryan Sun" userId="851caa7714272873" providerId="LiveId" clId="{1DF0C224-3A3E-55A6-A8D1-F8F2208D385B}" dt="2026-06-27T09:26:01.162" v="27541" actId="20577"/>
          <ac:spMkLst>
            <pc:docMk/>
            <pc:sldMk cId="188806163" sldId="599"/>
            <ac:spMk id="2" creationId="{DC60BE62-E0E0-370B-B7EC-A3F329751A53}"/>
          </ac:spMkLst>
        </pc:spChg>
        <pc:spChg chg="mod">
          <ac:chgData name="Bryan Sun" userId="851caa7714272873" providerId="LiveId" clId="{1DF0C224-3A3E-55A6-A8D1-F8F2208D385B}" dt="2026-07-24T12:49:29.980" v="28997" actId="5793"/>
          <ac:spMkLst>
            <pc:docMk/>
            <pc:sldMk cId="188806163" sldId="599"/>
            <ac:spMk id="5" creationId="{B4738B09-6B7C-19C4-6D19-C0DBB7C2B71C}"/>
          </ac:spMkLst>
        </pc:spChg>
      </pc:sldChg>
      <pc:sldChg chg="modSp add mod">
        <pc:chgData name="Bryan Sun" userId="851caa7714272873" providerId="LiveId" clId="{1DF0C224-3A3E-55A6-A8D1-F8F2208D385B}" dt="2026-07-24T10:56:45.943" v="28282" actId="20577"/>
        <pc:sldMkLst>
          <pc:docMk/>
          <pc:sldMk cId="3538951640" sldId="604"/>
        </pc:sldMkLst>
        <pc:spChg chg="mod">
          <ac:chgData name="Bryan Sun" userId="851caa7714272873" providerId="LiveId" clId="{1DF0C224-3A3E-55A6-A8D1-F8F2208D385B}" dt="2026-07-24T10:56:45.943" v="28282" actId="20577"/>
          <ac:spMkLst>
            <pc:docMk/>
            <pc:sldMk cId="3538951640" sldId="604"/>
            <ac:spMk id="10" creationId="{15FAE817-86CA-BDA2-3AB1-B5AF5C4A7398}"/>
          </ac:spMkLst>
        </pc:spChg>
      </pc:sldChg>
      <pc:sldChg chg="modSp add mod">
        <pc:chgData name="Bryan Sun" userId="851caa7714272873" providerId="LiveId" clId="{1DF0C224-3A3E-55A6-A8D1-F8F2208D385B}" dt="2026-07-24T10:56:49.093" v="28283" actId="20577"/>
        <pc:sldMkLst>
          <pc:docMk/>
          <pc:sldMk cId="3936255343" sldId="605"/>
        </pc:sldMkLst>
        <pc:spChg chg="mod">
          <ac:chgData name="Bryan Sun" userId="851caa7714272873" providerId="LiveId" clId="{1DF0C224-3A3E-55A6-A8D1-F8F2208D385B}" dt="2026-07-24T10:56:49.093" v="28283" actId="20577"/>
          <ac:spMkLst>
            <pc:docMk/>
            <pc:sldMk cId="3936255343" sldId="605"/>
            <ac:spMk id="2" creationId="{FB7BFBF3-2A68-4069-AC9C-F3C8B4A8B4A8}"/>
          </ac:spMkLst>
        </pc:spChg>
      </pc:sldChg>
      <pc:sldChg chg="modSp add mod">
        <pc:chgData name="Bryan Sun" userId="851caa7714272873" providerId="LiveId" clId="{1DF0C224-3A3E-55A6-A8D1-F8F2208D385B}" dt="2026-07-25T07:57:17.003" v="29935" actId="20577"/>
        <pc:sldMkLst>
          <pc:docMk/>
          <pc:sldMk cId="2970994161" sldId="606"/>
        </pc:sldMkLst>
        <pc:spChg chg="mod">
          <ac:chgData name="Bryan Sun" userId="851caa7714272873" providerId="LiveId" clId="{1DF0C224-3A3E-55A6-A8D1-F8F2208D385B}" dt="2026-07-24T10:56:52.615" v="28284" actId="20577"/>
          <ac:spMkLst>
            <pc:docMk/>
            <pc:sldMk cId="2970994161" sldId="606"/>
            <ac:spMk id="2" creationId="{68298E86-9E51-475A-61EE-D1207FBDCB2D}"/>
          </ac:spMkLst>
        </pc:spChg>
        <pc:spChg chg="mod">
          <ac:chgData name="Bryan Sun" userId="851caa7714272873" providerId="LiveId" clId="{1DF0C224-3A3E-55A6-A8D1-F8F2208D385B}" dt="2026-07-25T07:57:17.003" v="29935" actId="20577"/>
          <ac:spMkLst>
            <pc:docMk/>
            <pc:sldMk cId="2970994161" sldId="606"/>
            <ac:spMk id="3" creationId="{38027B7F-0E28-6F7D-6F3B-D7EFAAC4BDFE}"/>
          </ac:spMkLst>
        </pc:spChg>
      </pc:sldChg>
      <pc:sldChg chg="modSp add mod">
        <pc:chgData name="Bryan Sun" userId="851caa7714272873" providerId="LiveId" clId="{1DF0C224-3A3E-55A6-A8D1-F8F2208D385B}" dt="2026-07-24T10:56:55.410" v="28285" actId="20577"/>
        <pc:sldMkLst>
          <pc:docMk/>
          <pc:sldMk cId="1599270342" sldId="607"/>
        </pc:sldMkLst>
        <pc:spChg chg="mod">
          <ac:chgData name="Bryan Sun" userId="851caa7714272873" providerId="LiveId" clId="{1DF0C224-3A3E-55A6-A8D1-F8F2208D385B}" dt="2026-07-24T10:56:55.410" v="28285" actId="20577"/>
          <ac:spMkLst>
            <pc:docMk/>
            <pc:sldMk cId="1599270342" sldId="607"/>
            <ac:spMk id="10" creationId="{3A22DC07-949B-13E5-AD72-66B1068D28F6}"/>
          </ac:spMkLst>
        </pc:spChg>
      </pc:sldChg>
      <pc:sldChg chg="addSp delSp modSp add mod modShow">
        <pc:chgData name="Bryan Sun" userId="851caa7714272873" providerId="LiveId" clId="{1DF0C224-3A3E-55A6-A8D1-F8F2208D385B}" dt="2026-07-24T11:02:13.402" v="28366" actId="34476"/>
        <pc:sldMkLst>
          <pc:docMk/>
          <pc:sldMk cId="2128731806" sldId="608"/>
        </pc:sldMkLst>
        <pc:spChg chg="del">
          <ac:chgData name="Bryan Sun" userId="851caa7714272873" providerId="LiveId" clId="{1DF0C224-3A3E-55A6-A8D1-F8F2208D385B}" dt="2026-07-24T11:00:22.121" v="28311" actId="478"/>
          <ac:spMkLst>
            <pc:docMk/>
            <pc:sldMk cId="2128731806" sldId="608"/>
            <ac:spMk id="2" creationId="{5D5E481A-D2CF-1FBC-304F-48CFCC322951}"/>
          </ac:spMkLst>
        </pc:spChg>
        <pc:spChg chg="del">
          <ac:chgData name="Bryan Sun" userId="851caa7714272873" providerId="LiveId" clId="{1DF0C224-3A3E-55A6-A8D1-F8F2208D385B}" dt="2026-07-24T11:00:22.121" v="28311" actId="478"/>
          <ac:spMkLst>
            <pc:docMk/>
            <pc:sldMk cId="2128731806" sldId="608"/>
            <ac:spMk id="3" creationId="{C209E2F2-98C1-23BB-75A2-D79A864FA3D5}"/>
          </ac:spMkLst>
        </pc:spChg>
      </pc:sldChg>
      <pc:sldChg chg="add">
        <pc:chgData name="Bryan Sun" userId="851caa7714272873" providerId="LiveId" clId="{1DF0C224-3A3E-55A6-A8D1-F8F2208D385B}" dt="2026-06-27T09:25:27.331" v="27537"/>
        <pc:sldMkLst>
          <pc:docMk/>
          <pc:sldMk cId="487840990" sldId="609"/>
        </pc:sldMkLst>
      </pc:sldChg>
      <pc:sldChg chg="addSp delSp modSp add mod delAnim">
        <pc:chgData name="Bryan Sun" userId="851caa7714272873" providerId="LiveId" clId="{1DF0C224-3A3E-55A6-A8D1-F8F2208D385B}" dt="2026-07-24T10:33:02.453" v="27621" actId="1036"/>
        <pc:sldMkLst>
          <pc:docMk/>
          <pc:sldMk cId="2440606175" sldId="610"/>
        </pc:sldMkLst>
        <pc:spChg chg="mod">
          <ac:chgData name="Bryan Sun" userId="851caa7714272873" providerId="LiveId" clId="{1DF0C224-3A3E-55A6-A8D1-F8F2208D385B}" dt="2026-07-24T10:32:46.204" v="27617" actId="113"/>
          <ac:spMkLst>
            <pc:docMk/>
            <pc:sldMk cId="2440606175" sldId="610"/>
            <ac:spMk id="2" creationId="{1A4FC1B0-000F-01D1-5A3F-EE527C2DF6AE}"/>
          </ac:spMkLst>
        </pc:spChg>
        <pc:spChg chg="mod">
          <ac:chgData name="Bryan Sun" userId="851caa7714272873" providerId="LiveId" clId="{1DF0C224-3A3E-55A6-A8D1-F8F2208D385B}" dt="2026-07-24T10:28:11.347" v="27588" actId="20577"/>
          <ac:spMkLst>
            <pc:docMk/>
            <pc:sldMk cId="2440606175" sldId="610"/>
            <ac:spMk id="10" creationId="{A0E857A4-AEBA-849B-4F96-104E5B38985F}"/>
          </ac:spMkLst>
        </pc:spChg>
        <pc:picChg chg="add mod">
          <ac:chgData name="Bryan Sun" userId="851caa7714272873" providerId="LiveId" clId="{1DF0C224-3A3E-55A6-A8D1-F8F2208D385B}" dt="2026-07-24T10:33:02.453" v="27621" actId="1036"/>
          <ac:picMkLst>
            <pc:docMk/>
            <pc:sldMk cId="2440606175" sldId="610"/>
            <ac:picMk id="6" creationId="{6DAF29C7-70CB-7A5B-C61E-DD43DC170C5F}"/>
          </ac:picMkLst>
        </pc:picChg>
      </pc:sldChg>
      <pc:sldChg chg="addSp delSp modSp add mod">
        <pc:chgData name="Bryan Sun" userId="851caa7714272873" providerId="LiveId" clId="{1DF0C224-3A3E-55A6-A8D1-F8F2208D385B}" dt="2026-07-24T10:46:41.451" v="28106" actId="114"/>
        <pc:sldMkLst>
          <pc:docMk/>
          <pc:sldMk cId="2983891166" sldId="611"/>
        </pc:sldMkLst>
        <pc:spChg chg="mod">
          <ac:chgData name="Bryan Sun" userId="851caa7714272873" providerId="LiveId" clId="{1DF0C224-3A3E-55A6-A8D1-F8F2208D385B}" dt="2026-07-24T10:30:51.252" v="27611"/>
          <ac:spMkLst>
            <pc:docMk/>
            <pc:sldMk cId="2983891166" sldId="611"/>
            <ac:spMk id="2" creationId="{59A8A980-A981-A9D0-55F2-FF443729391E}"/>
          </ac:spMkLst>
        </pc:spChg>
        <pc:spChg chg="add mod">
          <ac:chgData name="Bryan Sun" userId="851caa7714272873" providerId="LiveId" clId="{1DF0C224-3A3E-55A6-A8D1-F8F2208D385B}" dt="2026-07-24T10:46:41.451" v="28106" actId="114"/>
          <ac:spMkLst>
            <pc:docMk/>
            <pc:sldMk cId="2983891166" sldId="611"/>
            <ac:spMk id="4" creationId="{F5D77A0A-738C-D89B-B962-E7474FBFAA90}"/>
          </ac:spMkLst>
        </pc:spChg>
      </pc:sldChg>
      <pc:sldChg chg="addSp delSp modSp add mod">
        <pc:chgData name="Bryan Sun" userId="851caa7714272873" providerId="LiveId" clId="{1DF0C224-3A3E-55A6-A8D1-F8F2208D385B}" dt="2026-07-25T07:06:56.477" v="29922" actId="20577"/>
        <pc:sldMkLst>
          <pc:docMk/>
          <pc:sldMk cId="2479289501" sldId="612"/>
        </pc:sldMkLst>
        <pc:spChg chg="mod">
          <ac:chgData name="Bryan Sun" userId="851caa7714272873" providerId="LiveId" clId="{1DF0C224-3A3E-55A6-A8D1-F8F2208D385B}" dt="2026-07-25T07:04:35.134" v="29873"/>
          <ac:spMkLst>
            <pc:docMk/>
            <pc:sldMk cId="2479289501" sldId="612"/>
            <ac:spMk id="2" creationId="{30C468C8-0A49-0537-8F87-67888A147A90}"/>
          </ac:spMkLst>
        </pc:spChg>
        <pc:spChg chg="mod">
          <ac:chgData name="Bryan Sun" userId="851caa7714272873" providerId="LiveId" clId="{1DF0C224-3A3E-55A6-A8D1-F8F2208D385B}" dt="2026-07-25T07:06:56.477" v="29922" actId="20577"/>
          <ac:spMkLst>
            <pc:docMk/>
            <pc:sldMk cId="2479289501" sldId="612"/>
            <ac:spMk id="3" creationId="{038DB9F7-C5B5-5C93-1BC7-BB2FE7883D54}"/>
          </ac:spMkLst>
        </pc:spChg>
      </pc:sldChg>
      <pc:sldChg chg="delSp modSp add mod modAnim">
        <pc:chgData name="Bryan Sun" userId="851caa7714272873" providerId="LiveId" clId="{1DF0C224-3A3E-55A6-A8D1-F8F2208D385B}" dt="2026-07-24T10:53:48.880" v="28262" actId="20577"/>
        <pc:sldMkLst>
          <pc:docMk/>
          <pc:sldMk cId="3888779100" sldId="613"/>
        </pc:sldMkLst>
        <pc:spChg chg="mod">
          <ac:chgData name="Bryan Sun" userId="851caa7714272873" providerId="LiveId" clId="{1DF0C224-3A3E-55A6-A8D1-F8F2208D385B}" dt="2026-07-24T10:53:48.880" v="28262" actId="20577"/>
          <ac:spMkLst>
            <pc:docMk/>
            <pc:sldMk cId="3888779100" sldId="613"/>
            <ac:spMk id="2" creationId="{737212D0-197C-23B6-F9D6-CBBD31CA3654}"/>
          </ac:spMkLst>
        </pc:spChg>
      </pc:sldChg>
      <pc:sldChg chg="addSp delSp modSp add mod">
        <pc:chgData name="Bryan Sun" userId="851caa7714272873" providerId="LiveId" clId="{1DF0C224-3A3E-55A6-A8D1-F8F2208D385B}" dt="2026-07-24T10:56:34.590" v="28280" actId="207"/>
        <pc:sldMkLst>
          <pc:docMk/>
          <pc:sldMk cId="1232642923" sldId="614"/>
        </pc:sldMkLst>
        <pc:spChg chg="add mod">
          <ac:chgData name="Bryan Sun" userId="851caa7714272873" providerId="LiveId" clId="{1DF0C224-3A3E-55A6-A8D1-F8F2208D385B}" dt="2026-07-24T10:56:34.590" v="28280" actId="207"/>
          <ac:spMkLst>
            <pc:docMk/>
            <pc:sldMk cId="1232642923" sldId="614"/>
            <ac:spMk id="6" creationId="{1D502C69-FBC3-59ED-0B92-CD3E5E1845CD}"/>
          </ac:spMkLst>
        </pc:spChg>
        <pc:picChg chg="add mod">
          <ac:chgData name="Bryan Sun" userId="851caa7714272873" providerId="LiveId" clId="{1DF0C224-3A3E-55A6-A8D1-F8F2208D385B}" dt="2026-07-24T10:55:58.641" v="28275" actId="1076"/>
          <ac:picMkLst>
            <pc:docMk/>
            <pc:sldMk cId="1232642923" sldId="614"/>
            <ac:picMk id="5" creationId="{1840AED4-293C-DB84-3698-51AB8BFC59F9}"/>
          </ac:picMkLst>
        </pc:picChg>
      </pc:sldChg>
      <pc:sldChg chg="delSp modSp add mod modShow">
        <pc:chgData name="Bryan Sun" userId="851caa7714272873" providerId="LiveId" clId="{1DF0C224-3A3E-55A6-A8D1-F8F2208D385B}" dt="2026-07-24T10:58:27.121" v="28288" actId="729"/>
        <pc:sldMkLst>
          <pc:docMk/>
          <pc:sldMk cId="3151211735" sldId="615"/>
        </pc:sldMkLst>
        <pc:spChg chg="mod">
          <ac:chgData name="Bryan Sun" userId="851caa7714272873" providerId="LiveId" clId="{1DF0C224-3A3E-55A6-A8D1-F8F2208D385B}" dt="2026-07-24T10:58:18.956" v="28286"/>
          <ac:spMkLst>
            <pc:docMk/>
            <pc:sldMk cId="3151211735" sldId="615"/>
            <ac:spMk id="2" creationId="{E504C69C-0CCD-DE22-E649-E09B21A8C6D5}"/>
          </ac:spMkLst>
        </pc:spChg>
      </pc:sldChg>
      <pc:sldChg chg="addSp delSp modSp add mod delAnim">
        <pc:chgData name="Bryan Sun" userId="851caa7714272873" providerId="LiveId" clId="{1DF0C224-3A3E-55A6-A8D1-F8F2208D385B}" dt="2026-07-24T12:41:03.286" v="28657" actId="20577"/>
        <pc:sldMkLst>
          <pc:docMk/>
          <pc:sldMk cId="652297587" sldId="616"/>
        </pc:sldMkLst>
        <pc:spChg chg="add mod">
          <ac:chgData name="Bryan Sun" userId="851caa7714272873" providerId="LiveId" clId="{1DF0C224-3A3E-55A6-A8D1-F8F2208D385B}" dt="2026-07-24T12:41:03.286" v="28657" actId="20577"/>
          <ac:spMkLst>
            <pc:docMk/>
            <pc:sldMk cId="652297587" sldId="616"/>
            <ac:spMk id="2" creationId="{D92AAE58-8EAC-6B3E-CDA6-576B95300A7A}"/>
          </ac:spMkLst>
        </pc:spChg>
      </pc:sldChg>
      <pc:sldChg chg="delSp modSp add mod delAnim modAnim">
        <pc:chgData name="Bryan Sun" userId="851caa7714272873" providerId="LiveId" clId="{1DF0C224-3A3E-55A6-A8D1-F8F2208D385B}" dt="2026-07-24T12:44:43.038" v="28992"/>
        <pc:sldMkLst>
          <pc:docMk/>
          <pc:sldMk cId="596783268" sldId="617"/>
        </pc:sldMkLst>
        <pc:spChg chg="mod">
          <ac:chgData name="Bryan Sun" userId="851caa7714272873" providerId="LiveId" clId="{1DF0C224-3A3E-55A6-A8D1-F8F2208D385B}" dt="2026-07-24T12:43:58.855" v="28991" actId="20577"/>
          <ac:spMkLst>
            <pc:docMk/>
            <pc:sldMk cId="596783268" sldId="617"/>
            <ac:spMk id="4" creationId="{05833A6C-92A0-0087-BD0E-DE01192CD34E}"/>
          </ac:spMkLst>
        </pc:spChg>
      </pc:sldChg>
      <pc:sldChg chg="modSp add mod modShow">
        <pc:chgData name="Bryan Sun" userId="851caa7714272873" providerId="LiveId" clId="{1DF0C224-3A3E-55A6-A8D1-F8F2208D385B}" dt="2026-07-24T12:44:58.224" v="28993" actId="729"/>
        <pc:sldMkLst>
          <pc:docMk/>
          <pc:sldMk cId="401819611" sldId="618"/>
        </pc:sldMkLst>
        <pc:spChg chg="mod">
          <ac:chgData name="Bryan Sun" userId="851caa7714272873" providerId="LiveId" clId="{1DF0C224-3A3E-55A6-A8D1-F8F2208D385B}" dt="2026-07-24T12:38:02.320" v="28518" actId="113"/>
          <ac:spMkLst>
            <pc:docMk/>
            <pc:sldMk cId="401819611" sldId="618"/>
            <ac:spMk id="5" creationId="{724BA6B1-CB34-EE9D-8E21-37A04A86B210}"/>
          </ac:spMkLst>
        </pc:spChg>
      </pc:sldChg>
      <pc:sldChg chg="add mod modShow">
        <pc:chgData name="Bryan Sun" userId="851caa7714272873" providerId="LiveId" clId="{1DF0C224-3A3E-55A6-A8D1-F8F2208D385B}" dt="2026-07-27T09:09:56.744" v="29968" actId="34476"/>
        <pc:sldMkLst>
          <pc:docMk/>
          <pc:sldMk cId="2576504274" sldId="61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myself</a:t>
            </a:r>
            <a:r>
              <a:rPr lang="zh-CN" altLang="en-US"/>
              <a:t> </a:t>
            </a:r>
            <a:r>
              <a:rPr lang="en-US" altLang="zh-CN"/>
              <a:t>(5)</a:t>
            </a:r>
          </a:p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student:</a:t>
            </a:r>
            <a:r>
              <a:rPr lang="zh-CN" altLang="en-US"/>
              <a:t> </a:t>
            </a:r>
            <a:r>
              <a:rPr lang="en-US" altLang="zh-CN"/>
              <a:t>(3</a:t>
            </a:r>
            <a:r>
              <a:rPr lang="zh-CN" altLang="en-US"/>
              <a:t> </a:t>
            </a:r>
            <a:r>
              <a:rPr lang="en-US" altLang="zh-CN"/>
              <a:t>each)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Age</a:t>
            </a:r>
            <a:r>
              <a:rPr lang="zh-CN" altLang="en-US"/>
              <a:t> </a:t>
            </a:r>
            <a:r>
              <a:rPr lang="en-US" altLang="zh-CN"/>
              <a:t>/</a:t>
            </a:r>
            <a:r>
              <a:rPr lang="zh-CN" altLang="en-US"/>
              <a:t> </a:t>
            </a:r>
            <a:r>
              <a:rPr lang="en-US" altLang="zh-CN"/>
              <a:t>year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learned</a:t>
            </a:r>
            <a:r>
              <a:rPr lang="zh-CN" altLang="en-US"/>
              <a:t> </a:t>
            </a:r>
            <a:r>
              <a:rPr lang="en-US" altLang="zh-CN"/>
              <a:t>before?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want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achieve?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 altLang="zh-CN"/>
              <a:t>hobbies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have?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Write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name</a:t>
            </a:r>
            <a:r>
              <a:rPr lang="zh-CN" altLang="en-US"/>
              <a:t> </a:t>
            </a:r>
            <a:r>
              <a:rPr lang="en-US" altLang="zh-CN"/>
              <a:t>plate</a:t>
            </a: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69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4B958-E1D6-5C29-8E60-76F1F6C0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9603F2-CD1B-A89E-AFCA-AC49CB8DE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949682-6D11-C453-69F8-669A2C5B7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EAC5B5-8F5E-B89A-A9D9-CE21D6EB4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51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2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74BC-EB23-7DDA-850D-AEDE590E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278D16-9135-8CFD-519B-0F3BC66C8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3F62C-671C-F4F1-589F-92794577A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67A4D0-5818-21A8-67AE-7CF18697F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AF50-8E48-9D35-B45E-4FBD8D800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B66DB7-9230-F87F-3E31-671E5ACD6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428573-B651-972E-4F76-6A5277DAE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C05A19-3CC8-BA3E-9C30-2C3976AE8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92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3F2F-57CA-050B-D248-64BDF9DE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AB07B9-DADE-D9B7-0334-CDB3B5D9C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DFFEF4-3E9D-58EF-2D62-E04EBE421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D3A93F-A3B1-2768-F095-7112AAA37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2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B85BD-468D-5AD2-0D18-8094759D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A37FEB-4A72-6A00-7DFD-6F64DF0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5A83C6-FB71-ADCC-E4D2-FBDF4137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06456B-8512-8547-1E9C-FD9C1EDDC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03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49A76-2396-19B3-A0F4-8A37D6FE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550DAA5-5742-393B-E3DF-7EBF21BA6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8DB4248-00F4-D3DB-40EC-5AF51BD9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1409D-7E95-CC92-C0C3-DFBFF5A49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B44D7-DA6B-C3DD-2B20-8C858198B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8BCCCE-68D7-4562-8D33-55DEC7B41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C2D0D2-3A1A-E724-3E16-F1AB04798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B9823A-11FD-6B4B-D1CB-4CDDCADAE4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36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53712" y="960121"/>
            <a:ext cx="3915918" cy="3056343"/>
          </a:xfrm>
        </p:spPr>
        <p:txBody>
          <a:bodyPr anchor="b">
            <a:normAutofit/>
          </a:bodyPr>
          <a:lstStyle>
            <a:lvl1pPr algn="l">
              <a:defRPr sz="3000" b="1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617"/>
          <a:stretch/>
        </p:blipFill>
        <p:spPr>
          <a:xfrm>
            <a:off x="0" y="0"/>
            <a:ext cx="4614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5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6223035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224" y="2072640"/>
            <a:ext cx="6243067" cy="3493008"/>
          </a:xfrm>
        </p:spPr>
        <p:txBody>
          <a:bodyPr>
            <a:normAutofit/>
          </a:bodyPr>
          <a:lstStyle>
            <a:lvl1pPr marL="171450" indent="-17145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586" r="26226" b="3861"/>
          <a:stretch/>
        </p:blipFill>
        <p:spPr>
          <a:xfrm>
            <a:off x="7061597" y="264696"/>
            <a:ext cx="2082404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656" y="42062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9477" y="-9144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5715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17678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430" y="-15240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0" y="4084321"/>
            <a:ext cx="4398169" cy="2362835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29000" y="6583680"/>
            <a:ext cx="5715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441961"/>
            <a:ext cx="4231423" cy="3316893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2270" y="4068392"/>
            <a:ext cx="4185440" cy="219759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2100"/>
            </a:lvl1pPr>
            <a:lvl2pPr marL="342900" indent="0">
              <a:lnSpc>
                <a:spcPts val="1800"/>
              </a:lnSpc>
              <a:buNone/>
              <a:defRPr sz="1500"/>
            </a:lvl2pPr>
            <a:lvl3pPr marL="685800" indent="0">
              <a:lnSpc>
                <a:spcPts val="1800"/>
              </a:lnSpc>
              <a:buNone/>
              <a:defRPr sz="1500"/>
            </a:lvl3pPr>
            <a:lvl4pPr marL="1028700" indent="0">
              <a:lnSpc>
                <a:spcPts val="1800"/>
              </a:lnSpc>
              <a:buNone/>
              <a:defRPr sz="1500"/>
            </a:lvl4pPr>
            <a:lvl5pPr marL="1371600" indent="0">
              <a:lnSpc>
                <a:spcPts val="1800"/>
              </a:lnSpc>
              <a:buNone/>
              <a:defRPr sz="1500"/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06"/>
          <a:stretch/>
        </p:blipFill>
        <p:spPr>
          <a:xfrm>
            <a:off x="1" y="0"/>
            <a:ext cx="3495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2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  <a:lvl6pPr marL="1200150">
              <a:defRPr/>
            </a:lvl6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4"/>
            <a:r>
              <a:rPr lang="en-US"/>
              <a:t>Fourth level</a:t>
            </a:r>
          </a:p>
          <a:p>
            <a:pPr lvl="5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7983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3" y="2073275"/>
            <a:ext cx="2358628" cy="3687763"/>
          </a:xfrm>
        </p:spPr>
        <p:txBody>
          <a:bodyPr>
            <a:normAutofit/>
          </a:bodyPr>
          <a:lstStyle>
            <a:lvl1pPr marL="24003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eriod"/>
              <a:defRPr sz="1500"/>
            </a:lvl1pPr>
            <a:lvl2pPr marL="5143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eriod"/>
              <a:defRPr sz="1500"/>
            </a:lvl2pPr>
            <a:lvl3pPr marL="8572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arenR"/>
              <a:defRPr sz="1500"/>
            </a:lvl3pPr>
            <a:lvl4pPr marL="12001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arenR"/>
              <a:defRPr sz="1500"/>
            </a:lvl4pPr>
            <a:lvl5pPr marL="15430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romanLcPeriod"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17570" y="2073275"/>
            <a:ext cx="4644629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4"/>
            <a:ext cx="1636568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367" t="32063" r="19367" b="20417"/>
          <a:stretch/>
        </p:blipFill>
        <p:spPr>
          <a:xfrm>
            <a:off x="3732934" y="0"/>
            <a:ext cx="5411066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87880"/>
            <a:ext cx="76581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4491" y="4094802"/>
            <a:ext cx="7520939" cy="2468880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26920"/>
            <a:ext cx="226314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94473" y="2026603"/>
            <a:ext cx="5075158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900"/>
              </a:spcAft>
              <a:defRPr/>
            </a:lvl1pPr>
            <a:lvl2pPr>
              <a:spcBef>
                <a:spcPts val="0"/>
              </a:spcBef>
              <a:spcAft>
                <a:spcPts val="450"/>
              </a:spcAft>
              <a:defRPr/>
            </a:lvl2pPr>
            <a:lvl3pPr>
              <a:spcBef>
                <a:spcPts val="0"/>
              </a:spcBef>
              <a:spcAft>
                <a:spcPts val="450"/>
              </a:spcAft>
              <a:defRPr/>
            </a:lvl3pPr>
            <a:lvl4pPr>
              <a:spcBef>
                <a:spcPts val="0"/>
              </a:spcBef>
              <a:spcAft>
                <a:spcPts val="450"/>
              </a:spcAft>
              <a:defRPr sz="1500"/>
            </a:lvl4pPr>
            <a:lvl5pPr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9256" t="-150" r="58720" b="30269"/>
          <a:stretch/>
        </p:blipFill>
        <p:spPr>
          <a:xfrm>
            <a:off x="6729413" y="5081287"/>
            <a:ext cx="2414588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58670"/>
            <a:ext cx="4644629" cy="3687763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1613" y="2058671"/>
            <a:ext cx="225206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1pPr>
            <a:lvl2pPr marL="171450" indent="-17145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2pPr>
            <a:lvl3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3pPr>
            <a:lvl4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4pPr>
            <a:lvl5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43430"/>
            <a:ext cx="7803881" cy="3925467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33" t="-5525" r="24023" b="11733"/>
          <a:stretch/>
        </p:blipFill>
        <p:spPr>
          <a:xfrm>
            <a:off x="3358576" y="0"/>
            <a:ext cx="57854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14" y="505016"/>
            <a:ext cx="4331742" cy="3284932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3515" y="4006024"/>
            <a:ext cx="4345686" cy="234696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672585"/>
            <a:ext cx="7886700" cy="1299411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288" y="-50037"/>
            <a:ext cx="9139523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5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pos="1440" userDrawn="1">
          <p15:clr>
            <a:srgbClr val="F26B43"/>
          </p15:clr>
        </p15:guide>
        <p15:guide id="3" pos="4320" userDrawn="1">
          <p15:clr>
            <a:srgbClr val="F26B43"/>
          </p15:clr>
        </p15:guide>
        <p15:guide id="4" pos="5328" userDrawn="1">
          <p15:clr>
            <a:srgbClr val="C35EA4"/>
          </p15:clr>
        </p15:guide>
        <p15:guide id="5" pos="432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nway%27s_Game_of_Life" TargetMode="Externa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gif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8417" y="1484243"/>
            <a:ext cx="4401213" cy="4311374"/>
          </a:xfrm>
        </p:spPr>
        <p:txBody>
          <a:bodyPr anchor="ctr">
            <a:normAutofit/>
          </a:bodyPr>
          <a:lstStyle/>
          <a:p>
            <a:pPr algn="r"/>
            <a:r>
              <a:rPr lang="en-US" sz="4800"/>
              <a:t>Python</a:t>
            </a:r>
            <a:br>
              <a:rPr lang="en-US" sz="4800"/>
            </a:br>
            <a:r>
              <a:rPr lang="en-US" altLang="zh-CN" sz="4800"/>
              <a:t>Problem</a:t>
            </a:r>
            <a:br>
              <a:rPr lang="en-AU" altLang="zh-CN" sz="4800"/>
            </a:br>
            <a:r>
              <a:rPr lang="en-US" altLang="zh-CN" sz="4800"/>
              <a:t>Solver</a:t>
            </a:r>
            <a:br>
              <a:rPr lang="en-AU" altLang="zh-CN" sz="4800"/>
            </a:b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5400000" cy="720000"/>
          </a:xfrm>
        </p:spPr>
        <p:txBody>
          <a:bodyPr/>
          <a:lstStyle/>
          <a:p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other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9999" y="1619999"/>
            <a:ext cx="7200000" cy="4341185"/>
          </a:xfrm>
        </p:spPr>
        <p:txBody>
          <a:bodyPr>
            <a:normAutofit/>
          </a:bodyPr>
          <a:lstStyle/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I’m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Bryan</a:t>
            </a:r>
          </a:p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Introduce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each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student: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endParaRPr lang="en-AU" altLang="zh-CN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Age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/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year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learned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before?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want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to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achieve?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other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hobbies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Write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name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plate</a:t>
            </a:r>
          </a:p>
          <a:p>
            <a:endParaRPr lang="en-US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E572-37F3-6505-9595-979DDD02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9BBD7C-67DD-D248-4D73-FBC3BDBEE4E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540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/>
              <a:t>Course</a:t>
            </a:r>
            <a:r>
              <a:rPr lang="zh-CN" altLang="en-US"/>
              <a:t> </a:t>
            </a:r>
            <a:r>
              <a:rPr lang="en-ZA"/>
              <a:t>objectives</a:t>
            </a:r>
          </a:p>
        </p:txBody>
      </p:sp>
      <p:sp>
        <p:nvSpPr>
          <p:cNvPr id="6" name="文本框 2">
            <a:extLst>
              <a:ext uri="{FF2B5EF4-FFF2-40B4-BE49-F238E27FC236}">
                <a16:creationId xmlns:a16="http://schemas.microsoft.com/office/drawing/2014/main" id="{263483FF-D166-F175-50EA-7A0C9C73A8D5}"/>
              </a:ext>
            </a:extLst>
          </p:cNvPr>
          <p:cNvSpPr txBox="1"/>
          <p:nvPr/>
        </p:nvSpPr>
        <p:spPr>
          <a:xfrm>
            <a:off x="1438775" y="5797948"/>
            <a:ext cx="1488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100">
                <a:solidFill>
                  <a:schemeClr val="bg1"/>
                </a:solidFill>
              </a:rPr>
              <a:t>John Von Neumann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E8850535-C6AE-0AA7-EAFA-0558D841E75F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859507" cy="44395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Using Python to solve real life problems,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Building algorithmic thinking,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Data structures and algorithms,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Set foundation for high school Software Engineering, Enterprise Computing and related subjects,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Prepare for AIO and further competitions</a:t>
            </a:r>
            <a:endParaRPr lang="en-AU" sz="2000"/>
          </a:p>
        </p:txBody>
      </p:sp>
    </p:spTree>
    <p:extLst>
      <p:ext uri="{BB962C8B-B14F-4D97-AF65-F5344CB8AC3E}">
        <p14:creationId xmlns:p14="http://schemas.microsoft.com/office/powerpoint/2010/main" val="304525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D835-52B8-0B2C-84FE-353FEFED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0E857A4-AEBA-849B-4F96-104E5B3898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4FC1B0-000F-01D1-5A3F-EE527C2DF6AE}"/>
              </a:ext>
            </a:extLst>
          </p:cNvPr>
          <p:cNvSpPr txBox="1"/>
          <p:nvPr/>
        </p:nvSpPr>
        <p:spPr>
          <a:xfrm>
            <a:off x="359998" y="1260000"/>
            <a:ext cx="7200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great city of </a:t>
            </a:r>
            <a:r>
              <a:rPr lang="en-AU" sz="2000" dirty="0" err="1"/>
              <a:t>Dubvegas</a:t>
            </a:r>
            <a:r>
              <a:rPr lang="en-AU" sz="2000" dirty="0"/>
              <a:t> is designing one side of a new street. This street is divided into evenly sized chunks of land, each of which will be used for either a house or a park. The city takes great pride in both the number of parks that it has, and that no one has to walk far to reach one of their wonderful parks.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In particular, the city calls a group of consecutive houses a ‘block’. The size of a block is the number of houses it contains.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29C7-70CB-7A5B-C61E-DD43DC170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4381314"/>
            <a:ext cx="7200000" cy="158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0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E82B-033A-37D1-6219-A78E3287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8A980-A981-A9D0-55F2-FF443729391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77A0A-738C-D89B-B962-E7474FBFAA90}"/>
              </a:ext>
            </a:extLst>
          </p:cNvPr>
          <p:cNvSpPr txBox="1"/>
          <p:nvPr/>
        </p:nvSpPr>
        <p:spPr>
          <a:xfrm>
            <a:off x="359998" y="1260000"/>
            <a:ext cx="720000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 must determine, given the number of chunks of land on the street and the number of parks that will be built, the minimum possible size of the largest block.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Input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only line will contain the number of chunks of land N on the street, followed by the number of parks that will be built 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Your program should output the minimum possible size of the largest block on a street with N chunks of land, where K parks will be built.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98389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A1351-0ECC-669A-13E7-0C13B3C4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468C8-0A49-0537-8F87-67888A147A9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8DB9F7-C5B5-5C93-1BC7-BB2FE7883D54}"/>
              </a:ext>
            </a:extLst>
          </p:cNvPr>
          <p:cNvSpPr txBox="1"/>
          <p:nvPr/>
        </p:nvSpPr>
        <p:spPr>
          <a:xfrm>
            <a:off x="359997" y="1260000"/>
            <a:ext cx="79199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Input 1		Sample Input 2		Sample Input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3 1			3 3			7 2</a:t>
            </a:r>
          </a:p>
          <a:p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Output 1 	Sample Output 2	Sample Output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1			0			2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9289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C2DD-E3B5-7086-D6D6-3E1DDD561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7B6905-BC0C-BF63-4E27-8A4A3F4982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7212D0-197C-23B6-F9D6-CBBD31CA3654}"/>
              </a:ext>
            </a:extLst>
          </p:cNvPr>
          <p:cNvSpPr txBox="1"/>
          <p:nvPr/>
        </p:nvSpPr>
        <p:spPr>
          <a:xfrm>
            <a:off x="359998" y="1260000"/>
            <a:ext cx="72000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Planning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Essentially it’s about how to divide the houses into blocks ‘as evenly as possible’.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Number of blocks is number of parks + 1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What’s the size of the largest block when distributed ‘as evenly as possible’?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</a:t>
            </a:r>
            <a:r>
              <a:rPr lang="en-AU" sz="2000" i="1" dirty="0"/>
              <a:t>N</a:t>
            </a:r>
            <a:r>
              <a:rPr lang="en-AU" sz="2000" dirty="0"/>
              <a:t> is a multiple of </a:t>
            </a:r>
            <a:r>
              <a:rPr lang="en-AU" sz="2000" i="1" dirty="0"/>
              <a:t>K</a:t>
            </a:r>
            <a:r>
              <a:rPr lang="en-AU" sz="2000" dirty="0"/>
              <a:t>+1,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not,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>
                <a:solidFill>
                  <a:srgbClr val="FF0000"/>
                </a:solidFill>
              </a:rPr>
              <a:t>It’s indeed ceiling division.  Useful formula for ceiling division </a:t>
            </a:r>
            <a:r>
              <a:rPr lang="en-AU" sz="2000" i="1" dirty="0">
                <a:solidFill>
                  <a:srgbClr val="FF0000"/>
                </a:solidFill>
              </a:rPr>
              <a:t>a</a:t>
            </a:r>
            <a:r>
              <a:rPr lang="en-AU" sz="2000" dirty="0">
                <a:solidFill>
                  <a:srgbClr val="FF0000"/>
                </a:solidFill>
              </a:rPr>
              <a:t> by </a:t>
            </a:r>
            <a:r>
              <a:rPr lang="en-AU" sz="2000" i="1" dirty="0">
                <a:solidFill>
                  <a:srgbClr val="FF0000"/>
                </a:solidFill>
              </a:rPr>
              <a:t>b</a:t>
            </a:r>
            <a:r>
              <a:rPr lang="en-AU" sz="2000" dirty="0">
                <a:solidFill>
                  <a:srgbClr val="FF0000"/>
                </a:solidFill>
              </a:rPr>
              <a:t>: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(a + b - 1) // b</a:t>
            </a:r>
            <a:r>
              <a:rPr lang="en-AU" sz="2000" dirty="0">
                <a:solidFill>
                  <a:srgbClr val="FF0000"/>
                </a:solidFill>
              </a:rPr>
              <a:t>, or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 + ((a - 1) // b)</a:t>
            </a:r>
          </a:p>
        </p:txBody>
      </p:sp>
    </p:spTree>
    <p:extLst>
      <p:ext uri="{BB962C8B-B14F-4D97-AF65-F5344CB8AC3E}">
        <p14:creationId xmlns:p14="http://schemas.microsoft.com/office/powerpoint/2010/main" val="388877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1F105-6217-A273-4961-DEE67576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682B-0914-46B1-58A2-B0163BC2FB7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pic>
        <p:nvPicPr>
          <p:cNvPr id="5" name="Picture 4" descr="Aerial View of Central Park">
            <a:extLst>
              <a:ext uri="{FF2B5EF4-FFF2-40B4-BE49-F238E27FC236}">
                <a16:creationId xmlns:a16="http://schemas.microsoft.com/office/drawing/2014/main" id="{1840AED4-293C-DB84-3698-51AB8BFC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620000"/>
            <a:ext cx="6802586" cy="4517342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D502C69-FBC3-59ED-0B92-CD3E5E1845CD}"/>
              </a:ext>
            </a:extLst>
          </p:cNvPr>
          <p:cNvSpPr txBox="1">
            <a:spLocks/>
          </p:cNvSpPr>
          <p:nvPr/>
        </p:nvSpPr>
        <p:spPr>
          <a:xfrm rot="16200000">
            <a:off x="4543915" y="3518671"/>
            <a:ext cx="4517342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Code</a:t>
            </a:r>
            <a:r>
              <a:rPr lang="zh-CN" altLang="en-US" sz="4400" b="0" i="0" dirty="0">
                <a:solidFill>
                  <a:schemeClr val="bg1"/>
                </a:solidFill>
                <a:effectLst/>
                <a:latin typeface="Inter"/>
              </a:rPr>
              <a:t> </a:t>
            </a: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232642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65B60C-C7C3-FF94-5D89-4835F31B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4C69C-0CCD-DE22-E649-E09B21A8C6D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121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CFE1-63E9-31C2-0144-4D088C197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5FAE817-86CA-BDA2-3AB1-B5AF5C4A739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A4661-0C11-69C4-548F-F5ED10C98A30}"/>
              </a:ext>
            </a:extLst>
          </p:cNvPr>
          <p:cNvSpPr txBox="1"/>
          <p:nvPr/>
        </p:nvSpPr>
        <p:spPr>
          <a:xfrm>
            <a:off x="359998" y="1260000"/>
            <a:ext cx="7200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Almost all software systems will need to sort data in a particular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Problem: Sort 27.2 million data records, how long does it take?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1.8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Quicksort (</a:t>
                          </a:r>
                          <a14:m>
                            <m:oMath xmlns:m="http://schemas.openxmlformats.org/officeDocument/2006/math">
                              <m:r>
                                <a:rPr lang="en-AU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oMath>
                          </a14:m>
                          <a:r>
                            <a:rPr lang="en-AU" sz="1600" dirty="0"/>
                            <a:t>)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4332275"/>
                  </p:ext>
                </p:extLst>
              </p:nvPr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4839" r="-200000" b="-15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157377" r="-200000" b="-57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06452" r="-200000" b="-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24CCBF-AD5B-4E91-2219-164B7EC5C706}"/>
              </a:ext>
            </a:extLst>
          </p:cNvPr>
          <p:cNvSpPr/>
          <p:nvPr/>
        </p:nvSpPr>
        <p:spPr>
          <a:xfrm>
            <a:off x="360000" y="4902011"/>
            <a:ext cx="6996891" cy="5570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4C1D0-ACCC-3DF4-6E8F-E5800FC260E9}"/>
              </a:ext>
            </a:extLst>
          </p:cNvPr>
          <p:cNvSpPr/>
          <p:nvPr/>
        </p:nvSpPr>
        <p:spPr>
          <a:xfrm>
            <a:off x="360000" y="4128391"/>
            <a:ext cx="6996891" cy="7736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</p:spTree>
    <p:extLst>
      <p:ext uri="{BB962C8B-B14F-4D97-AF65-F5344CB8AC3E}">
        <p14:creationId xmlns:p14="http://schemas.microsoft.com/office/powerpoint/2010/main" val="3538951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5C222-C4A1-A0F4-F6D7-44B471B2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BFBF3-2A68-4069-AC9C-F3C8B4A8B4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6C144-ECBD-E863-2181-1B03F4C70D80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393625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3D98-B438-9310-1441-8B240502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8E86-9E51-475A-61EE-D1207FBDCB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027B7F-0E28-6F7D-6F3B-D7EFAAC4BDFE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2970994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B7D9A-8C29-85A7-BAF7-5F413221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A22DC07-949B-13E5-AD72-66B1068D28F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pic>
        <p:nvPicPr>
          <p:cNvPr id="12" name="Picture 11" descr="Bubble Sort in Data Structure: Algorithm, Steps, and Examples">
            <a:extLst>
              <a:ext uri="{FF2B5EF4-FFF2-40B4-BE49-F238E27FC236}">
                <a16:creationId xmlns:a16="http://schemas.microsoft.com/office/drawing/2014/main" id="{375CD3BC-2752-34F6-0E2D-C7AEF621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63"/>
          <a:stretch>
            <a:fillRect/>
          </a:stretch>
        </p:blipFill>
        <p:spPr>
          <a:xfrm>
            <a:off x="359999" y="1080001"/>
            <a:ext cx="7619667" cy="4800846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14C707D-9EDC-7117-3198-155B64FE320D}"/>
              </a:ext>
            </a:extLst>
          </p:cNvPr>
          <p:cNvSpPr txBox="1">
            <a:spLocks/>
          </p:cNvSpPr>
          <p:nvPr/>
        </p:nvSpPr>
        <p:spPr>
          <a:xfrm rot="16200000">
            <a:off x="4634824" y="2745838"/>
            <a:ext cx="5550018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effectLst/>
                <a:latin typeface="Inter"/>
              </a:rPr>
              <a:t>Code</a:t>
            </a:r>
            <a:r>
              <a:rPr lang="zh-CN" altLang="en-US" sz="4400" b="0" i="0" dirty="0">
                <a:effectLst/>
                <a:latin typeface="Inter"/>
              </a:rPr>
              <a:t> </a:t>
            </a:r>
            <a:r>
              <a:rPr lang="en-US" altLang="zh-CN" sz="4400" b="0" i="0" dirty="0"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59927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FF219E-5C32-2E48-35B2-74541B871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481A-D2CF-1FBC-304F-48CFCC3229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23 </a:t>
            </a:r>
            <a:r>
              <a:rPr lang="en-AU" dirty="0"/>
              <a:t>The Vigenère Cipher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9E2F2-98C1-23BB-75A2-D79A864FA3D5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212873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9272CF-0146-B58E-B420-7B1DF47A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DD8F5-5BBF-619A-1951-B27B82ABCE7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2C227-07DF-CCDF-45FE-20671B559007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i+1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48784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81C38-28F2-BF17-F57D-326F5CEE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0BA418-E5DB-59E6-2B9E-2A4A427BED59}"/>
              </a:ext>
            </a:extLst>
          </p:cNvPr>
          <p:cNvSpPr txBox="1"/>
          <p:nvPr/>
        </p:nvSpPr>
        <p:spPr>
          <a:xfrm>
            <a:off x="359998" y="1260000"/>
            <a:ext cx="7920000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https://en.wikipedia.org/wiki/Conway%27s_Game_of_Life</a:t>
            </a:r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It’s a zero-player game, meaning that its evolution is determined by its initial state, requiring no further input. You create an initial configuration and observe how it evolves.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universe of the Game of Life is an infinite two-dimensional orthogonal grid of square cells, each of which is in one of two possible states, alive or dead, or “populated” or “unpopulated”. Every cell interacts with its eight neighbours.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At each step in time, the following transitions occur: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fewer than two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two or three live neighbours </a:t>
            </a:r>
            <a:r>
              <a:rPr lang="en-AU" dirty="0">
                <a:solidFill>
                  <a:srgbClr val="FF0000"/>
                </a:solidFill>
              </a:rPr>
              <a:t>lives</a:t>
            </a:r>
            <a:r>
              <a:rPr lang="en-AU" dirty="0"/>
              <a:t> on to the next generation.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more than three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dead cell with exactly three live neighbours </a:t>
            </a:r>
            <a:r>
              <a:rPr lang="en-AU" dirty="0">
                <a:solidFill>
                  <a:srgbClr val="FF0000"/>
                </a:solidFill>
              </a:rPr>
              <a:t>becomes a live cell</a:t>
            </a:r>
            <a:r>
              <a:rPr lang="en-AU" dirty="0"/>
              <a:t>.</a:t>
            </a:r>
            <a:endParaRPr lang="en-AU" sz="20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BF614CF-4093-2D09-90F0-F9314A074C5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</p:spTree>
    <p:extLst>
      <p:ext uri="{BB962C8B-B14F-4D97-AF65-F5344CB8AC3E}">
        <p14:creationId xmlns:p14="http://schemas.microsoft.com/office/powerpoint/2010/main" val="352341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8E76-A358-34C1-67F6-A4579E82A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F86D1-BB4B-8C5E-68BA-28E648137CE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6D7E1-5A8B-D86F-CF5B-6CE8BD4F48A8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initial pattern constitutes the </a:t>
            </a:r>
            <a:r>
              <a:rPr lang="en-AU" sz="2000" b="1" i="1" dirty="0"/>
              <a:t>seed</a:t>
            </a:r>
            <a:r>
              <a:rPr lang="en-AU" sz="2000" dirty="0"/>
              <a:t> of the system. The first generation is created by applying the above rules simultaneously to every cell in the seed — births and deaths occur simultaneously.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rules continue to be applied repeatedly to create further generations.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different </a:t>
            </a:r>
            <a:r>
              <a:rPr lang="en-AU" sz="2000" b="1" i="1" dirty="0"/>
              <a:t>seeds</a:t>
            </a:r>
            <a:r>
              <a:rPr lang="en-AU" sz="2000" dirty="0"/>
              <a:t> we can try.  Or just random 15x15.</a:t>
            </a:r>
          </a:p>
        </p:txBody>
      </p:sp>
      <p:pic>
        <p:nvPicPr>
          <p:cNvPr id="3" name="Picture 2" descr="Glider">
            <a:extLst>
              <a:ext uri="{FF2B5EF4-FFF2-40B4-BE49-F238E27FC236}">
                <a16:creationId xmlns:a16="http://schemas.microsoft.com/office/drawing/2014/main" id="{AFD2BDD6-9FB3-AAF5-517F-3B745A92D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52" y="4223144"/>
            <a:ext cx="863599" cy="863599"/>
          </a:xfrm>
          <a:prstGeom prst="rect">
            <a:avLst/>
          </a:prstGeom>
        </p:spPr>
      </p:pic>
      <p:pic>
        <p:nvPicPr>
          <p:cNvPr id="6" name="Picture 5" descr="Toad">
            <a:extLst>
              <a:ext uri="{FF2B5EF4-FFF2-40B4-BE49-F238E27FC236}">
                <a16:creationId xmlns:a16="http://schemas.microsoft.com/office/drawing/2014/main" id="{947F7076-8ED7-3EE9-B1B0-2D4BCAC8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603" y="4223144"/>
            <a:ext cx="863599" cy="863599"/>
          </a:xfrm>
          <a:prstGeom prst="rect">
            <a:avLst/>
          </a:prstGeom>
        </p:spPr>
      </p:pic>
      <p:pic>
        <p:nvPicPr>
          <p:cNvPr id="8" name="Picture 7" descr="Beacon">
            <a:extLst>
              <a:ext uri="{FF2B5EF4-FFF2-40B4-BE49-F238E27FC236}">
                <a16:creationId xmlns:a16="http://schemas.microsoft.com/office/drawing/2014/main" id="{CEEA390E-DB65-98EC-98F2-A991BE98D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854" y="4219333"/>
            <a:ext cx="871220" cy="871220"/>
          </a:xfrm>
          <a:prstGeom prst="rect">
            <a:avLst/>
          </a:prstGeom>
        </p:spPr>
      </p:pic>
      <p:pic>
        <p:nvPicPr>
          <p:cNvPr id="9" name="Picture 8" descr="Pulsar">
            <a:extLst>
              <a:ext uri="{FF2B5EF4-FFF2-40B4-BE49-F238E27FC236}">
                <a16:creationId xmlns:a16="http://schemas.microsoft.com/office/drawing/2014/main" id="{FDA0206C-3483-949C-6B86-F07CF0868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3726" y="4219333"/>
            <a:ext cx="2418080" cy="24180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454953-2F9C-B826-A25A-989F43573B50}"/>
              </a:ext>
            </a:extLst>
          </p:cNvPr>
          <p:cNvSpPr txBox="1"/>
          <p:nvPr/>
        </p:nvSpPr>
        <p:spPr>
          <a:xfrm>
            <a:off x="436801" y="3888039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100" dirty="0">
                <a:latin typeface="Consolas" panose="020B0609020204030204" pitchFamily="49" charset="0"/>
                <a:cs typeface="Consolas" panose="020B0609020204030204" pitchFamily="49" charset="0"/>
              </a:rPr>
              <a:t>The Glider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2687-5B5F-3B2D-379F-CD587F0181D9}"/>
              </a:ext>
            </a:extLst>
          </p:cNvPr>
          <p:cNvSpPr txBox="1"/>
          <p:nvPr/>
        </p:nvSpPr>
        <p:spPr>
          <a:xfrm>
            <a:off x="1679052" y="3888039"/>
            <a:ext cx="1028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Toad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5996C-C9EF-956C-FEB9-302392243508}"/>
              </a:ext>
            </a:extLst>
          </p:cNvPr>
          <p:cNvSpPr txBox="1"/>
          <p:nvPr/>
        </p:nvSpPr>
        <p:spPr>
          <a:xfrm>
            <a:off x="2921056" y="3886134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Beacon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C5D2CC-AAED-6F73-6AF7-F081CE4440D7}"/>
              </a:ext>
            </a:extLst>
          </p:cNvPr>
          <p:cNvSpPr txBox="1"/>
          <p:nvPr/>
        </p:nvSpPr>
        <p:spPr>
          <a:xfrm>
            <a:off x="4948416" y="3891143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Pulsar</a:t>
            </a:r>
          </a:p>
        </p:txBody>
      </p:sp>
    </p:spTree>
    <p:extLst>
      <p:ext uri="{BB962C8B-B14F-4D97-AF65-F5344CB8AC3E}">
        <p14:creationId xmlns:p14="http://schemas.microsoft.com/office/powerpoint/2010/main" val="24562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4DF3-C5FC-909A-0A8C-554EB26F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A0194-C5E0-3820-5345-7B21DB84C44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B4D13-C7B7-4128-F262-DC971F595E70}"/>
              </a:ext>
            </a:extLst>
          </p:cNvPr>
          <p:cNvSpPr txBox="1"/>
          <p:nvPr/>
        </p:nvSpPr>
        <p:spPr>
          <a:xfrm>
            <a:off x="359998" y="1260000"/>
            <a:ext cx="720000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dirty="0"/>
              <a:t>Prepare the data structures for patters, example: Glider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Loop: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A3B3-C190-C4E9-DEBA-EF2748E37322}"/>
              </a:ext>
            </a:extLst>
          </p:cNvPr>
          <p:cNvSpPr txBox="1"/>
          <p:nvPr/>
        </p:nvSpPr>
        <p:spPr>
          <a:xfrm>
            <a:off x="720000" y="2128885"/>
            <a:ext cx="6480000" cy="30623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glider():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grid = []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([0,1,0,0,0,0,0,0,0,0])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([0,0,1,0,0,0,0,0,0,0])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([1,1,1,0,0,0,0,0,0,0])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return grid</a:t>
            </a:r>
          </a:p>
        </p:txBody>
      </p:sp>
    </p:spTree>
    <p:extLst>
      <p:ext uri="{BB962C8B-B14F-4D97-AF65-F5344CB8AC3E}">
        <p14:creationId xmlns:p14="http://schemas.microsoft.com/office/powerpoint/2010/main" val="2576504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386B-1B45-E7EB-0377-666561C7B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CC8F716-8026-E590-FE66-F3E085D51F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AAE58-8EAC-6B3E-CDA6-576B95300A7A}"/>
              </a:ext>
            </a:extLst>
          </p:cNvPr>
          <p:cNvSpPr txBox="1"/>
          <p:nvPr/>
        </p:nvSpPr>
        <p:spPr>
          <a:xfrm>
            <a:off x="359998" y="1260000"/>
            <a:ext cx="72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Loop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Draw current grid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Update next grid using the rules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Swap current grid and next grid</a:t>
            </a:r>
          </a:p>
        </p:txBody>
      </p:sp>
    </p:spTree>
    <p:extLst>
      <p:ext uri="{BB962C8B-B14F-4D97-AF65-F5344CB8AC3E}">
        <p14:creationId xmlns:p14="http://schemas.microsoft.com/office/powerpoint/2010/main" val="652297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41B3-4BA4-38EA-3846-F4BE6C98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0B94-BB92-E844-94F2-C0F1EBF37A9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33A6C-92A0-0087-BD0E-DE01192CD34E}"/>
              </a:ext>
            </a:extLst>
          </p:cNvPr>
          <p:cNvSpPr txBox="1"/>
          <p:nvPr/>
        </p:nvSpPr>
        <p:spPr>
          <a:xfrm>
            <a:off x="359998" y="1260000"/>
            <a:ext cx="7200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draw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First draw all the grid lines,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The loop through all rows the all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life != false, draw a box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update next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Loop for each row and each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Calculate number of neighbours for current cell (how?)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Update next grid based on number</a:t>
            </a:r>
          </a:p>
        </p:txBody>
      </p:sp>
    </p:spTree>
    <p:extLst>
      <p:ext uri="{BB962C8B-B14F-4D97-AF65-F5344CB8AC3E}">
        <p14:creationId xmlns:p14="http://schemas.microsoft.com/office/powerpoint/2010/main" val="5967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3C0E199-827A-2281-97D1-B998ED81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340D-6A79-04B5-73F6-5FB1AA53A47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BA6B1-CB34-EE9D-8E21-37A04A86B210}"/>
              </a:ext>
            </a:extLst>
          </p:cNvPr>
          <p:cNvSpPr txBox="1"/>
          <p:nvPr/>
        </p:nvSpPr>
        <p:spPr>
          <a:xfrm>
            <a:off x="359998" y="1260000"/>
            <a:ext cx="720000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dirty="0"/>
              <a:t>Prepare the data structures for patters, example: Glider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US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Loop: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70BE11-C61E-14CC-B028-9056F5E3AA03}"/>
              </a:ext>
            </a:extLst>
          </p:cNvPr>
          <p:cNvSpPr txBox="1"/>
          <p:nvPr/>
        </p:nvSpPr>
        <p:spPr>
          <a:xfrm>
            <a:off x="720000" y="2128885"/>
            <a:ext cx="6480000" cy="30623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glider():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grid = []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([0,1,0,0,0,0,0,0,0,0])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([0,0,1,0,0,0,0,0,0,0])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([1,1,1,0,0,0,0,0,0,0])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return grid</a:t>
            </a:r>
          </a:p>
        </p:txBody>
      </p:sp>
    </p:spTree>
    <p:extLst>
      <p:ext uri="{BB962C8B-B14F-4D97-AF65-F5344CB8AC3E}">
        <p14:creationId xmlns:p14="http://schemas.microsoft.com/office/powerpoint/2010/main" val="40181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68704-0B46-C9ED-0E8D-BE106146D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Exercises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F58BCF-B258-20B6-A78B-5E9D26E7F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9426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BF09-BC6C-A5A7-6068-93C5020B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963F2E24-FD1A-CC22-E82E-C6CA3CB1BB8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D80888-D000-36FF-D6F1-43DE955C761E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Street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Construction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Fountain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Ring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The </a:t>
            </a:r>
            <a:r>
              <a:rPr lang="en-US" altLang="zh-CN" sz="2000" dirty="0">
                <a:solidFill>
                  <a:srgbClr val="002060"/>
                </a:solidFill>
              </a:rPr>
              <a:t>Epping</a:t>
            </a:r>
            <a:r>
              <a:rPr lang="en-GB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Gardens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are famous for their Great Circular Path. The path is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divided into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evenly sized segments arranged in a circle, so segment 1 neighbours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segment 2, segment 2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neighbours segment 3, and so on — and segment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neighbours segment 1</a:t>
            </a:r>
            <a:r>
              <a:rPr lang="en-US" altLang="zh-CN" sz="2000" dirty="0">
                <a:solidFill>
                  <a:srgbClr val="002060"/>
                </a:solidFill>
              </a:rPr>
              <a:t>a</a:t>
            </a:r>
            <a:r>
              <a:rPr lang="en-GB" sz="2000" dirty="0">
                <a:solidFill>
                  <a:srgbClr val="002060"/>
                </a:solidFill>
              </a:rPr>
              <a:t>gain.</a:t>
            </a:r>
          </a:p>
          <a:p>
            <a:pPr fontAlgn="base"/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</a:t>
            </a:r>
            <a:r>
              <a:rPr lang="en-GB" sz="2000" dirty="0">
                <a:solidFill>
                  <a:srgbClr val="002060"/>
                </a:solidFill>
              </a:rPr>
              <a:t>ach segment </a:t>
            </a:r>
            <a:r>
              <a:rPr lang="en-US" altLang="zh-CN" sz="2000" dirty="0">
                <a:solidFill>
                  <a:srgbClr val="002060"/>
                </a:solidFill>
              </a:rPr>
              <a:t>they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will </a:t>
            </a:r>
            <a:r>
              <a:rPr lang="en-US" altLang="zh-CN" sz="2000" dirty="0">
                <a:solidFill>
                  <a:srgbClr val="002060"/>
                </a:solidFill>
              </a:rPr>
              <a:t>p</a:t>
            </a:r>
            <a:r>
              <a:rPr lang="en-GB" sz="2000" dirty="0">
                <a:solidFill>
                  <a:srgbClr val="002060"/>
                </a:solidFill>
              </a:rPr>
              <a:t>lant a hedge, except for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 segments which will instead hold 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drinking fountain. The gardeners </a:t>
            </a:r>
            <a:r>
              <a:rPr lang="en-US" altLang="zh-CN" sz="2000" dirty="0">
                <a:solidFill>
                  <a:srgbClr val="002060"/>
                </a:solidFill>
              </a:rPr>
              <a:t>announced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needs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extra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even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worst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case,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get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from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fountain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next</a:t>
            </a:r>
            <a:r>
              <a:rPr lang="en-GB" sz="2000" dirty="0">
                <a:solidFill>
                  <a:srgbClr val="002060"/>
                </a:solidFill>
              </a:rPr>
              <a:t>. </a:t>
            </a: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Given the number of segments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and the number of fountains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, </a:t>
            </a:r>
            <a:r>
              <a:rPr lang="en-US" altLang="zh-CN" sz="2000" dirty="0">
                <a:solidFill>
                  <a:srgbClr val="002060"/>
                </a:solidFill>
              </a:rPr>
              <a:t>find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out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longest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terms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number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hedges</a:t>
            </a:r>
            <a:r>
              <a:rPr lang="en-GB" sz="2000" dirty="0">
                <a:solidFill>
                  <a:srgbClr val="002060"/>
                </a:solidFill>
              </a:rPr>
              <a:t>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178122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BEE4-37B6-967B-3D35-6B90FE74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2CF0C3-2842-DCFB-BF4D-C444CA9B37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260180E-812F-C27D-9F4A-E1101FBB38D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round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Alpha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Centauri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system,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gravity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round: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pushes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things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from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surface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instead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of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pulls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towards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it.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endParaRPr lang="en-US" altLang="zh-CN" sz="2000" b="0" i="0" dirty="0">
              <a:solidFill>
                <a:srgbClr val="002060"/>
              </a:solidFill>
              <a:effectLst/>
            </a:endParaRP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Change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your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program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numbers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descending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order,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that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still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called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‘Bubble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Sort’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Bubble.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10675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F61C-8585-9DA0-7A38-2A7B4B012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22F6236-3E49-1760-56D4-9B5F76694432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D377869-52DB-B34C-066A-47ECD967996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0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9FB3846-E66C-DAF3-6697-7B06E8C3B8F9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 Extension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Implement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game.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857075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14" y="1236012"/>
            <a:ext cx="4331742" cy="2463699"/>
          </a:xfrm>
        </p:spPr>
        <p:txBody>
          <a:bodyPr/>
          <a:lstStyle/>
          <a:p>
            <a:r>
              <a:rPr lang="en-US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3515" y="3861768"/>
            <a:ext cx="4345686" cy="17602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Microsoft PowerPoint Presentation.pptx" id="{B4288717-D280-4BC3-A8A3-F28918E413C0}" vid="{EBB7C11A-D9CB-4DDA-B998-509072499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5040CA-20CC-43C6-BC0C-8D8696B6AF89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Course presentation template</Template>
  <TotalTime>436</TotalTime>
  <Words>1565</Words>
  <Application>Microsoft Macintosh PowerPoint</Application>
  <PresentationFormat>On-screen Show (4:3)</PresentationFormat>
  <Paragraphs>206</Paragraphs>
  <Slides>26</Slides>
  <Notes>9</Notes>
  <HiddenSlides>4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Inter</vt:lpstr>
      <vt:lpstr>LingWai SC Medium</vt:lpstr>
      <vt:lpstr>Arial</vt:lpstr>
      <vt:lpstr>Avenir Next LT Pro Light</vt:lpstr>
      <vt:lpstr>Calibri</vt:lpstr>
      <vt:lpstr>Cambria Math</vt:lpstr>
      <vt:lpstr>Consolas</vt:lpstr>
      <vt:lpstr>JetBrains Mono</vt:lpstr>
      <vt:lpstr>Posterama</vt:lpstr>
      <vt:lpstr>Custom</vt:lpstr>
      <vt:lpstr>Python Problem Solver </vt:lpstr>
      <vt:lpstr>Get to know each other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Exercises</vt:lpstr>
      <vt:lpstr>PowerPoint Presentation</vt:lpstr>
      <vt:lpstr>PowerPoint Presentation</vt:lpstr>
      <vt:lpstr>PowerPoint Presentation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Sun</dc:creator>
  <cp:lastModifiedBy>Bryan Sun</cp:lastModifiedBy>
  <cp:revision>1</cp:revision>
  <dcterms:created xsi:type="dcterms:W3CDTF">2025-10-07T06:51:56Z</dcterms:created>
  <dcterms:modified xsi:type="dcterms:W3CDTF">2026-07-27T09:10:14Z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